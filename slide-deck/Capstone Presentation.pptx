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5143500" cx="9144000"/>
  <p:notesSz cx="6858000" cy="9144000"/>
  <p:embeddedFontLst>
    <p:embeddedFont>
      <p:font typeface="Outfit ExtraBold"/>
      <p:bold r:id="rId45"/>
    </p:embeddedFont>
    <p:embeddedFont>
      <p:font typeface="Lato"/>
      <p:regular r:id="rId46"/>
      <p:bold r:id="rId47"/>
      <p:italic r:id="rId48"/>
      <p:boldItalic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4" roundtripDataSignature="AMtx7mjh938lkBjT/UJoLuFuphDTti4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font" Target="fonts/Lato-regular.fntdata"/><Relationship Id="rId45" Type="http://schemas.openxmlformats.org/officeDocument/2006/relationships/font" Target="fonts/OutfitExtra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Lato-italic.fntdata"/><Relationship Id="rId47" Type="http://schemas.openxmlformats.org/officeDocument/2006/relationships/font" Target="fonts/Lato-bold.fntdata"/><Relationship Id="rId49" Type="http://schemas.openxmlformats.org/officeDocument/2006/relationships/font" Target="fonts/La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7.xml"/><Relationship Id="rId10" Type="http://schemas.openxmlformats.org/officeDocument/2006/relationships/slide" Target="slides/slide6.xml"/><Relationship Id="rId54"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5" name="Shape 2675"/>
        <p:cNvGrpSpPr/>
        <p:nvPr/>
      </p:nvGrpSpPr>
      <p:grpSpPr>
        <a:xfrm>
          <a:off x="0" y="0"/>
          <a:ext cx="0" cy="0"/>
          <a:chOff x="0" y="0"/>
          <a:chExt cx="0" cy="0"/>
        </a:xfrm>
      </p:grpSpPr>
      <p:sp>
        <p:nvSpPr>
          <p:cNvPr id="2676" name="Google Shape;267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7" name="Google Shape;267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4" name="Shape 2684"/>
        <p:cNvGrpSpPr/>
        <p:nvPr/>
      </p:nvGrpSpPr>
      <p:grpSpPr>
        <a:xfrm>
          <a:off x="0" y="0"/>
          <a:ext cx="0" cy="0"/>
          <a:chOff x="0" y="0"/>
          <a:chExt cx="0" cy="0"/>
        </a:xfrm>
      </p:grpSpPr>
      <p:sp>
        <p:nvSpPr>
          <p:cNvPr id="2685" name="Google Shape;268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6" name="Google Shape;268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3" name="Shape 2703"/>
        <p:cNvGrpSpPr/>
        <p:nvPr/>
      </p:nvGrpSpPr>
      <p:grpSpPr>
        <a:xfrm>
          <a:off x="0" y="0"/>
          <a:ext cx="0" cy="0"/>
          <a:chOff x="0" y="0"/>
          <a:chExt cx="0" cy="0"/>
        </a:xfrm>
      </p:grpSpPr>
      <p:sp>
        <p:nvSpPr>
          <p:cNvPr id="2704" name="Google Shape;27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5" name="Google Shape;27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7" name="Shape 2717"/>
        <p:cNvGrpSpPr/>
        <p:nvPr/>
      </p:nvGrpSpPr>
      <p:grpSpPr>
        <a:xfrm>
          <a:off x="0" y="0"/>
          <a:ext cx="0" cy="0"/>
          <a:chOff x="0" y="0"/>
          <a:chExt cx="0" cy="0"/>
        </a:xfrm>
      </p:grpSpPr>
      <p:sp>
        <p:nvSpPr>
          <p:cNvPr id="2718" name="Google Shape;2718;g3d45d748a52_2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9" name="Google Shape;2719;g3d45d748a52_2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2" name="Shape 2782"/>
        <p:cNvGrpSpPr/>
        <p:nvPr/>
      </p:nvGrpSpPr>
      <p:grpSpPr>
        <a:xfrm>
          <a:off x="0" y="0"/>
          <a:ext cx="0" cy="0"/>
          <a:chOff x="0" y="0"/>
          <a:chExt cx="0" cy="0"/>
        </a:xfrm>
      </p:grpSpPr>
      <p:sp>
        <p:nvSpPr>
          <p:cNvPr id="2783" name="Google Shape;2783;g3d4502adc0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4" name="Google Shape;2784;g3d4502adc0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3" name="Shape 2883"/>
        <p:cNvGrpSpPr/>
        <p:nvPr/>
      </p:nvGrpSpPr>
      <p:grpSpPr>
        <a:xfrm>
          <a:off x="0" y="0"/>
          <a:ext cx="0" cy="0"/>
          <a:chOff x="0" y="0"/>
          <a:chExt cx="0" cy="0"/>
        </a:xfrm>
      </p:grpSpPr>
      <p:sp>
        <p:nvSpPr>
          <p:cNvPr id="2884" name="Google Shape;2884;g3d4502adc0c_0_2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5" name="Google Shape;2885;g3d4502adc0c_0_2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9" name="Shape 2889"/>
        <p:cNvGrpSpPr/>
        <p:nvPr/>
      </p:nvGrpSpPr>
      <p:grpSpPr>
        <a:xfrm>
          <a:off x="0" y="0"/>
          <a:ext cx="0" cy="0"/>
          <a:chOff x="0" y="0"/>
          <a:chExt cx="0" cy="0"/>
        </a:xfrm>
      </p:grpSpPr>
      <p:sp>
        <p:nvSpPr>
          <p:cNvPr id="2890" name="Google Shape;2890;g3d45d748a52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1" name="Google Shape;2891;g3d45d748a52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g3d45d748a52_0_2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5" name="Google Shape;2905;g3d45d748a52_0_2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8" name="Shape 2938"/>
        <p:cNvGrpSpPr/>
        <p:nvPr/>
      </p:nvGrpSpPr>
      <p:grpSpPr>
        <a:xfrm>
          <a:off x="0" y="0"/>
          <a:ext cx="0" cy="0"/>
          <a:chOff x="0" y="0"/>
          <a:chExt cx="0" cy="0"/>
        </a:xfrm>
      </p:grpSpPr>
      <p:sp>
        <p:nvSpPr>
          <p:cNvPr id="2939" name="Google Shape;2939;g3d4502adc0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0" name="Google Shape;2940;g3d4502adc0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2" name="Shape 2952"/>
        <p:cNvGrpSpPr/>
        <p:nvPr/>
      </p:nvGrpSpPr>
      <p:grpSpPr>
        <a:xfrm>
          <a:off x="0" y="0"/>
          <a:ext cx="0" cy="0"/>
          <a:chOff x="0" y="0"/>
          <a:chExt cx="0" cy="0"/>
        </a:xfrm>
      </p:grpSpPr>
      <p:sp>
        <p:nvSpPr>
          <p:cNvPr id="2953" name="Google Shape;2953;g3d45d748a52_2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4" name="Google Shape;2954;g3d45d748a52_2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9" name="Shape 2959"/>
        <p:cNvGrpSpPr/>
        <p:nvPr/>
      </p:nvGrpSpPr>
      <p:grpSpPr>
        <a:xfrm>
          <a:off x="0" y="0"/>
          <a:ext cx="0" cy="0"/>
          <a:chOff x="0" y="0"/>
          <a:chExt cx="0" cy="0"/>
        </a:xfrm>
      </p:grpSpPr>
      <p:sp>
        <p:nvSpPr>
          <p:cNvPr id="2960" name="Google Shape;2960;g3d4719490e4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1" name="Google Shape;2961;g3d4719490e4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8" name="Shape 2968"/>
        <p:cNvGrpSpPr/>
        <p:nvPr/>
      </p:nvGrpSpPr>
      <p:grpSpPr>
        <a:xfrm>
          <a:off x="0" y="0"/>
          <a:ext cx="0" cy="0"/>
          <a:chOff x="0" y="0"/>
          <a:chExt cx="0" cy="0"/>
        </a:xfrm>
      </p:grpSpPr>
      <p:sp>
        <p:nvSpPr>
          <p:cNvPr id="2969" name="Google Shape;2969;g3d45d748a52_2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0" name="Google Shape;2970;g3d45d748a52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4" name="Shape 2974"/>
        <p:cNvGrpSpPr/>
        <p:nvPr/>
      </p:nvGrpSpPr>
      <p:grpSpPr>
        <a:xfrm>
          <a:off x="0" y="0"/>
          <a:ext cx="0" cy="0"/>
          <a:chOff x="0" y="0"/>
          <a:chExt cx="0" cy="0"/>
        </a:xfrm>
      </p:grpSpPr>
      <p:sp>
        <p:nvSpPr>
          <p:cNvPr id="2975" name="Google Shape;2975;g3d4719490e4_4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6" name="Google Shape;2976;g3d4719490e4_4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5" name="Shape 2985"/>
        <p:cNvGrpSpPr/>
        <p:nvPr/>
      </p:nvGrpSpPr>
      <p:grpSpPr>
        <a:xfrm>
          <a:off x="0" y="0"/>
          <a:ext cx="0" cy="0"/>
          <a:chOff x="0" y="0"/>
          <a:chExt cx="0" cy="0"/>
        </a:xfrm>
      </p:grpSpPr>
      <p:sp>
        <p:nvSpPr>
          <p:cNvPr id="2986" name="Google Shape;2986;g3d4719490e4_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7" name="Google Shape;2987;g3d4719490e4_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1" name="Shape 2991"/>
        <p:cNvGrpSpPr/>
        <p:nvPr/>
      </p:nvGrpSpPr>
      <p:grpSpPr>
        <a:xfrm>
          <a:off x="0" y="0"/>
          <a:ext cx="0" cy="0"/>
          <a:chOff x="0" y="0"/>
          <a:chExt cx="0" cy="0"/>
        </a:xfrm>
      </p:grpSpPr>
      <p:sp>
        <p:nvSpPr>
          <p:cNvPr id="2992" name="Google Shape;2992;g3d4719490e4_4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3" name="Google Shape;2993;g3d4719490e4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7" name="Shape 2997"/>
        <p:cNvGrpSpPr/>
        <p:nvPr/>
      </p:nvGrpSpPr>
      <p:grpSpPr>
        <a:xfrm>
          <a:off x="0" y="0"/>
          <a:ext cx="0" cy="0"/>
          <a:chOff x="0" y="0"/>
          <a:chExt cx="0" cy="0"/>
        </a:xfrm>
      </p:grpSpPr>
      <p:sp>
        <p:nvSpPr>
          <p:cNvPr id="2998" name="Google Shape;2998;g3d4502adc0c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9" name="Google Shape;2999;g3d4502adc0c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1" name="Shape 3011"/>
        <p:cNvGrpSpPr/>
        <p:nvPr/>
      </p:nvGrpSpPr>
      <p:grpSpPr>
        <a:xfrm>
          <a:off x="0" y="0"/>
          <a:ext cx="0" cy="0"/>
          <a:chOff x="0" y="0"/>
          <a:chExt cx="0" cy="0"/>
        </a:xfrm>
      </p:grpSpPr>
      <p:sp>
        <p:nvSpPr>
          <p:cNvPr id="3012" name="Google Shape;3012;g3d4502adc0c_0_3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3" name="Google Shape;3013;g3d4502adc0c_0_3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100"/>
              </a:spcBef>
              <a:spcAft>
                <a:spcPts val="50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7" name="Shape 3017"/>
        <p:cNvGrpSpPr/>
        <p:nvPr/>
      </p:nvGrpSpPr>
      <p:grpSpPr>
        <a:xfrm>
          <a:off x="0" y="0"/>
          <a:ext cx="0" cy="0"/>
          <a:chOff x="0" y="0"/>
          <a:chExt cx="0" cy="0"/>
        </a:xfrm>
      </p:grpSpPr>
      <p:sp>
        <p:nvSpPr>
          <p:cNvPr id="3018" name="Google Shape;3018;g3d4502adc0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9" name="Google Shape;3019;g3d4502adc0c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100"/>
              </a:spcBef>
              <a:spcAft>
                <a:spcPts val="0"/>
              </a:spcAft>
              <a:buClr>
                <a:schemeClr val="dk1"/>
              </a:buClr>
              <a:buSzPts val="1100"/>
              <a:buFont typeface="Arial"/>
              <a:buNone/>
            </a:pPr>
            <a:r>
              <a:rPr lang="en">
                <a:solidFill>
                  <a:schemeClr val="dk1"/>
                </a:solidFill>
              </a:rPr>
              <a:t>15,900 students total </a:t>
            </a:r>
            <a:endParaRPr>
              <a:solidFill>
                <a:schemeClr val="dk1"/>
              </a:solidFill>
            </a:endParaRPr>
          </a:p>
          <a:p>
            <a:pPr indent="-298450" lvl="0" marL="457200" rtl="0" algn="l">
              <a:lnSpc>
                <a:spcPct val="115000"/>
              </a:lnSpc>
              <a:spcBef>
                <a:spcPts val="1100"/>
              </a:spcBef>
              <a:spcAft>
                <a:spcPts val="0"/>
              </a:spcAft>
              <a:buClr>
                <a:schemeClr val="dk1"/>
              </a:buClr>
              <a:buSzPts val="1100"/>
              <a:buChar char="-"/>
            </a:pPr>
            <a:r>
              <a:rPr lang="en">
                <a:solidFill>
                  <a:schemeClr val="dk1"/>
                </a:solidFill>
              </a:rPr>
              <a:t>2,443 (15.4%) dropout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13,457 (84.6%) no dropout</a:t>
            </a:r>
            <a:endParaRPr>
              <a:solidFill>
                <a:schemeClr val="dk1"/>
              </a:solidFill>
            </a:endParaRPr>
          </a:p>
          <a:p>
            <a:pPr indent="0" lvl="0" marL="0" rtl="0" algn="l">
              <a:lnSpc>
                <a:spcPct val="115000"/>
              </a:lnSpc>
              <a:spcBef>
                <a:spcPts val="1100"/>
              </a:spcBef>
              <a:spcAft>
                <a:spcPts val="500"/>
              </a:spcAft>
              <a:buClr>
                <a:schemeClr val="dk1"/>
              </a:buClr>
              <a:buSzPts val="1100"/>
              <a:buFont typeface="Arial"/>
              <a:buNone/>
            </a:pPr>
            <a:r>
              <a:rPr lang="en">
                <a:solidFill>
                  <a:schemeClr val="dk1"/>
                </a:solidFill>
              </a:rPr>
              <a:t>5.5:1 imbalance ratio — a naive "always predict no dropout" model would be 84.6% accurate but useless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3" name="Shape 3023"/>
        <p:cNvGrpSpPr/>
        <p:nvPr/>
      </p:nvGrpSpPr>
      <p:grpSpPr>
        <a:xfrm>
          <a:off x="0" y="0"/>
          <a:ext cx="0" cy="0"/>
          <a:chOff x="0" y="0"/>
          <a:chExt cx="0" cy="0"/>
        </a:xfrm>
      </p:grpSpPr>
      <p:sp>
        <p:nvSpPr>
          <p:cNvPr id="3024" name="Google Shape;3024;g3d4502adc0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5" name="Google Shape;3025;g3d4502adc0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100"/>
              </a:spcBef>
              <a:spcAft>
                <a:spcPts val="500"/>
              </a:spcAft>
              <a:buClr>
                <a:schemeClr val="dk1"/>
              </a:buClr>
              <a:buSzPts val="1100"/>
              <a:buFont typeface="Arial"/>
              <a:buNone/>
            </a:pPr>
            <a:r>
              <a:rPr lang="en">
                <a:solidFill>
                  <a:schemeClr val="dk1"/>
                </a:solidFill>
              </a:rPr>
              <a:t>Difference between MNAR+ Structured</a:t>
            </a:r>
            <a:br>
              <a:rPr lang="en">
                <a:solidFill>
                  <a:schemeClr val="dk1"/>
                </a:solidFill>
              </a:rPr>
            </a:br>
            <a:br>
              <a:rPr lang="en">
                <a:solidFill>
                  <a:schemeClr val="dk1"/>
                </a:solidFill>
              </a:rPr>
            </a:br>
            <a:r>
              <a:rPr lang="en">
                <a:solidFill>
                  <a:schemeClr val="dk1"/>
                </a:solidFill>
              </a:rPr>
              <a:t>The feature engineered column “Parent missigness or disengagement”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9" name="Shape 3029"/>
        <p:cNvGrpSpPr/>
        <p:nvPr/>
      </p:nvGrpSpPr>
      <p:grpSpPr>
        <a:xfrm>
          <a:off x="0" y="0"/>
          <a:ext cx="0" cy="0"/>
          <a:chOff x="0" y="0"/>
          <a:chExt cx="0" cy="0"/>
        </a:xfrm>
      </p:grpSpPr>
      <p:sp>
        <p:nvSpPr>
          <p:cNvPr id="3030" name="Google Shape;3030;g3d4502adc0c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1" name="Google Shape;3031;g3d4502adc0c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he three top cards (Family, Academic, Motivation) are the primary story domains with confirmed strong signals</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2000">
                <a:solidFill>
                  <a:schemeClr val="dk1"/>
                </a:solidFill>
                <a:latin typeface="Cambria"/>
                <a:ea typeface="Cambria"/>
                <a:cs typeface="Cambria"/>
                <a:sym typeface="Cambria"/>
              </a:rPr>
              <a:t>Which of these categories of student-level factors are the strongest predictors of dropout risk?</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5" name="Shape 3035"/>
        <p:cNvGrpSpPr/>
        <p:nvPr/>
      </p:nvGrpSpPr>
      <p:grpSpPr>
        <a:xfrm>
          <a:off x="0" y="0"/>
          <a:ext cx="0" cy="0"/>
          <a:chOff x="0" y="0"/>
          <a:chExt cx="0" cy="0"/>
        </a:xfrm>
      </p:grpSpPr>
      <p:sp>
        <p:nvSpPr>
          <p:cNvPr id="3036" name="Google Shape;3036;g3d4502adc0c_0_3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7" name="Google Shape;3037;g3d4502adc0c_0_3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2D3538"/>
                </a:solidFill>
                <a:latin typeface="Lato"/>
                <a:ea typeface="Lato"/>
                <a:cs typeface="Lato"/>
                <a:sym typeface="Lato"/>
              </a:rPr>
              <a:t>This is the most consistently confirmed domain across every analysis step. </a:t>
            </a:r>
            <a:endParaRPr sz="1600">
              <a:solidFill>
                <a:srgbClr val="2D3538"/>
              </a:solidFill>
              <a:latin typeface="Lato"/>
              <a:ea typeface="Lato"/>
              <a:cs typeface="Lato"/>
              <a:sym typeface="Lato"/>
            </a:endParaRPr>
          </a:p>
          <a:p>
            <a:pPr indent="0" lvl="0" marL="0" rtl="0" algn="l">
              <a:spcBef>
                <a:spcPts val="0"/>
              </a:spcBef>
              <a:spcAft>
                <a:spcPts val="0"/>
              </a:spcAft>
              <a:buNone/>
            </a:pPr>
            <a:r>
              <a:rPr lang="en" sz="1600">
                <a:solidFill>
                  <a:srgbClr val="2D3538"/>
                </a:solidFill>
                <a:latin typeface="Lato"/>
                <a:ea typeface="Lato"/>
                <a:cs typeface="Lato"/>
                <a:sym typeface="Lato"/>
              </a:rPr>
              <a:t>Poverty is the single strongest binary predictor in the entire dataset, parent expectations produce the highest dropout rate of any variable category, and missing parent survey data is itself informative. SES factors also amplify risk in every other domain.</a:t>
            </a:r>
            <a:br>
              <a:rPr lang="en"/>
            </a:b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1" name="Shape 3041"/>
        <p:cNvGrpSpPr/>
        <p:nvPr/>
      </p:nvGrpSpPr>
      <p:grpSpPr>
        <a:xfrm>
          <a:off x="0" y="0"/>
          <a:ext cx="0" cy="0"/>
          <a:chOff x="0" y="0"/>
          <a:chExt cx="0" cy="0"/>
        </a:xfrm>
      </p:grpSpPr>
      <p:sp>
        <p:nvSpPr>
          <p:cNvPr id="3042" name="Google Shape;3042;g3d4502adc0c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3" name="Google Shape;3043;g3d4502adc0c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71.9% — the single highest dropout rate of any variable in the entire analysis. Not grades. Not poverty. A parent's belief. Even parental UNCERTAINTY produces an above-baseline dropout rate (21.3%) which itself a warning sign.</a:t>
            </a:r>
            <a:br>
              <a:rPr lang="en"/>
            </a:br>
            <a:br>
              <a:rPr lang="en"/>
            </a:br>
            <a:r>
              <a:rPr lang="en"/>
              <a:t>Parent Expectations Dominate Student Expectations</a:t>
            </a:r>
            <a:br>
              <a:rPr lang="en"/>
            </a:br>
            <a:r>
              <a:rPr lang="en"/>
              <a:t>A student's own aspirations cannot fully overcome what their parents believe is possible for them.</a:t>
            </a:r>
            <a:br>
              <a:rPr lang="en"/>
            </a:br>
            <a:br>
              <a:rPr lang="en"/>
            </a:br>
            <a:r>
              <a:rPr b="1" lang="en">
                <a:solidFill>
                  <a:schemeClr val="dk1"/>
                </a:solidFill>
              </a:rPr>
              <a:t>Why r = −0.111 is misleading:</a:t>
            </a:r>
            <a:r>
              <a:rPr lang="en">
                <a:solidFill>
                  <a:schemeClr val="dk1"/>
                </a:solidFill>
              </a:rPr>
              <a:t> Category 11 ("Don't know") is encoded as the highest numeric value but produces an </a:t>
            </a:r>
            <a:r>
              <a:rPr i="1" lang="en">
                <a:solidFill>
                  <a:schemeClr val="dk1"/>
                </a:solidFill>
              </a:rPr>
              <a:t>elevated</a:t>
            </a:r>
            <a:r>
              <a:rPr lang="en">
                <a:solidFill>
                  <a:schemeClr val="dk1"/>
                </a:solidFill>
              </a:rPr>
              <a:t> dropout rate (21.3%), not a low one. This breaks the monotonic relationship and collapses the linear correlation. </a:t>
            </a:r>
            <a:br>
              <a:rPr lang="en"/>
            </a:br>
            <a:br>
              <a:rPr lang="en"/>
            </a:br>
            <a:br>
              <a:rPr lang="en"/>
            </a:br>
            <a:br>
              <a:rPr lang="en"/>
            </a:br>
            <a:r>
              <a:rPr lang="en" sz="1400">
                <a:solidFill>
                  <a:srgbClr val="2D3538"/>
                </a:solidFill>
                <a:latin typeface="Lato"/>
                <a:ea typeface="Lato"/>
                <a:cs typeface="Lato"/>
                <a:sym typeface="Lato"/>
              </a:rPr>
              <a:t>The strongest domain in the dataset — and the most surprising</a:t>
            </a:r>
            <a:endParaRPr sz="1400">
              <a:solidFill>
                <a:srgbClr val="2D3538"/>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400">
              <a:solidFill>
                <a:srgbClr val="2D3538"/>
              </a:solidFill>
              <a:latin typeface="Lato"/>
              <a:ea typeface="Lato"/>
              <a:cs typeface="Lato"/>
              <a:sym typeface="Lato"/>
            </a:endParaRPr>
          </a:p>
          <a:p>
            <a:pPr indent="0" lvl="0" marL="0" rtl="0" algn="l">
              <a:spcBef>
                <a:spcPts val="0"/>
              </a:spcBef>
              <a:spcAft>
                <a:spcPts val="0"/>
              </a:spcAft>
              <a:buNone/>
            </a:pPr>
            <a:r>
              <a:rPr lang="en" sz="1400">
                <a:solidFill>
                  <a:srgbClr val="2D3538"/>
                </a:solidFill>
                <a:latin typeface="Lato"/>
                <a:ea typeface="Lato"/>
                <a:cs typeface="Lato"/>
                <a:sym typeface="Lato"/>
              </a:rPr>
              <a:t>What a parent believes about their child's future is more predictive than grades, poverty, or anything else measured individually</a:t>
            </a:r>
            <a:br>
              <a:rPr lang="en"/>
            </a:b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7" name="Shape 3047"/>
        <p:cNvGrpSpPr/>
        <p:nvPr/>
      </p:nvGrpSpPr>
      <p:grpSpPr>
        <a:xfrm>
          <a:off x="0" y="0"/>
          <a:ext cx="0" cy="0"/>
          <a:chOff x="0" y="0"/>
          <a:chExt cx="0" cy="0"/>
        </a:xfrm>
      </p:grpSpPr>
      <p:sp>
        <p:nvSpPr>
          <p:cNvPr id="3048" name="Google Shape;3048;g3d4502adc0c_0_3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9" name="Google Shape;3049;g3d4502adc0c_0_3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Multicollinearity note: "We expected these two variables to be collinear. The data showed r = +0.127 — negligible. Parents and their children form expectations largely independently of each other."</a:t>
            </a:r>
            <a:br>
              <a:rPr lang="en"/>
            </a:br>
            <a:br>
              <a:rPr lang="en"/>
            </a:br>
            <a:r>
              <a:rPr lang="en">
                <a:solidFill>
                  <a:schemeClr val="dk1"/>
                </a:solidFill>
              </a:rPr>
              <a:t>When </a:t>
            </a:r>
            <a:r>
              <a:rPr b="1" lang="en">
                <a:solidFill>
                  <a:schemeClr val="dk1"/>
                </a:solidFill>
              </a:rPr>
              <a:t>both</a:t>
            </a:r>
            <a:r>
              <a:rPr lang="en">
                <a:solidFill>
                  <a:schemeClr val="dk1"/>
                </a:solidFill>
              </a:rPr>
              <a:t> student and parent expectations are low (≤HS): </a:t>
            </a:r>
            <a:r>
              <a:rPr b="1" lang="en">
                <a:solidFill>
                  <a:schemeClr val="dk1"/>
                </a:solidFill>
              </a:rPr>
              <a:t>48.8%</a:t>
            </a:r>
            <a:r>
              <a:rPr lang="en">
                <a:solidFill>
                  <a:schemeClr val="dk1"/>
                </a:solidFill>
              </a:rPr>
              <a:t> dropout.</a:t>
            </a:r>
            <a:br>
              <a:rPr lang="en">
                <a:solidFill>
                  <a:schemeClr val="dk1"/>
                </a:solidFill>
              </a:rPr>
            </a:br>
            <a:br>
              <a:rPr lang="en">
                <a:solidFill>
                  <a:schemeClr val="dk1"/>
                </a:solidFill>
              </a:rPr>
            </a:br>
            <a:r>
              <a:rPr lang="en">
                <a:solidFill>
                  <a:schemeClr val="dk1"/>
                </a:solidFill>
              </a:rPr>
              <a:t>A student with </a:t>
            </a:r>
            <a:r>
              <a:rPr b="1" lang="en">
                <a:solidFill>
                  <a:schemeClr val="dk1"/>
                </a:solidFill>
              </a:rPr>
              <a:t>high expectations but low-expectation parents</a:t>
            </a:r>
            <a:r>
              <a:rPr lang="en">
                <a:solidFill>
                  <a:schemeClr val="dk1"/>
                </a:solidFill>
              </a:rPr>
              <a:t> still drops out at </a:t>
            </a:r>
            <a:r>
              <a:rPr b="1" lang="en">
                <a:solidFill>
                  <a:schemeClr val="dk1"/>
                </a:solidFill>
              </a:rPr>
              <a:t>42.0%</a:t>
            </a:r>
            <a:r>
              <a:rPr lang="en">
                <a:solidFill>
                  <a:schemeClr val="dk1"/>
                </a:solidFill>
              </a:rPr>
              <a:t> — nearly as bad. Parent expectations dominate.</a:t>
            </a:r>
            <a:br>
              <a:rPr lang="en">
                <a:solidFill>
                  <a:schemeClr val="dk1"/>
                </a:solidFill>
              </a:rPr>
            </a:br>
            <a:r>
              <a:rPr lang="en">
                <a:solidFill>
                  <a:schemeClr val="dk1"/>
                </a:solidFill>
              </a:rPr>
              <a:t>—------&gt; what to say </a:t>
            </a:r>
            <a:br>
              <a:rPr lang="en">
                <a:solidFill>
                  <a:schemeClr val="dk1"/>
                </a:solidFill>
              </a:rPr>
            </a:br>
            <a:br>
              <a:rPr lang="en">
                <a:solidFill>
                  <a:schemeClr val="dk1"/>
                </a:solidFill>
              </a:rPr>
            </a:br>
            <a:r>
              <a:rPr lang="en" sz="1000">
                <a:solidFill>
                  <a:schemeClr val="dk1"/>
                </a:solidFill>
              </a:rPr>
              <a:t>Heatmap: Student tier (rows) × Parent tier (columns)</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Low / Mid / High / Don't know</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Highlight three cells with arrows:</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Both High (Master+/Master+)       →  6.2%   "Best case"</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Both Low  (≤HS / ≤HS)             → 48.8%   "Worst case"</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Student HIGH, Parent LOW          → 42.0%   ★ "Most important cell"</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Annotation on the ★ cell:</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"A student with high personal aspirations</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but low-expectation parents drops out at 42.0%</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 nearly as bad as when both are low (48.8%)"</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"A student's own ambition cannot overcome</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low parental expectations."</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Correlation note (small, bottom corner):</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"Student and parent expectations: r = +0.127</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They are NOT measuring the same thing.</a:t>
            </a:r>
            <a:endParaRPr sz="1000">
              <a:solidFill>
                <a:schemeClr val="dk1"/>
              </a:solidFill>
            </a:endParaRPr>
          </a:p>
          <a:p>
            <a:pPr indent="0" lvl="0" marL="0" rtl="0" algn="l">
              <a:spcBef>
                <a:spcPts val="0"/>
              </a:spcBef>
              <a:spcAft>
                <a:spcPts val="0"/>
              </a:spcAft>
              <a:buNone/>
            </a:pPr>
            <a:r>
              <a:rPr lang="en" sz="1000">
                <a:solidFill>
                  <a:schemeClr val="dk1"/>
                </a:solidFill>
              </a:rPr>
              <a:t>   Both belong in the model independently."</a:t>
            </a:r>
            <a:br>
              <a:rPr lang="en" sz="1000">
                <a:solidFill>
                  <a:schemeClr val="dk1"/>
                </a:solidFill>
              </a:rPr>
            </a:br>
            <a:br>
              <a:rPr lang="en" sz="1000">
                <a:solidFill>
                  <a:schemeClr val="dk1"/>
                </a:solidFill>
              </a:rPr>
            </a:b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Both High (Master+/Master+)       →  6.2%   "Best case"</a:t>
            </a:r>
            <a:endParaRPr sz="1000">
              <a:solidFill>
                <a:schemeClr val="dk1"/>
              </a:solidFill>
            </a:endParaRPr>
          </a:p>
          <a:p>
            <a:pPr indent="0" lvl="0" marL="0" rtl="0" algn="l">
              <a:spcBef>
                <a:spcPts val="0"/>
              </a:spcBef>
              <a:spcAft>
                <a:spcPts val="0"/>
              </a:spcAft>
              <a:buNone/>
            </a:pPr>
            <a:br>
              <a:rPr lang="en" sz="1000">
                <a:solidFill>
                  <a:schemeClr val="dk1"/>
                </a:solidFill>
              </a:rPr>
            </a:br>
            <a:br>
              <a:rPr lang="en" sz="1000">
                <a:solidFill>
                  <a:schemeClr val="dk1"/>
                </a:solidFill>
              </a:rPr>
            </a:br>
            <a:r>
              <a:rPr lang="en" sz="1000">
                <a:solidFill>
                  <a:schemeClr val="dk1"/>
                </a:solidFill>
              </a:rPr>
              <a:t>Both Low  (≤HS / ≤HS)             → 48.8%   "Worst case"</a:t>
            </a:r>
            <a:br>
              <a:rPr lang="en" sz="1000">
                <a:solidFill>
                  <a:schemeClr val="dk1"/>
                </a:solidFill>
              </a:rPr>
            </a:br>
            <a:br>
              <a:rPr lang="en" sz="1000">
                <a:solidFill>
                  <a:schemeClr val="dk1"/>
                </a:solidFill>
              </a:rPr>
            </a:br>
            <a:br>
              <a:rPr lang="en" sz="1000">
                <a:solidFill>
                  <a:schemeClr val="dk1"/>
                </a:solidFill>
              </a:rPr>
            </a:br>
            <a:r>
              <a:rPr lang="en" sz="1000">
                <a:solidFill>
                  <a:schemeClr val="dk1"/>
                </a:solidFill>
              </a:rPr>
              <a:t>Student HIGH, Parent LOW          → 42.0%   ★ "Most important cell"</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Parent expectations dominate student expectations — a student with high aspirations but low-expectation parents still drops out at 42.0%</a:t>
            </a:r>
            <a:br>
              <a:rPr lang="en" sz="1000">
                <a:solidFill>
                  <a:schemeClr val="dk1"/>
                </a:solidFill>
              </a:rPr>
            </a:br>
            <a:r>
              <a:rPr lang="en" sz="1000">
                <a:solidFill>
                  <a:schemeClr val="dk1"/>
                </a:solidFill>
              </a:rPr>
              <a:t> nearly as bad as when both are low (48.8%)"</a:t>
            </a:r>
            <a:br>
              <a:rPr lang="en" sz="1000">
                <a:solidFill>
                  <a:schemeClr val="dk1"/>
                </a:solidFill>
              </a:rPr>
            </a:b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3" name="Shape 3053"/>
        <p:cNvGrpSpPr/>
        <p:nvPr/>
      </p:nvGrpSpPr>
      <p:grpSpPr>
        <a:xfrm>
          <a:off x="0" y="0"/>
          <a:ext cx="0" cy="0"/>
          <a:chOff x="0" y="0"/>
          <a:chExt cx="0" cy="0"/>
        </a:xfrm>
      </p:grpSpPr>
      <p:sp>
        <p:nvSpPr>
          <p:cNvPr id="3054" name="Google Shape;3054;g3d4502adc0c_0_3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5" name="Google Shape;3055;g3d4502adc0c_0_3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Multicollinearity note: "We expected these two variables to be collinear. The data showed r = +0.127 — negligible. Parents and their children form expectations largely independently of each other."</a:t>
            </a:r>
            <a:br>
              <a:rPr lang="en"/>
            </a:br>
            <a:br>
              <a:rPr lang="en"/>
            </a:br>
            <a:r>
              <a:rPr lang="en">
                <a:solidFill>
                  <a:schemeClr val="dk1"/>
                </a:solidFill>
              </a:rPr>
              <a:t>When </a:t>
            </a:r>
            <a:r>
              <a:rPr b="1" lang="en">
                <a:solidFill>
                  <a:schemeClr val="dk1"/>
                </a:solidFill>
              </a:rPr>
              <a:t>both</a:t>
            </a:r>
            <a:r>
              <a:rPr lang="en">
                <a:solidFill>
                  <a:schemeClr val="dk1"/>
                </a:solidFill>
              </a:rPr>
              <a:t> student and parent expectations are low (≤HS): </a:t>
            </a:r>
            <a:r>
              <a:rPr b="1" lang="en">
                <a:solidFill>
                  <a:schemeClr val="dk1"/>
                </a:solidFill>
              </a:rPr>
              <a:t>48.8%</a:t>
            </a:r>
            <a:r>
              <a:rPr lang="en">
                <a:solidFill>
                  <a:schemeClr val="dk1"/>
                </a:solidFill>
              </a:rPr>
              <a:t> dropout.</a:t>
            </a:r>
            <a:br>
              <a:rPr lang="en">
                <a:solidFill>
                  <a:schemeClr val="dk1"/>
                </a:solidFill>
              </a:rPr>
            </a:br>
            <a:br>
              <a:rPr lang="en">
                <a:solidFill>
                  <a:schemeClr val="dk1"/>
                </a:solidFill>
              </a:rPr>
            </a:br>
            <a:r>
              <a:rPr lang="en">
                <a:solidFill>
                  <a:schemeClr val="dk1"/>
                </a:solidFill>
              </a:rPr>
              <a:t>A student with </a:t>
            </a:r>
            <a:r>
              <a:rPr b="1" lang="en">
                <a:solidFill>
                  <a:schemeClr val="dk1"/>
                </a:solidFill>
              </a:rPr>
              <a:t>high expectations but low-expectation parents</a:t>
            </a:r>
            <a:r>
              <a:rPr lang="en">
                <a:solidFill>
                  <a:schemeClr val="dk1"/>
                </a:solidFill>
              </a:rPr>
              <a:t> still drops out at </a:t>
            </a:r>
            <a:r>
              <a:rPr b="1" lang="en">
                <a:solidFill>
                  <a:schemeClr val="dk1"/>
                </a:solidFill>
              </a:rPr>
              <a:t>42.0%</a:t>
            </a:r>
            <a:r>
              <a:rPr lang="en">
                <a:solidFill>
                  <a:schemeClr val="dk1"/>
                </a:solidFill>
              </a:rPr>
              <a:t> — nearly as bad. Parent expectations dominate.</a:t>
            </a:r>
            <a:br>
              <a:rPr lang="en">
                <a:solidFill>
                  <a:schemeClr val="dk1"/>
                </a:solidFill>
              </a:rPr>
            </a:br>
            <a:r>
              <a:rPr lang="en">
                <a:solidFill>
                  <a:schemeClr val="dk1"/>
                </a:solidFill>
              </a:rPr>
              <a:t>—------&gt; what to say </a:t>
            </a:r>
            <a:br>
              <a:rPr lang="en">
                <a:solidFill>
                  <a:schemeClr val="dk1"/>
                </a:solidFill>
              </a:rPr>
            </a:br>
            <a:br>
              <a:rPr lang="en">
                <a:solidFill>
                  <a:schemeClr val="dk1"/>
                </a:solidFill>
              </a:rPr>
            </a:br>
            <a:r>
              <a:rPr lang="en" sz="1000">
                <a:solidFill>
                  <a:schemeClr val="dk1"/>
                </a:solidFill>
              </a:rPr>
              <a:t>Heatmap: Student tier (rows) × Parent tier (columns)</a:t>
            </a:r>
            <a:endParaRPr sz="1000">
              <a:solidFill>
                <a:schemeClr val="dk1"/>
              </a:solidFill>
            </a:endParaRPr>
          </a:p>
          <a:p>
            <a:pPr indent="0" lvl="0" marL="0" rtl="0" algn="l">
              <a:spcBef>
                <a:spcPts val="0"/>
              </a:spcBef>
              <a:spcAft>
                <a:spcPts val="0"/>
              </a:spcAft>
              <a:buNone/>
            </a:pPr>
            <a:r>
              <a:rPr lang="en" sz="1000">
                <a:solidFill>
                  <a:schemeClr val="dk1"/>
                </a:solidFill>
              </a:rPr>
              <a:t>         Low / Mid / High / Don't know</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Highlight three cells with arrows:</a:t>
            </a:r>
            <a:endParaRPr sz="1000">
              <a:solidFill>
                <a:schemeClr val="dk1"/>
              </a:solidFill>
            </a:endParaRPr>
          </a:p>
          <a:p>
            <a:pPr indent="0" lvl="0" marL="0" rtl="0" algn="l">
              <a:spcBef>
                <a:spcPts val="0"/>
              </a:spcBef>
              <a:spcAft>
                <a:spcPts val="0"/>
              </a:spcAft>
              <a:buNone/>
            </a:pPr>
            <a:r>
              <a:rPr lang="en" sz="1000">
                <a:solidFill>
                  <a:schemeClr val="dk1"/>
                </a:solidFill>
              </a:rPr>
              <a:t>  Both High (Master+/Master+)       →  6.2%   "Best case"</a:t>
            </a:r>
            <a:endParaRPr sz="1000">
              <a:solidFill>
                <a:schemeClr val="dk1"/>
              </a:solidFill>
            </a:endParaRPr>
          </a:p>
          <a:p>
            <a:pPr indent="0" lvl="0" marL="0" rtl="0" algn="l">
              <a:spcBef>
                <a:spcPts val="0"/>
              </a:spcBef>
              <a:spcAft>
                <a:spcPts val="0"/>
              </a:spcAft>
              <a:buNone/>
            </a:pPr>
            <a:r>
              <a:rPr lang="en" sz="1000">
                <a:solidFill>
                  <a:schemeClr val="dk1"/>
                </a:solidFill>
              </a:rPr>
              <a:t>  Both Low  (≤HS / ≤HS)             → 48.8%   "Worst case"</a:t>
            </a:r>
            <a:endParaRPr sz="1000">
              <a:solidFill>
                <a:schemeClr val="dk1"/>
              </a:solidFill>
            </a:endParaRPr>
          </a:p>
          <a:p>
            <a:pPr indent="0" lvl="0" marL="0" rtl="0" algn="l">
              <a:spcBef>
                <a:spcPts val="0"/>
              </a:spcBef>
              <a:spcAft>
                <a:spcPts val="0"/>
              </a:spcAft>
              <a:buNone/>
            </a:pPr>
            <a:r>
              <a:rPr lang="en" sz="1000">
                <a:solidFill>
                  <a:schemeClr val="dk1"/>
                </a:solidFill>
              </a:rPr>
              <a:t>  Student HIGH, Parent LOW          → 42.0%   ★ "Most important cell"</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Annotation on the ★ cell:</a:t>
            </a:r>
            <a:endParaRPr sz="1000">
              <a:solidFill>
                <a:schemeClr val="dk1"/>
              </a:solidFill>
            </a:endParaRPr>
          </a:p>
          <a:p>
            <a:pPr indent="0" lvl="0" marL="0" rtl="0" algn="l">
              <a:spcBef>
                <a:spcPts val="0"/>
              </a:spcBef>
              <a:spcAft>
                <a:spcPts val="0"/>
              </a:spcAft>
              <a:buNone/>
            </a:pPr>
            <a:r>
              <a:rPr lang="en" sz="1000">
                <a:solidFill>
                  <a:schemeClr val="dk1"/>
                </a:solidFill>
              </a:rPr>
              <a:t>  "A student with high personal aspirations</a:t>
            </a:r>
            <a:endParaRPr sz="1000">
              <a:solidFill>
                <a:schemeClr val="dk1"/>
              </a:solidFill>
            </a:endParaRPr>
          </a:p>
          <a:p>
            <a:pPr indent="0" lvl="0" marL="0" rtl="0" algn="l">
              <a:spcBef>
                <a:spcPts val="0"/>
              </a:spcBef>
              <a:spcAft>
                <a:spcPts val="0"/>
              </a:spcAft>
              <a:buNone/>
            </a:pPr>
            <a:r>
              <a:rPr lang="en" sz="1000">
                <a:solidFill>
                  <a:schemeClr val="dk1"/>
                </a:solidFill>
              </a:rPr>
              <a:t>   but low-expectation parents drops out at 42.0%</a:t>
            </a:r>
            <a:endParaRPr sz="1000">
              <a:solidFill>
                <a:schemeClr val="dk1"/>
              </a:solidFill>
            </a:endParaRPr>
          </a:p>
          <a:p>
            <a:pPr indent="0" lvl="0" marL="0" rtl="0" algn="l">
              <a:spcBef>
                <a:spcPts val="0"/>
              </a:spcBef>
              <a:spcAft>
                <a:spcPts val="0"/>
              </a:spcAft>
              <a:buNone/>
            </a:pPr>
            <a:r>
              <a:rPr lang="en" sz="1000">
                <a:solidFill>
                  <a:schemeClr val="dk1"/>
                </a:solidFill>
              </a:rPr>
              <a:t>   — nearly as bad as when both are low (48.8%)"</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"A student's own ambition cannot overcome</a:t>
            </a:r>
            <a:endParaRPr sz="1000">
              <a:solidFill>
                <a:schemeClr val="dk1"/>
              </a:solidFill>
            </a:endParaRPr>
          </a:p>
          <a:p>
            <a:pPr indent="0" lvl="0" marL="0" rtl="0" algn="l">
              <a:spcBef>
                <a:spcPts val="0"/>
              </a:spcBef>
              <a:spcAft>
                <a:spcPts val="0"/>
              </a:spcAft>
              <a:buNone/>
            </a:pPr>
            <a:r>
              <a:rPr lang="en" sz="1000">
                <a:solidFill>
                  <a:schemeClr val="dk1"/>
                </a:solidFill>
              </a:rPr>
              <a:t>   low parental expectations."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Correlation note (small, bottom corner):</a:t>
            </a:r>
            <a:endParaRPr sz="1000">
              <a:solidFill>
                <a:schemeClr val="dk1"/>
              </a:solidFill>
            </a:endParaRPr>
          </a:p>
          <a:p>
            <a:pPr indent="0" lvl="0" marL="0" rtl="0" algn="l">
              <a:spcBef>
                <a:spcPts val="0"/>
              </a:spcBef>
              <a:spcAft>
                <a:spcPts val="0"/>
              </a:spcAft>
              <a:buNone/>
            </a:pPr>
            <a:r>
              <a:rPr lang="en" sz="1000">
                <a:solidFill>
                  <a:schemeClr val="dk1"/>
                </a:solidFill>
              </a:rPr>
              <a:t>  "Student and parent expectations: r = +0.127</a:t>
            </a:r>
            <a:endParaRPr sz="1000">
              <a:solidFill>
                <a:schemeClr val="dk1"/>
              </a:solidFill>
            </a:endParaRPr>
          </a:p>
          <a:p>
            <a:pPr indent="0" lvl="0" marL="0" rtl="0" algn="l">
              <a:spcBef>
                <a:spcPts val="0"/>
              </a:spcBef>
              <a:spcAft>
                <a:spcPts val="0"/>
              </a:spcAft>
              <a:buNone/>
            </a:pPr>
            <a:r>
              <a:rPr lang="en" sz="1000">
                <a:solidFill>
                  <a:schemeClr val="dk1"/>
                </a:solidFill>
              </a:rPr>
              <a:t>   They are NOT measuring the same thing.</a:t>
            </a:r>
            <a:endParaRPr sz="1000">
              <a:solidFill>
                <a:schemeClr val="dk1"/>
              </a:solidFill>
            </a:endParaRPr>
          </a:p>
          <a:p>
            <a:pPr indent="0" lvl="0" marL="0" rtl="0" algn="l">
              <a:spcBef>
                <a:spcPts val="0"/>
              </a:spcBef>
              <a:spcAft>
                <a:spcPts val="0"/>
              </a:spcAft>
              <a:buNone/>
            </a:pPr>
            <a:r>
              <a:rPr lang="en" sz="1000">
                <a:solidFill>
                  <a:schemeClr val="dk1"/>
                </a:solidFill>
              </a:rPr>
              <a:t>   Both belong in the model independently."</a:t>
            </a:r>
            <a:br>
              <a:rPr lang="en" sz="1000">
                <a:solidFill>
                  <a:schemeClr val="dk1"/>
                </a:solidFill>
              </a:rPr>
            </a:br>
            <a:br>
              <a:rPr lang="en" sz="1000">
                <a:solidFill>
                  <a:schemeClr val="dk1"/>
                </a:solidFill>
              </a:rPr>
            </a:b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Both High (Master+/Master+)       →  6.2%   "Best case"</a:t>
            </a:r>
            <a:endParaRPr sz="1000">
              <a:solidFill>
                <a:schemeClr val="dk1"/>
              </a:solidFill>
            </a:endParaRPr>
          </a:p>
          <a:p>
            <a:pPr indent="0" lvl="0" marL="0" rtl="0" algn="l">
              <a:spcBef>
                <a:spcPts val="0"/>
              </a:spcBef>
              <a:spcAft>
                <a:spcPts val="0"/>
              </a:spcAft>
              <a:buNone/>
            </a:pPr>
            <a:br>
              <a:rPr lang="en" sz="1000">
                <a:solidFill>
                  <a:schemeClr val="dk1"/>
                </a:solidFill>
              </a:rPr>
            </a:br>
            <a:br>
              <a:rPr lang="en" sz="1000">
                <a:solidFill>
                  <a:schemeClr val="dk1"/>
                </a:solidFill>
              </a:rPr>
            </a:br>
            <a:r>
              <a:rPr lang="en" sz="1000">
                <a:solidFill>
                  <a:schemeClr val="dk1"/>
                </a:solidFill>
              </a:rPr>
              <a:t>Both Low  (≤HS / ≤HS)             → 48.8%   "Worst case"</a:t>
            </a:r>
            <a:br>
              <a:rPr lang="en" sz="1000">
                <a:solidFill>
                  <a:schemeClr val="dk1"/>
                </a:solidFill>
              </a:rPr>
            </a:br>
            <a:br>
              <a:rPr lang="en" sz="1000">
                <a:solidFill>
                  <a:schemeClr val="dk1"/>
                </a:solidFill>
              </a:rPr>
            </a:br>
            <a:br>
              <a:rPr lang="en" sz="1000">
                <a:solidFill>
                  <a:schemeClr val="dk1"/>
                </a:solidFill>
              </a:rPr>
            </a:br>
            <a:r>
              <a:rPr lang="en" sz="1000">
                <a:solidFill>
                  <a:schemeClr val="dk1"/>
                </a:solidFill>
              </a:rPr>
              <a:t>Student HIGH, Parent LOW          → 42.0%   ★ "Most important cell"</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Parent expectations dominate student expectations — a student with high aspirations but low-expectation parents still drops out at 42.0%</a:t>
            </a:r>
            <a:br>
              <a:rPr lang="en" sz="1000">
                <a:solidFill>
                  <a:schemeClr val="dk1"/>
                </a:solidFill>
              </a:rPr>
            </a:br>
            <a:r>
              <a:rPr lang="en" sz="1000">
                <a:solidFill>
                  <a:schemeClr val="dk1"/>
                </a:solidFill>
              </a:rPr>
              <a:t> nearly as bad as when both are low (48.8%)"</a:t>
            </a:r>
            <a:br>
              <a:rPr lang="en" sz="1000">
                <a:solidFill>
                  <a:schemeClr val="dk1"/>
                </a:solidFill>
              </a:rPr>
            </a:b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9" name="Shape 3059"/>
        <p:cNvGrpSpPr/>
        <p:nvPr/>
      </p:nvGrpSpPr>
      <p:grpSpPr>
        <a:xfrm>
          <a:off x="0" y="0"/>
          <a:ext cx="0" cy="0"/>
          <a:chOff x="0" y="0"/>
          <a:chExt cx="0" cy="0"/>
        </a:xfrm>
      </p:grpSpPr>
      <p:sp>
        <p:nvSpPr>
          <p:cNvPr id="3060" name="Google Shape;3060;g3d4502adc0c_0_2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1" name="Google Shape;3061;g3d4502adc0c_0_2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(Parent Education × Poverty heatmap)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Best case: PhD/MD/Law + above poverty → 4.0% Worst case: &lt; HS + below poverty → 36.6% Ratio: 36.6 / 4.0 = 9.15× — nearly 9× difference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Highlight HS diploma row:</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Above poverty: 15.9% → Below poverty: 29.3%</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"Poverty nearly doubles the risk for HS-educated families"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5" name="Shape 3065"/>
        <p:cNvGrpSpPr/>
        <p:nvPr/>
      </p:nvGrpSpPr>
      <p:grpSpPr>
        <a:xfrm>
          <a:off x="0" y="0"/>
          <a:ext cx="0" cy="0"/>
          <a:chOff x="0" y="0"/>
          <a:chExt cx="0" cy="0"/>
        </a:xfrm>
      </p:grpSpPr>
      <p:sp>
        <p:nvSpPr>
          <p:cNvPr id="3066" name="Google Shape;3066;g3d4502adc0c_0_3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7" name="Google Shape;3067;g3d4502adc0c_0_3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solidFill>
                  <a:schemeClr val="dk1"/>
                </a:solidFill>
              </a:rPr>
              <a:t>Does academic performance before high school predict dropout?</a:t>
            </a:r>
            <a:endParaRPr b="1" sz="1500">
              <a:solidFill>
                <a:srgbClr val="2D3538"/>
              </a:solidFill>
              <a:latin typeface="Lato"/>
              <a:ea typeface="Lato"/>
              <a:cs typeface="Lato"/>
              <a:sym typeface="Lato"/>
            </a:endParaRPr>
          </a:p>
          <a:p>
            <a:pPr indent="0" lvl="0" marL="0" rtl="0" algn="l">
              <a:spcBef>
                <a:spcPts val="0"/>
              </a:spcBef>
              <a:spcAft>
                <a:spcPts val="0"/>
              </a:spcAft>
              <a:buNone/>
            </a:pPr>
            <a:br>
              <a:rPr lang="en"/>
            </a:br>
            <a:br>
              <a:rPr lang="en"/>
            </a:br>
            <a:r>
              <a:rPr lang="en"/>
              <a:t>A student arriving in 9th grade with below-D 8th-grade grades is …</a:t>
            </a:r>
            <a:br>
              <a:rPr lang="en"/>
            </a:br>
            <a:br>
              <a:rPr lang="en"/>
            </a:br>
            <a:r>
              <a:rPr b="1" lang="en" sz="1300">
                <a:solidFill>
                  <a:srgbClr val="188038"/>
                </a:solidFill>
                <a:latin typeface="Roboto Mono"/>
                <a:ea typeface="Roboto Mono"/>
                <a:cs typeface="Roboto Mono"/>
                <a:sym typeface="Roboto Mono"/>
              </a:rPr>
              <a:t>S1S8GRADE</a:t>
            </a:r>
            <a:r>
              <a:rPr b="1" lang="en" sz="1300">
                <a:solidFill>
                  <a:schemeClr val="dk1"/>
                </a:solidFill>
              </a:rPr>
              <a:t> / </a:t>
            </a:r>
            <a:r>
              <a:rPr b="1" lang="en" sz="1300">
                <a:solidFill>
                  <a:srgbClr val="188038"/>
                </a:solidFill>
                <a:latin typeface="Roboto Mono"/>
                <a:ea typeface="Roboto Mono"/>
                <a:cs typeface="Roboto Mono"/>
                <a:sym typeface="Roboto Mono"/>
              </a:rPr>
              <a:t>S1M8GRADE</a:t>
            </a:r>
            <a:r>
              <a:rPr b="1" lang="en" sz="1300">
                <a:solidFill>
                  <a:schemeClr val="dk1"/>
                </a:solidFill>
              </a:rPr>
              <a:t> (8th-Grade Grades)</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Spearman r: +0.242 / +0.229</a:t>
            </a:r>
            <a:r>
              <a:rPr lang="en">
                <a:solidFill>
                  <a:schemeClr val="dk1"/>
                </a:solidFill>
              </a:rPr>
              <a:t> </a:t>
            </a:r>
            <a:r>
              <a:rPr i="1" lang="en">
                <a:solidFill>
                  <a:schemeClr val="dk1"/>
                </a:solidFill>
              </a:rPr>
              <a:t>(strongest linear correlates)</a:t>
            </a:r>
            <a:br>
              <a:rPr i="1" lang="en">
                <a:solidFill>
                  <a:schemeClr val="dk1"/>
                </a:solidFill>
              </a:rPr>
            </a:br>
            <a:br>
              <a:rPr i="1" lang="en">
                <a:solidFill>
                  <a:schemeClr val="dk1"/>
                </a:solidFill>
              </a:rPr>
            </a:br>
            <a:r>
              <a:rPr lang="en">
                <a:solidFill>
                  <a:schemeClr val="dk1"/>
                </a:solidFill>
              </a:rPr>
              <a:t>Bivariate:    A grade → 7.8%/8.2% dropout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Below D → 51.1%/50.4% dropout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Monotonic staircase — every grade step worsens dropout risk</a:t>
            </a:r>
            <a:endParaRPr>
              <a:solidFill>
                <a:schemeClr val="dk1"/>
              </a:solidFill>
            </a:endParaRPr>
          </a:p>
          <a:p>
            <a:pPr indent="0" lvl="0" marL="0" rtl="0" algn="l">
              <a:lnSpc>
                <a:spcPct val="115000"/>
              </a:lnSpc>
              <a:spcBef>
                <a:spcPts val="1200"/>
              </a:spcBef>
              <a:spcAft>
                <a:spcPts val="0"/>
              </a:spcAft>
              <a:buNone/>
            </a:pPr>
            <a:r>
              <a:rPr lang="en">
                <a:solidFill>
                  <a:schemeClr val="dk1"/>
                </a:solidFill>
              </a:rPr>
              <a:t>Multivariate: Combined with graduation certainty (S1SUREHSGRAD) → 7.0% to 69.7% range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The widest spread of any feature combination in the entire analysis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1" name="Shape 3071"/>
        <p:cNvGrpSpPr/>
        <p:nvPr/>
      </p:nvGrpSpPr>
      <p:grpSpPr>
        <a:xfrm>
          <a:off x="0" y="0"/>
          <a:ext cx="0" cy="0"/>
          <a:chOff x="0" y="0"/>
          <a:chExt cx="0" cy="0"/>
        </a:xfrm>
      </p:grpSpPr>
      <p:sp>
        <p:nvSpPr>
          <p:cNvPr id="3072" name="Google Shape;3072;g3d4502adc0c_0_3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3" name="Google Shape;3073;g3d4502adc0c_0_3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2D3538"/>
                </a:solidFill>
                <a:latin typeface="Lato"/>
                <a:ea typeface="Lato"/>
                <a:cs typeface="Lato"/>
                <a:sym typeface="Lato"/>
              </a:rPr>
              <a:t>Do a student's own educational expectations, their confidence in graduating, and their attitudes toward school and college access predict dropout risk in 9th grade?</a:t>
            </a:r>
            <a:br>
              <a:rPr lang="en" sz="1600">
                <a:solidFill>
                  <a:srgbClr val="2D3538"/>
                </a:solidFill>
                <a:latin typeface="Lato"/>
                <a:ea typeface="Lato"/>
                <a:cs typeface="Lato"/>
                <a:sym typeface="Lato"/>
              </a:rPr>
            </a:br>
            <a:br>
              <a:rPr lang="en" sz="1600">
                <a:solidFill>
                  <a:srgbClr val="2D3538"/>
                </a:solidFill>
                <a:latin typeface="Lato"/>
                <a:ea typeface="Lato"/>
                <a:cs typeface="Lato"/>
                <a:sym typeface="Lato"/>
              </a:rPr>
            </a:br>
            <a:endParaRPr sz="1600">
              <a:solidFill>
                <a:srgbClr val="2D3538"/>
              </a:solidFill>
              <a:latin typeface="Lato"/>
              <a:ea typeface="Lato"/>
              <a:cs typeface="Lato"/>
              <a:sym typeface="Lato"/>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9" name="Shape 3079"/>
        <p:cNvGrpSpPr/>
        <p:nvPr/>
      </p:nvGrpSpPr>
      <p:grpSpPr>
        <a:xfrm>
          <a:off x="0" y="0"/>
          <a:ext cx="0" cy="0"/>
          <a:chOff x="0" y="0"/>
          <a:chExt cx="0" cy="0"/>
        </a:xfrm>
      </p:grpSpPr>
      <p:sp>
        <p:nvSpPr>
          <p:cNvPr id="3080" name="Google Shape;3080;g3d4502adc0c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1" name="Google Shape;3081;g3d4502adc0c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3" name="Shape 3093"/>
        <p:cNvGrpSpPr/>
        <p:nvPr/>
      </p:nvGrpSpPr>
      <p:grpSpPr>
        <a:xfrm>
          <a:off x="0" y="0"/>
          <a:ext cx="0" cy="0"/>
          <a:chOff x="0" y="0"/>
          <a:chExt cx="0" cy="0"/>
        </a:xfrm>
      </p:grpSpPr>
      <p:sp>
        <p:nvSpPr>
          <p:cNvPr id="3094" name="Google Shape;3094;g3d45d748a52_0_2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5" name="Google Shape;3095;g3d45d748a52_0_2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0" name="Shape 3100"/>
        <p:cNvGrpSpPr/>
        <p:nvPr/>
      </p:nvGrpSpPr>
      <p:grpSpPr>
        <a:xfrm>
          <a:off x="0" y="0"/>
          <a:ext cx="0" cy="0"/>
          <a:chOff x="0" y="0"/>
          <a:chExt cx="0" cy="0"/>
        </a:xfrm>
      </p:grpSpPr>
      <p:sp>
        <p:nvSpPr>
          <p:cNvPr id="3101" name="Google Shape;3101;g3d45d748a52_3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2" name="Google Shape;3102;g3d45d748a52_3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8" name="Shape 3108"/>
        <p:cNvGrpSpPr/>
        <p:nvPr/>
      </p:nvGrpSpPr>
      <p:grpSpPr>
        <a:xfrm>
          <a:off x="0" y="0"/>
          <a:ext cx="0" cy="0"/>
          <a:chOff x="0" y="0"/>
          <a:chExt cx="0" cy="0"/>
        </a:xfrm>
      </p:grpSpPr>
      <p:sp>
        <p:nvSpPr>
          <p:cNvPr id="3109" name="Google Shape;3109;g3d4502adc0c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0" name="Google Shape;3110;g3d4502adc0c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2" name="Shape 3122"/>
        <p:cNvGrpSpPr/>
        <p:nvPr/>
      </p:nvGrpSpPr>
      <p:grpSpPr>
        <a:xfrm>
          <a:off x="0" y="0"/>
          <a:ext cx="0" cy="0"/>
          <a:chOff x="0" y="0"/>
          <a:chExt cx="0" cy="0"/>
        </a:xfrm>
      </p:grpSpPr>
      <p:sp>
        <p:nvSpPr>
          <p:cNvPr id="3123" name="Google Shape;3123;g3d45d748a52_0_2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4" name="Google Shape;3124;g3d45d748a52_0_2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0" name="Shape 3130"/>
        <p:cNvGrpSpPr/>
        <p:nvPr/>
      </p:nvGrpSpPr>
      <p:grpSpPr>
        <a:xfrm>
          <a:off x="0" y="0"/>
          <a:ext cx="0" cy="0"/>
          <a:chOff x="0" y="0"/>
          <a:chExt cx="0" cy="0"/>
        </a:xfrm>
      </p:grpSpPr>
      <p:sp>
        <p:nvSpPr>
          <p:cNvPr id="3131" name="Google Shape;3131;g3d45d748a52_2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2" name="Google Shape;3132;g3d45d748a52_2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8" name="Shape 3138"/>
        <p:cNvGrpSpPr/>
        <p:nvPr/>
      </p:nvGrpSpPr>
      <p:grpSpPr>
        <a:xfrm>
          <a:off x="0" y="0"/>
          <a:ext cx="0" cy="0"/>
          <a:chOff x="0" y="0"/>
          <a:chExt cx="0" cy="0"/>
        </a:xfrm>
      </p:grpSpPr>
      <p:sp>
        <p:nvSpPr>
          <p:cNvPr id="3139" name="Google Shape;3139;g3d45d748a52_2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0" name="Google Shape;3140;g3d45d748a52_2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5" name="Shape 3145"/>
        <p:cNvGrpSpPr/>
        <p:nvPr/>
      </p:nvGrpSpPr>
      <p:grpSpPr>
        <a:xfrm>
          <a:off x="0" y="0"/>
          <a:ext cx="0" cy="0"/>
          <a:chOff x="0" y="0"/>
          <a:chExt cx="0" cy="0"/>
        </a:xfrm>
      </p:grpSpPr>
      <p:sp>
        <p:nvSpPr>
          <p:cNvPr id="3146" name="Google Shape;3146;g3d45d748a52_2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7" name="Google Shape;3147;g3d45d748a52_2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1" name="Shape 3151"/>
        <p:cNvGrpSpPr/>
        <p:nvPr/>
      </p:nvGrpSpPr>
      <p:grpSpPr>
        <a:xfrm>
          <a:off x="0" y="0"/>
          <a:ext cx="0" cy="0"/>
          <a:chOff x="0" y="0"/>
          <a:chExt cx="0" cy="0"/>
        </a:xfrm>
      </p:grpSpPr>
      <p:sp>
        <p:nvSpPr>
          <p:cNvPr id="3152" name="Google Shape;3152;g3d4502adc0c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3" name="Google Shape;3153;g3d4502adc0c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5" name="Shape 3165"/>
        <p:cNvGrpSpPr/>
        <p:nvPr/>
      </p:nvGrpSpPr>
      <p:grpSpPr>
        <a:xfrm>
          <a:off x="0" y="0"/>
          <a:ext cx="0" cy="0"/>
          <a:chOff x="0" y="0"/>
          <a:chExt cx="0" cy="0"/>
        </a:xfrm>
      </p:grpSpPr>
      <p:sp>
        <p:nvSpPr>
          <p:cNvPr id="3166" name="Google Shape;3166;g3d4719490e4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7" name="Google Shape;3167;g3d4719490e4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1" name="Shape 3171"/>
        <p:cNvGrpSpPr/>
        <p:nvPr/>
      </p:nvGrpSpPr>
      <p:grpSpPr>
        <a:xfrm>
          <a:off x="0" y="0"/>
          <a:ext cx="0" cy="0"/>
          <a:chOff x="0" y="0"/>
          <a:chExt cx="0" cy="0"/>
        </a:xfrm>
      </p:grpSpPr>
      <p:sp>
        <p:nvSpPr>
          <p:cNvPr id="3172" name="Google Shape;3172;g3d45d748a52_0_2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3" name="Google Shape;3173;g3d45d748a52_0_2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7" name="Shape 3177"/>
        <p:cNvGrpSpPr/>
        <p:nvPr/>
      </p:nvGrpSpPr>
      <p:grpSpPr>
        <a:xfrm>
          <a:off x="0" y="0"/>
          <a:ext cx="0" cy="0"/>
          <a:chOff x="0" y="0"/>
          <a:chExt cx="0" cy="0"/>
        </a:xfrm>
      </p:grpSpPr>
      <p:sp>
        <p:nvSpPr>
          <p:cNvPr id="3178" name="Google Shape;3178;g3d45d748a52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9" name="Google Shape;3179;g3d45d748a52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4" name="Shape 3184"/>
        <p:cNvGrpSpPr/>
        <p:nvPr/>
      </p:nvGrpSpPr>
      <p:grpSpPr>
        <a:xfrm>
          <a:off x="0" y="0"/>
          <a:ext cx="0" cy="0"/>
          <a:chOff x="0" y="0"/>
          <a:chExt cx="0" cy="0"/>
        </a:xfrm>
      </p:grpSpPr>
      <p:sp>
        <p:nvSpPr>
          <p:cNvPr id="3185" name="Google Shape;3185;g3d45d748a52_3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6" name="Google Shape;3186;g3d45d748a52_3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42"/>
          <p:cNvGrpSpPr/>
          <p:nvPr/>
        </p:nvGrpSpPr>
        <p:grpSpPr>
          <a:xfrm>
            <a:off x="0" y="0"/>
            <a:ext cx="9143995" cy="5143491"/>
            <a:chOff x="0" y="0"/>
            <a:chExt cx="9143995" cy="5143491"/>
          </a:xfrm>
        </p:grpSpPr>
        <p:sp>
          <p:nvSpPr>
            <p:cNvPr id="10" name="Google Shape;10;p42"/>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 name="Google Shape;11;p42"/>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 name="Google Shape;12;p42"/>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 name="Google Shape;13;p42"/>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 name="Google Shape;14;p42"/>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 name="Google Shape;15;p42"/>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 name="Google Shape;16;p42"/>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 name="Google Shape;17;p42"/>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 name="Google Shape;18;p42"/>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 name="Google Shape;19;p42"/>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 name="Google Shape;20;p42"/>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 name="Google Shape;21;p42"/>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 name="Google Shape;22;p42"/>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 name="Google Shape;23;p42"/>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 name="Google Shape;24;p42"/>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 name="Google Shape;25;p42"/>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 name="Google Shape;26;p42"/>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 name="Google Shape;27;p42"/>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 name="Google Shape;28;p42"/>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 name="Google Shape;29;p42"/>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0" name="Google Shape;30;p42"/>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1" name="Google Shape;31;p42"/>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 name="Google Shape;32;p42"/>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 name="Google Shape;33;p42"/>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 name="Google Shape;34;p42"/>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 name="Google Shape;35;p42"/>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 name="Google Shape;36;p42"/>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 name="Google Shape;37;p42"/>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 name="Google Shape;38;p42"/>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 name="Google Shape;39;p42"/>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 name="Google Shape;40;p42"/>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1" name="Google Shape;41;p42"/>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2" name="Google Shape;42;p42"/>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3" name="Google Shape;43;p42"/>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 name="Google Shape;44;p42"/>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 name="Google Shape;45;p42"/>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 name="Google Shape;46;p42"/>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 name="Google Shape;47;p42"/>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 name="Google Shape;48;p42"/>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 name="Google Shape;49;p42"/>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 name="Google Shape;50;p42"/>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 name="Google Shape;51;p42"/>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 name="Google Shape;52;p42"/>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3" name="Google Shape;53;p42"/>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4" name="Google Shape;54;p42"/>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5" name="Google Shape;55;p42"/>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6" name="Google Shape;56;p42"/>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7" name="Google Shape;57;p42"/>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8" name="Google Shape;58;p42"/>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9" name="Google Shape;59;p42"/>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0" name="Google Shape;60;p42"/>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 name="Google Shape;61;p42"/>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 name="Google Shape;62;p42"/>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 name="Google Shape;63;p42"/>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 name="Google Shape;64;p42"/>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 name="Google Shape;65;p42"/>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 name="Google Shape;66;p42"/>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 name="Google Shape;67;p42"/>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 name="Google Shape;68;p42"/>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9" name="Google Shape;69;p42"/>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0" name="Google Shape;70;p42"/>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1" name="Google Shape;71;p42"/>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2" name="Google Shape;72;p42"/>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3" name="Google Shape;73;p42"/>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4" name="Google Shape;74;p42"/>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5" name="Google Shape;75;p42"/>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6" name="Google Shape;76;p42"/>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 name="Google Shape;77;p42"/>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 name="Google Shape;78;p42"/>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 name="Google Shape;79;p42"/>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 name="Google Shape;80;p42"/>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 name="Google Shape;81;p42"/>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 name="Google Shape;82;p42"/>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 name="Google Shape;83;p42"/>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 name="Google Shape;84;p42"/>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 name="Google Shape;85;p42"/>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6" name="Google Shape;86;p42"/>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 name="Google Shape;87;p42"/>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 name="Google Shape;88;p42"/>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 name="Google Shape;89;p42"/>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 name="Google Shape;90;p42"/>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 name="Google Shape;91;p42"/>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 name="Google Shape;92;p42"/>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 name="Google Shape;93;p42"/>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 name="Google Shape;94;p42"/>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 name="Google Shape;95;p42"/>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6" name="Google Shape;96;p42"/>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7" name="Google Shape;97;p42"/>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8" name="Google Shape;98;p42"/>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9" name="Google Shape;99;p42"/>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 name="Google Shape;100;p42"/>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 name="Google Shape;101;p42"/>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grpSp>
        <p:nvGrpSpPr>
          <p:cNvPr id="102" name="Google Shape;102;p42"/>
          <p:cNvGrpSpPr/>
          <p:nvPr/>
        </p:nvGrpSpPr>
        <p:grpSpPr>
          <a:xfrm rot="10800000">
            <a:off x="711299" y="3"/>
            <a:ext cx="7721361" cy="453232"/>
            <a:chOff x="713261" y="4150779"/>
            <a:chExt cx="7721361" cy="453232"/>
          </a:xfrm>
        </p:grpSpPr>
        <p:grpSp>
          <p:nvGrpSpPr>
            <p:cNvPr id="103" name="Google Shape;103;p42"/>
            <p:cNvGrpSpPr/>
            <p:nvPr/>
          </p:nvGrpSpPr>
          <p:grpSpPr>
            <a:xfrm>
              <a:off x="713261" y="4150779"/>
              <a:ext cx="4528741" cy="453232"/>
              <a:chOff x="2226811" y="890954"/>
              <a:chExt cx="4528741" cy="453232"/>
            </a:xfrm>
          </p:grpSpPr>
          <p:sp>
            <p:nvSpPr>
              <p:cNvPr id="104" name="Google Shape;104;p42"/>
              <p:cNvSpPr/>
              <p:nvPr/>
            </p:nvSpPr>
            <p:spPr>
              <a:xfrm>
                <a:off x="3450556" y="1155076"/>
                <a:ext cx="92574" cy="189109"/>
              </a:xfrm>
              <a:custGeom>
                <a:rect b="b" l="l" r="r" t="t"/>
                <a:pathLst>
                  <a:path extrusionOk="0" h="1500" w="251">
                    <a:moveTo>
                      <a:pt x="0" y="0"/>
                    </a:moveTo>
                    <a:lnTo>
                      <a:pt x="251" y="0"/>
                    </a:lnTo>
                    <a:lnTo>
                      <a:pt x="251" y="1500"/>
                    </a:lnTo>
                    <a:lnTo>
                      <a:pt x="0" y="150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 name="Google Shape;105;p42"/>
              <p:cNvSpPr/>
              <p:nvPr/>
            </p:nvSpPr>
            <p:spPr>
              <a:xfrm>
                <a:off x="3909737" y="1006185"/>
                <a:ext cx="92205" cy="338000"/>
              </a:xfrm>
              <a:custGeom>
                <a:rect b="b" l="l" r="r" t="t"/>
                <a:pathLst>
                  <a:path extrusionOk="0" h="2681" w="250">
                    <a:moveTo>
                      <a:pt x="0" y="0"/>
                    </a:moveTo>
                    <a:lnTo>
                      <a:pt x="250" y="0"/>
                    </a:lnTo>
                    <a:lnTo>
                      <a:pt x="250" y="2681"/>
                    </a:lnTo>
                    <a:lnTo>
                      <a:pt x="0" y="268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 name="Google Shape;106;p42"/>
              <p:cNvSpPr/>
              <p:nvPr/>
            </p:nvSpPr>
            <p:spPr>
              <a:xfrm>
                <a:off x="4521241" y="890954"/>
                <a:ext cx="92574" cy="453231"/>
              </a:xfrm>
              <a:custGeom>
                <a:rect b="b" l="l" r="r" t="t"/>
                <a:pathLst>
                  <a:path extrusionOk="0" h="3595" w="251">
                    <a:moveTo>
                      <a:pt x="0" y="0"/>
                    </a:moveTo>
                    <a:lnTo>
                      <a:pt x="251" y="0"/>
                    </a:lnTo>
                    <a:lnTo>
                      <a:pt x="251" y="3595"/>
                    </a:lnTo>
                    <a:lnTo>
                      <a:pt x="0" y="35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p42"/>
              <p:cNvSpPr/>
              <p:nvPr/>
            </p:nvSpPr>
            <p:spPr>
              <a:xfrm>
                <a:off x="5439602" y="960042"/>
                <a:ext cx="92205" cy="384143"/>
              </a:xfrm>
              <a:custGeom>
                <a:rect b="b" l="l" r="r" t="t"/>
                <a:pathLst>
                  <a:path extrusionOk="0" h="3047" w="250">
                    <a:moveTo>
                      <a:pt x="0" y="0"/>
                    </a:moveTo>
                    <a:lnTo>
                      <a:pt x="250" y="0"/>
                    </a:lnTo>
                    <a:lnTo>
                      <a:pt x="250" y="3047"/>
                    </a:lnTo>
                    <a:lnTo>
                      <a:pt x="0" y="304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p42"/>
              <p:cNvSpPr/>
              <p:nvPr/>
            </p:nvSpPr>
            <p:spPr>
              <a:xfrm>
                <a:off x="4827361" y="1080063"/>
                <a:ext cx="92205" cy="264122"/>
              </a:xfrm>
              <a:custGeom>
                <a:rect b="b" l="l" r="r" t="t"/>
                <a:pathLst>
                  <a:path extrusionOk="0" h="2095" w="250">
                    <a:moveTo>
                      <a:pt x="0" y="0"/>
                    </a:moveTo>
                    <a:lnTo>
                      <a:pt x="250" y="0"/>
                    </a:lnTo>
                    <a:lnTo>
                      <a:pt x="250" y="2095"/>
                    </a:lnTo>
                    <a:lnTo>
                      <a:pt x="0" y="20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42"/>
              <p:cNvSpPr/>
              <p:nvPr/>
            </p:nvSpPr>
            <p:spPr>
              <a:xfrm>
                <a:off x="3297865" y="1196806"/>
                <a:ext cx="92205"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 name="Google Shape;110;p42"/>
              <p:cNvSpPr/>
              <p:nvPr/>
            </p:nvSpPr>
            <p:spPr>
              <a:xfrm>
                <a:off x="3756677" y="1196932"/>
                <a:ext cx="92205"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 name="Google Shape;111;p42"/>
              <p:cNvSpPr/>
              <p:nvPr/>
            </p:nvSpPr>
            <p:spPr>
              <a:xfrm>
                <a:off x="4368549" y="1066573"/>
                <a:ext cx="92574" cy="277612"/>
              </a:xfrm>
              <a:custGeom>
                <a:rect b="b" l="l" r="r" t="t"/>
                <a:pathLst>
                  <a:path extrusionOk="0" h="2202" w="251">
                    <a:moveTo>
                      <a:pt x="0" y="0"/>
                    </a:moveTo>
                    <a:lnTo>
                      <a:pt x="251" y="0"/>
                    </a:lnTo>
                    <a:lnTo>
                      <a:pt x="251" y="2202"/>
                    </a:lnTo>
                    <a:lnTo>
                      <a:pt x="0" y="22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 name="Google Shape;112;p42"/>
              <p:cNvSpPr/>
              <p:nvPr/>
            </p:nvSpPr>
            <p:spPr>
              <a:xfrm>
                <a:off x="5133482" y="1222651"/>
                <a:ext cx="92205" cy="121534"/>
              </a:xfrm>
              <a:custGeom>
                <a:rect b="b" l="l" r="r" t="t"/>
                <a:pathLst>
                  <a:path extrusionOk="0" h="964" w="250">
                    <a:moveTo>
                      <a:pt x="0" y="0"/>
                    </a:moveTo>
                    <a:lnTo>
                      <a:pt x="250" y="0"/>
                    </a:lnTo>
                    <a:lnTo>
                      <a:pt x="250" y="964"/>
                    </a:lnTo>
                    <a:lnTo>
                      <a:pt x="0" y="96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 name="Google Shape;113;p42"/>
              <p:cNvSpPr/>
              <p:nvPr/>
            </p:nvSpPr>
            <p:spPr>
              <a:xfrm>
                <a:off x="5898415" y="1283418"/>
                <a:ext cx="92205" cy="60767"/>
              </a:xfrm>
              <a:custGeom>
                <a:rect b="b" l="l" r="r" t="t"/>
                <a:pathLst>
                  <a:path extrusionOk="0" h="482" w="250">
                    <a:moveTo>
                      <a:pt x="0" y="0"/>
                    </a:moveTo>
                    <a:lnTo>
                      <a:pt x="250" y="0"/>
                    </a:lnTo>
                    <a:lnTo>
                      <a:pt x="250" y="482"/>
                    </a:lnTo>
                    <a:lnTo>
                      <a:pt x="0" y="48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 name="Google Shape;114;p42"/>
              <p:cNvSpPr/>
              <p:nvPr/>
            </p:nvSpPr>
            <p:spPr>
              <a:xfrm>
                <a:off x="5745354" y="1188738"/>
                <a:ext cx="92205" cy="155447"/>
              </a:xfrm>
              <a:custGeom>
                <a:rect b="b" l="l" r="r" t="t"/>
                <a:pathLst>
                  <a:path extrusionOk="0" h="1233" w="250">
                    <a:moveTo>
                      <a:pt x="0" y="0"/>
                    </a:moveTo>
                    <a:lnTo>
                      <a:pt x="250" y="0"/>
                    </a:lnTo>
                    <a:lnTo>
                      <a:pt x="250" y="1233"/>
                    </a:lnTo>
                    <a:lnTo>
                      <a:pt x="0" y="123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 name="Google Shape;115;p42"/>
              <p:cNvSpPr/>
              <p:nvPr/>
            </p:nvSpPr>
            <p:spPr>
              <a:xfrm>
                <a:off x="6510287" y="1215213"/>
                <a:ext cx="92574" cy="128972"/>
              </a:xfrm>
              <a:custGeom>
                <a:rect b="b" l="l" r="r" t="t"/>
                <a:pathLst>
                  <a:path extrusionOk="0" h="1023" w="251">
                    <a:moveTo>
                      <a:pt x="0" y="0"/>
                    </a:moveTo>
                    <a:lnTo>
                      <a:pt x="251" y="0"/>
                    </a:lnTo>
                    <a:lnTo>
                      <a:pt x="251" y="1023"/>
                    </a:lnTo>
                    <a:lnTo>
                      <a:pt x="0" y="10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 name="Google Shape;116;p42"/>
              <p:cNvSpPr/>
              <p:nvPr/>
            </p:nvSpPr>
            <p:spPr>
              <a:xfrm>
                <a:off x="6357595" y="1255556"/>
                <a:ext cx="92205" cy="88629"/>
              </a:xfrm>
              <a:custGeom>
                <a:rect b="b" l="l" r="r" t="t"/>
                <a:pathLst>
                  <a:path extrusionOk="0" h="703" w="250">
                    <a:moveTo>
                      <a:pt x="0" y="0"/>
                    </a:moveTo>
                    <a:lnTo>
                      <a:pt x="250" y="0"/>
                    </a:lnTo>
                    <a:lnTo>
                      <a:pt x="250" y="703"/>
                    </a:lnTo>
                    <a:lnTo>
                      <a:pt x="0" y="7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 name="Google Shape;117;p42"/>
              <p:cNvSpPr/>
              <p:nvPr/>
            </p:nvSpPr>
            <p:spPr>
              <a:xfrm>
                <a:off x="6663347" y="1236897"/>
                <a:ext cx="92205" cy="107288"/>
              </a:xfrm>
              <a:custGeom>
                <a:rect b="b" l="l" r="r" t="t"/>
                <a:pathLst>
                  <a:path extrusionOk="0" h="851" w="250">
                    <a:moveTo>
                      <a:pt x="0" y="0"/>
                    </a:moveTo>
                    <a:lnTo>
                      <a:pt x="250" y="0"/>
                    </a:lnTo>
                    <a:lnTo>
                      <a:pt x="250" y="851"/>
                    </a:lnTo>
                    <a:lnTo>
                      <a:pt x="0" y="85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 name="Google Shape;118;p42"/>
              <p:cNvSpPr/>
              <p:nvPr/>
            </p:nvSpPr>
            <p:spPr>
              <a:xfrm>
                <a:off x="6204535" y="1126710"/>
                <a:ext cx="92205" cy="217475"/>
              </a:xfrm>
              <a:custGeom>
                <a:rect b="b" l="l" r="r" t="t"/>
                <a:pathLst>
                  <a:path extrusionOk="0" h="1725" w="250">
                    <a:moveTo>
                      <a:pt x="0" y="0"/>
                    </a:moveTo>
                    <a:lnTo>
                      <a:pt x="250" y="0"/>
                    </a:lnTo>
                    <a:lnTo>
                      <a:pt x="250" y="1725"/>
                    </a:lnTo>
                    <a:lnTo>
                      <a:pt x="0" y="172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 name="Google Shape;119;p42"/>
              <p:cNvSpPr/>
              <p:nvPr/>
            </p:nvSpPr>
            <p:spPr>
              <a:xfrm>
                <a:off x="5286542" y="1168692"/>
                <a:ext cx="92205" cy="175493"/>
              </a:xfrm>
              <a:custGeom>
                <a:rect b="b" l="l" r="r" t="t"/>
                <a:pathLst>
                  <a:path extrusionOk="0" h="1392" w="250">
                    <a:moveTo>
                      <a:pt x="0" y="0"/>
                    </a:moveTo>
                    <a:lnTo>
                      <a:pt x="250" y="0"/>
                    </a:lnTo>
                    <a:lnTo>
                      <a:pt x="250" y="1392"/>
                    </a:lnTo>
                    <a:lnTo>
                      <a:pt x="0" y="139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 name="Google Shape;120;p42"/>
              <p:cNvSpPr/>
              <p:nvPr/>
            </p:nvSpPr>
            <p:spPr>
              <a:xfrm>
                <a:off x="4062797" y="1196806"/>
                <a:ext cx="92205"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 name="Google Shape;121;p42"/>
              <p:cNvSpPr/>
              <p:nvPr/>
            </p:nvSpPr>
            <p:spPr>
              <a:xfrm>
                <a:off x="2991744" y="1196932"/>
                <a:ext cx="92205"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 name="Google Shape;122;p42"/>
              <p:cNvSpPr/>
              <p:nvPr/>
            </p:nvSpPr>
            <p:spPr>
              <a:xfrm>
                <a:off x="2685624" y="1247992"/>
                <a:ext cx="92205" cy="96193"/>
              </a:xfrm>
              <a:custGeom>
                <a:rect b="b" l="l" r="r" t="t"/>
                <a:pathLst>
                  <a:path extrusionOk="0" h="763" w="250">
                    <a:moveTo>
                      <a:pt x="0" y="0"/>
                    </a:moveTo>
                    <a:lnTo>
                      <a:pt x="250" y="0"/>
                    </a:lnTo>
                    <a:lnTo>
                      <a:pt x="250" y="763"/>
                    </a:lnTo>
                    <a:lnTo>
                      <a:pt x="0" y="76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 name="Google Shape;123;p42"/>
              <p:cNvSpPr/>
              <p:nvPr/>
            </p:nvSpPr>
            <p:spPr>
              <a:xfrm>
                <a:off x="2379503" y="1248118"/>
                <a:ext cx="92574" cy="96067"/>
              </a:xfrm>
              <a:custGeom>
                <a:rect b="b" l="l" r="r" t="t"/>
                <a:pathLst>
                  <a:path extrusionOk="0" h="762" w="251">
                    <a:moveTo>
                      <a:pt x="0" y="0"/>
                    </a:moveTo>
                    <a:lnTo>
                      <a:pt x="251" y="0"/>
                    </a:lnTo>
                    <a:lnTo>
                      <a:pt x="251" y="762"/>
                    </a:lnTo>
                    <a:lnTo>
                      <a:pt x="0" y="76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 name="Google Shape;124;p42"/>
              <p:cNvSpPr/>
              <p:nvPr/>
            </p:nvSpPr>
            <p:spPr>
              <a:xfrm>
                <a:off x="2532563" y="1183569"/>
                <a:ext cx="92205" cy="160616"/>
              </a:xfrm>
              <a:custGeom>
                <a:rect b="b" l="l" r="r" t="t"/>
                <a:pathLst>
                  <a:path extrusionOk="0" h="1274" w="250">
                    <a:moveTo>
                      <a:pt x="0" y="0"/>
                    </a:moveTo>
                    <a:lnTo>
                      <a:pt x="250" y="0"/>
                    </a:lnTo>
                    <a:lnTo>
                      <a:pt x="250" y="1274"/>
                    </a:lnTo>
                    <a:lnTo>
                      <a:pt x="0" y="127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 name="Google Shape;125;p42"/>
              <p:cNvSpPr/>
              <p:nvPr/>
            </p:nvSpPr>
            <p:spPr>
              <a:xfrm>
                <a:off x="3144804" y="1283040"/>
                <a:ext cx="92205"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 name="Google Shape;126;p42"/>
              <p:cNvSpPr/>
              <p:nvPr/>
            </p:nvSpPr>
            <p:spPr>
              <a:xfrm>
                <a:off x="3603617" y="1283040"/>
                <a:ext cx="92574" cy="61145"/>
              </a:xfrm>
              <a:custGeom>
                <a:rect b="b" l="l" r="r" t="t"/>
                <a:pathLst>
                  <a:path extrusionOk="0" h="485" w="251">
                    <a:moveTo>
                      <a:pt x="0" y="0"/>
                    </a:moveTo>
                    <a:lnTo>
                      <a:pt x="251" y="0"/>
                    </a:lnTo>
                    <a:lnTo>
                      <a:pt x="251"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 name="Google Shape;127;p42"/>
              <p:cNvSpPr/>
              <p:nvPr/>
            </p:nvSpPr>
            <p:spPr>
              <a:xfrm>
                <a:off x="4215858" y="1283040"/>
                <a:ext cx="92205"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 name="Google Shape;128;p42"/>
              <p:cNvSpPr/>
              <p:nvPr/>
            </p:nvSpPr>
            <p:spPr>
              <a:xfrm>
                <a:off x="4980422" y="1114481"/>
                <a:ext cx="92205" cy="229704"/>
              </a:xfrm>
              <a:custGeom>
                <a:rect b="b" l="l" r="r" t="t"/>
                <a:pathLst>
                  <a:path extrusionOk="0" h="1822" w="250">
                    <a:moveTo>
                      <a:pt x="0" y="0"/>
                    </a:moveTo>
                    <a:lnTo>
                      <a:pt x="250" y="0"/>
                    </a:lnTo>
                    <a:lnTo>
                      <a:pt x="250" y="1822"/>
                    </a:lnTo>
                    <a:lnTo>
                      <a:pt x="0" y="182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 name="Google Shape;129;p42"/>
              <p:cNvSpPr/>
              <p:nvPr/>
            </p:nvSpPr>
            <p:spPr>
              <a:xfrm>
                <a:off x="4674301" y="1306111"/>
                <a:ext cx="92205"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 name="Google Shape;130;p42"/>
              <p:cNvSpPr/>
              <p:nvPr/>
            </p:nvSpPr>
            <p:spPr>
              <a:xfrm>
                <a:off x="5592294" y="1306111"/>
                <a:ext cx="92574" cy="38074"/>
              </a:xfrm>
              <a:custGeom>
                <a:rect b="b" l="l" r="r" t="t"/>
                <a:pathLst>
                  <a:path extrusionOk="0" h="302" w="251">
                    <a:moveTo>
                      <a:pt x="0" y="0"/>
                    </a:moveTo>
                    <a:lnTo>
                      <a:pt x="251" y="0"/>
                    </a:lnTo>
                    <a:lnTo>
                      <a:pt x="251"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 name="Google Shape;131;p42"/>
              <p:cNvSpPr/>
              <p:nvPr/>
            </p:nvSpPr>
            <p:spPr>
              <a:xfrm>
                <a:off x="6051475" y="1306111"/>
                <a:ext cx="92205"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 name="Google Shape;132;p42"/>
              <p:cNvSpPr/>
              <p:nvPr/>
            </p:nvSpPr>
            <p:spPr>
              <a:xfrm>
                <a:off x="2838684" y="1313676"/>
                <a:ext cx="92205" cy="30510"/>
              </a:xfrm>
              <a:custGeom>
                <a:rect b="b" l="l" r="r" t="t"/>
                <a:pathLst>
                  <a:path extrusionOk="0" h="242" w="250">
                    <a:moveTo>
                      <a:pt x="0" y="0"/>
                    </a:moveTo>
                    <a:lnTo>
                      <a:pt x="250" y="0"/>
                    </a:lnTo>
                    <a:lnTo>
                      <a:pt x="250" y="242"/>
                    </a:lnTo>
                    <a:lnTo>
                      <a:pt x="0" y="242"/>
                    </a:lnTo>
                    <a:lnTo>
                      <a:pt x="0" y="0"/>
                    </a:lnTo>
                    <a:close/>
                  </a:path>
                </a:pathLst>
              </a:custGeom>
              <a:solidFill>
                <a:schemeClr val="lt2"/>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 name="Google Shape;133;p42"/>
              <p:cNvSpPr/>
              <p:nvPr/>
            </p:nvSpPr>
            <p:spPr>
              <a:xfrm>
                <a:off x="2226811" y="1105404"/>
                <a:ext cx="92205" cy="238781"/>
              </a:xfrm>
              <a:custGeom>
                <a:rect b="b" l="l" r="r" t="t"/>
                <a:pathLst>
                  <a:path extrusionOk="0" h="1894" w="250">
                    <a:moveTo>
                      <a:pt x="0" y="0"/>
                    </a:moveTo>
                    <a:lnTo>
                      <a:pt x="250" y="0"/>
                    </a:lnTo>
                    <a:lnTo>
                      <a:pt x="250" y="1894"/>
                    </a:lnTo>
                    <a:lnTo>
                      <a:pt x="0" y="189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4" name="Google Shape;134;p42"/>
            <p:cNvGrpSpPr/>
            <p:nvPr/>
          </p:nvGrpSpPr>
          <p:grpSpPr>
            <a:xfrm>
              <a:off x="5301739" y="4150779"/>
              <a:ext cx="3132883" cy="453232"/>
              <a:chOff x="5301739" y="4150779"/>
              <a:chExt cx="3132883" cy="453232"/>
            </a:xfrm>
          </p:grpSpPr>
          <p:sp>
            <p:nvSpPr>
              <p:cNvPr id="135" name="Google Shape;135;p42"/>
              <p:cNvSpPr/>
              <p:nvPr/>
            </p:nvSpPr>
            <p:spPr>
              <a:xfrm>
                <a:off x="6517641" y="4414901"/>
                <a:ext cx="92574" cy="189109"/>
              </a:xfrm>
              <a:custGeom>
                <a:rect b="b" l="l" r="r" t="t"/>
                <a:pathLst>
                  <a:path extrusionOk="0" h="1500" w="251">
                    <a:moveTo>
                      <a:pt x="0" y="0"/>
                    </a:moveTo>
                    <a:lnTo>
                      <a:pt x="251" y="0"/>
                    </a:lnTo>
                    <a:lnTo>
                      <a:pt x="251" y="1500"/>
                    </a:lnTo>
                    <a:lnTo>
                      <a:pt x="0" y="150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 name="Google Shape;136;p42"/>
              <p:cNvSpPr/>
              <p:nvPr/>
            </p:nvSpPr>
            <p:spPr>
              <a:xfrm>
                <a:off x="6974204" y="4266010"/>
                <a:ext cx="92205" cy="338000"/>
              </a:xfrm>
              <a:custGeom>
                <a:rect b="b" l="l" r="r" t="t"/>
                <a:pathLst>
                  <a:path extrusionOk="0" h="2681" w="250">
                    <a:moveTo>
                      <a:pt x="0" y="0"/>
                    </a:moveTo>
                    <a:lnTo>
                      <a:pt x="250" y="0"/>
                    </a:lnTo>
                    <a:lnTo>
                      <a:pt x="250" y="2681"/>
                    </a:lnTo>
                    <a:lnTo>
                      <a:pt x="0" y="268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p42"/>
              <p:cNvSpPr/>
              <p:nvPr/>
            </p:nvSpPr>
            <p:spPr>
              <a:xfrm>
                <a:off x="7582340" y="4150779"/>
                <a:ext cx="92574" cy="453231"/>
              </a:xfrm>
              <a:custGeom>
                <a:rect b="b" l="l" r="r" t="t"/>
                <a:pathLst>
                  <a:path extrusionOk="0" h="3595" w="251">
                    <a:moveTo>
                      <a:pt x="0" y="0"/>
                    </a:moveTo>
                    <a:lnTo>
                      <a:pt x="251" y="0"/>
                    </a:lnTo>
                    <a:lnTo>
                      <a:pt x="251" y="3595"/>
                    </a:lnTo>
                    <a:lnTo>
                      <a:pt x="0" y="35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 name="Google Shape;138;p42"/>
              <p:cNvSpPr/>
              <p:nvPr/>
            </p:nvSpPr>
            <p:spPr>
              <a:xfrm>
                <a:off x="7886592" y="4339888"/>
                <a:ext cx="92205" cy="264122"/>
              </a:xfrm>
              <a:custGeom>
                <a:rect b="b" l="l" r="r" t="t"/>
                <a:pathLst>
                  <a:path extrusionOk="0" h="2095" w="250">
                    <a:moveTo>
                      <a:pt x="0" y="0"/>
                    </a:moveTo>
                    <a:lnTo>
                      <a:pt x="250" y="0"/>
                    </a:lnTo>
                    <a:lnTo>
                      <a:pt x="250" y="2095"/>
                    </a:lnTo>
                    <a:lnTo>
                      <a:pt x="0" y="20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 name="Google Shape;139;p42"/>
              <p:cNvSpPr/>
              <p:nvPr/>
            </p:nvSpPr>
            <p:spPr>
              <a:xfrm>
                <a:off x="6365700" y="4456631"/>
                <a:ext cx="92205"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 name="Google Shape;140;p42"/>
              <p:cNvSpPr/>
              <p:nvPr/>
            </p:nvSpPr>
            <p:spPr>
              <a:xfrm>
                <a:off x="6822262" y="4456757"/>
                <a:ext cx="92205"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 name="Google Shape;141;p42"/>
              <p:cNvSpPr/>
              <p:nvPr/>
            </p:nvSpPr>
            <p:spPr>
              <a:xfrm>
                <a:off x="7430029" y="4326398"/>
                <a:ext cx="92574" cy="277612"/>
              </a:xfrm>
              <a:custGeom>
                <a:rect b="b" l="l" r="r" t="t"/>
                <a:pathLst>
                  <a:path extrusionOk="0" h="2202" w="251">
                    <a:moveTo>
                      <a:pt x="0" y="0"/>
                    </a:moveTo>
                    <a:lnTo>
                      <a:pt x="251" y="0"/>
                    </a:lnTo>
                    <a:lnTo>
                      <a:pt x="251" y="2202"/>
                    </a:lnTo>
                    <a:lnTo>
                      <a:pt x="0" y="22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 name="Google Shape;142;p42"/>
              <p:cNvSpPr/>
              <p:nvPr/>
            </p:nvSpPr>
            <p:spPr>
              <a:xfrm>
                <a:off x="8190475" y="4482476"/>
                <a:ext cx="92205" cy="121534"/>
              </a:xfrm>
              <a:custGeom>
                <a:rect b="b" l="l" r="r" t="t"/>
                <a:pathLst>
                  <a:path extrusionOk="0" h="964" w="250">
                    <a:moveTo>
                      <a:pt x="0" y="0"/>
                    </a:moveTo>
                    <a:lnTo>
                      <a:pt x="250" y="0"/>
                    </a:lnTo>
                    <a:lnTo>
                      <a:pt x="250" y="964"/>
                    </a:lnTo>
                    <a:lnTo>
                      <a:pt x="0" y="96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p42"/>
              <p:cNvSpPr/>
              <p:nvPr/>
            </p:nvSpPr>
            <p:spPr>
              <a:xfrm>
                <a:off x="8342417" y="4428517"/>
                <a:ext cx="92205" cy="175493"/>
              </a:xfrm>
              <a:custGeom>
                <a:rect b="b" l="l" r="r" t="t"/>
                <a:pathLst>
                  <a:path extrusionOk="0" h="1392" w="250">
                    <a:moveTo>
                      <a:pt x="0" y="0"/>
                    </a:moveTo>
                    <a:lnTo>
                      <a:pt x="250" y="0"/>
                    </a:lnTo>
                    <a:lnTo>
                      <a:pt x="250" y="1392"/>
                    </a:lnTo>
                    <a:lnTo>
                      <a:pt x="0" y="139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4" name="Google Shape;144;p42"/>
              <p:cNvSpPr/>
              <p:nvPr/>
            </p:nvSpPr>
            <p:spPr>
              <a:xfrm>
                <a:off x="7126146" y="4456631"/>
                <a:ext cx="92205"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 name="Google Shape;145;p42"/>
              <p:cNvSpPr/>
              <p:nvPr/>
            </p:nvSpPr>
            <p:spPr>
              <a:xfrm>
                <a:off x="6061816" y="4456757"/>
                <a:ext cx="92205"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 name="Google Shape;146;p42"/>
              <p:cNvSpPr/>
              <p:nvPr/>
            </p:nvSpPr>
            <p:spPr>
              <a:xfrm>
                <a:off x="5757933" y="4507817"/>
                <a:ext cx="92205" cy="96193"/>
              </a:xfrm>
              <a:custGeom>
                <a:rect b="b" l="l" r="r" t="t"/>
                <a:pathLst>
                  <a:path extrusionOk="0" h="763" w="250">
                    <a:moveTo>
                      <a:pt x="0" y="0"/>
                    </a:moveTo>
                    <a:lnTo>
                      <a:pt x="250" y="0"/>
                    </a:lnTo>
                    <a:lnTo>
                      <a:pt x="250" y="763"/>
                    </a:lnTo>
                    <a:lnTo>
                      <a:pt x="0" y="76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 name="Google Shape;147;p42"/>
              <p:cNvSpPr/>
              <p:nvPr/>
            </p:nvSpPr>
            <p:spPr>
              <a:xfrm>
                <a:off x="5453681" y="4507943"/>
                <a:ext cx="92574" cy="96067"/>
              </a:xfrm>
              <a:custGeom>
                <a:rect b="b" l="l" r="r" t="t"/>
                <a:pathLst>
                  <a:path extrusionOk="0" h="762" w="251">
                    <a:moveTo>
                      <a:pt x="0" y="0"/>
                    </a:moveTo>
                    <a:lnTo>
                      <a:pt x="251" y="0"/>
                    </a:lnTo>
                    <a:lnTo>
                      <a:pt x="251" y="762"/>
                    </a:lnTo>
                    <a:lnTo>
                      <a:pt x="0" y="76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 name="Google Shape;148;p42"/>
              <p:cNvSpPr/>
              <p:nvPr/>
            </p:nvSpPr>
            <p:spPr>
              <a:xfrm>
                <a:off x="5605991" y="4443394"/>
                <a:ext cx="92205" cy="160616"/>
              </a:xfrm>
              <a:custGeom>
                <a:rect b="b" l="l" r="r" t="t"/>
                <a:pathLst>
                  <a:path extrusionOk="0" h="1274" w="250">
                    <a:moveTo>
                      <a:pt x="0" y="0"/>
                    </a:moveTo>
                    <a:lnTo>
                      <a:pt x="250" y="0"/>
                    </a:lnTo>
                    <a:lnTo>
                      <a:pt x="250" y="1274"/>
                    </a:lnTo>
                    <a:lnTo>
                      <a:pt x="0" y="127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 name="Google Shape;149;p42"/>
              <p:cNvSpPr/>
              <p:nvPr/>
            </p:nvSpPr>
            <p:spPr>
              <a:xfrm>
                <a:off x="6213758" y="4542865"/>
                <a:ext cx="92205"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0" name="Google Shape;150;p42"/>
              <p:cNvSpPr/>
              <p:nvPr/>
            </p:nvSpPr>
            <p:spPr>
              <a:xfrm>
                <a:off x="6669952" y="4542865"/>
                <a:ext cx="92574" cy="61145"/>
              </a:xfrm>
              <a:custGeom>
                <a:rect b="b" l="l" r="r" t="t"/>
                <a:pathLst>
                  <a:path extrusionOk="0" h="485" w="251">
                    <a:moveTo>
                      <a:pt x="0" y="0"/>
                    </a:moveTo>
                    <a:lnTo>
                      <a:pt x="251" y="0"/>
                    </a:lnTo>
                    <a:lnTo>
                      <a:pt x="251"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 name="Google Shape;151;p42"/>
              <p:cNvSpPr/>
              <p:nvPr/>
            </p:nvSpPr>
            <p:spPr>
              <a:xfrm>
                <a:off x="7278088" y="4542865"/>
                <a:ext cx="92205"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 name="Google Shape;152;p42"/>
              <p:cNvSpPr/>
              <p:nvPr/>
            </p:nvSpPr>
            <p:spPr>
              <a:xfrm>
                <a:off x="8038534" y="4374306"/>
                <a:ext cx="92205" cy="229704"/>
              </a:xfrm>
              <a:custGeom>
                <a:rect b="b" l="l" r="r" t="t"/>
                <a:pathLst>
                  <a:path extrusionOk="0" h="1822" w="250">
                    <a:moveTo>
                      <a:pt x="0" y="0"/>
                    </a:moveTo>
                    <a:lnTo>
                      <a:pt x="250" y="0"/>
                    </a:lnTo>
                    <a:lnTo>
                      <a:pt x="250" y="1822"/>
                    </a:lnTo>
                    <a:lnTo>
                      <a:pt x="0" y="182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 name="Google Shape;153;p42"/>
              <p:cNvSpPr/>
              <p:nvPr/>
            </p:nvSpPr>
            <p:spPr>
              <a:xfrm>
                <a:off x="7734650" y="4565936"/>
                <a:ext cx="92205"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 name="Google Shape;154;p42"/>
              <p:cNvSpPr/>
              <p:nvPr/>
            </p:nvSpPr>
            <p:spPr>
              <a:xfrm>
                <a:off x="5909875" y="4573501"/>
                <a:ext cx="92205" cy="30510"/>
              </a:xfrm>
              <a:custGeom>
                <a:rect b="b" l="l" r="r" t="t"/>
                <a:pathLst>
                  <a:path extrusionOk="0" h="242" w="250">
                    <a:moveTo>
                      <a:pt x="0" y="0"/>
                    </a:moveTo>
                    <a:lnTo>
                      <a:pt x="250" y="0"/>
                    </a:lnTo>
                    <a:lnTo>
                      <a:pt x="250" y="242"/>
                    </a:lnTo>
                    <a:lnTo>
                      <a:pt x="0" y="242"/>
                    </a:lnTo>
                    <a:lnTo>
                      <a:pt x="0" y="0"/>
                    </a:lnTo>
                    <a:close/>
                  </a:path>
                </a:pathLst>
              </a:custGeom>
              <a:solidFill>
                <a:schemeClr val="lt2"/>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 name="Google Shape;155;p42"/>
              <p:cNvSpPr/>
              <p:nvPr/>
            </p:nvSpPr>
            <p:spPr>
              <a:xfrm>
                <a:off x="5301739" y="4365229"/>
                <a:ext cx="92205" cy="238781"/>
              </a:xfrm>
              <a:custGeom>
                <a:rect b="b" l="l" r="r" t="t"/>
                <a:pathLst>
                  <a:path extrusionOk="0" h="1894" w="250">
                    <a:moveTo>
                      <a:pt x="0" y="0"/>
                    </a:moveTo>
                    <a:lnTo>
                      <a:pt x="250" y="0"/>
                    </a:lnTo>
                    <a:lnTo>
                      <a:pt x="250" y="1894"/>
                    </a:lnTo>
                    <a:lnTo>
                      <a:pt x="0" y="189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56" name="Google Shape;156;p42"/>
          <p:cNvGrpSpPr/>
          <p:nvPr/>
        </p:nvGrpSpPr>
        <p:grpSpPr>
          <a:xfrm>
            <a:off x="711324" y="4690279"/>
            <a:ext cx="7721361" cy="453232"/>
            <a:chOff x="713261" y="4150779"/>
            <a:chExt cx="7721361" cy="453232"/>
          </a:xfrm>
        </p:grpSpPr>
        <p:grpSp>
          <p:nvGrpSpPr>
            <p:cNvPr id="157" name="Google Shape;157;p42"/>
            <p:cNvGrpSpPr/>
            <p:nvPr/>
          </p:nvGrpSpPr>
          <p:grpSpPr>
            <a:xfrm>
              <a:off x="713261" y="4150779"/>
              <a:ext cx="4528741" cy="453232"/>
              <a:chOff x="2226811" y="890954"/>
              <a:chExt cx="4528741" cy="453232"/>
            </a:xfrm>
          </p:grpSpPr>
          <p:sp>
            <p:nvSpPr>
              <p:cNvPr id="158" name="Google Shape;158;p42"/>
              <p:cNvSpPr/>
              <p:nvPr/>
            </p:nvSpPr>
            <p:spPr>
              <a:xfrm>
                <a:off x="3450556" y="1155076"/>
                <a:ext cx="92574" cy="189109"/>
              </a:xfrm>
              <a:custGeom>
                <a:rect b="b" l="l" r="r" t="t"/>
                <a:pathLst>
                  <a:path extrusionOk="0" h="1500" w="251">
                    <a:moveTo>
                      <a:pt x="0" y="0"/>
                    </a:moveTo>
                    <a:lnTo>
                      <a:pt x="251" y="0"/>
                    </a:lnTo>
                    <a:lnTo>
                      <a:pt x="251" y="1500"/>
                    </a:lnTo>
                    <a:lnTo>
                      <a:pt x="0" y="150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 name="Google Shape;159;p42"/>
              <p:cNvSpPr/>
              <p:nvPr/>
            </p:nvSpPr>
            <p:spPr>
              <a:xfrm>
                <a:off x="3909737" y="1006185"/>
                <a:ext cx="92205" cy="338000"/>
              </a:xfrm>
              <a:custGeom>
                <a:rect b="b" l="l" r="r" t="t"/>
                <a:pathLst>
                  <a:path extrusionOk="0" h="2681" w="250">
                    <a:moveTo>
                      <a:pt x="0" y="0"/>
                    </a:moveTo>
                    <a:lnTo>
                      <a:pt x="250" y="0"/>
                    </a:lnTo>
                    <a:lnTo>
                      <a:pt x="250" y="2681"/>
                    </a:lnTo>
                    <a:lnTo>
                      <a:pt x="0" y="268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 name="Google Shape;160;p42"/>
              <p:cNvSpPr/>
              <p:nvPr/>
            </p:nvSpPr>
            <p:spPr>
              <a:xfrm>
                <a:off x="4521241" y="890954"/>
                <a:ext cx="92574" cy="453231"/>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 name="Google Shape;161;p42"/>
              <p:cNvSpPr/>
              <p:nvPr/>
            </p:nvSpPr>
            <p:spPr>
              <a:xfrm>
                <a:off x="5439602" y="960042"/>
                <a:ext cx="92205" cy="384143"/>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 name="Google Shape;162;p42"/>
              <p:cNvSpPr/>
              <p:nvPr/>
            </p:nvSpPr>
            <p:spPr>
              <a:xfrm>
                <a:off x="4827361" y="1080063"/>
                <a:ext cx="92205" cy="264122"/>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 name="Google Shape;163;p42"/>
              <p:cNvSpPr/>
              <p:nvPr/>
            </p:nvSpPr>
            <p:spPr>
              <a:xfrm>
                <a:off x="3297865" y="1196806"/>
                <a:ext cx="92205"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 name="Google Shape;164;p42"/>
              <p:cNvSpPr/>
              <p:nvPr/>
            </p:nvSpPr>
            <p:spPr>
              <a:xfrm>
                <a:off x="3756677" y="1196932"/>
                <a:ext cx="92205"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 name="Google Shape;165;p42"/>
              <p:cNvSpPr/>
              <p:nvPr/>
            </p:nvSpPr>
            <p:spPr>
              <a:xfrm>
                <a:off x="4368549" y="1066573"/>
                <a:ext cx="92574" cy="277612"/>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 name="Google Shape;166;p42"/>
              <p:cNvSpPr/>
              <p:nvPr/>
            </p:nvSpPr>
            <p:spPr>
              <a:xfrm>
                <a:off x="5133482" y="1222651"/>
                <a:ext cx="92205" cy="121534"/>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 name="Google Shape;167;p42"/>
              <p:cNvSpPr/>
              <p:nvPr/>
            </p:nvSpPr>
            <p:spPr>
              <a:xfrm>
                <a:off x="5898415" y="1283418"/>
                <a:ext cx="92205" cy="60767"/>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p42"/>
              <p:cNvSpPr/>
              <p:nvPr/>
            </p:nvSpPr>
            <p:spPr>
              <a:xfrm>
                <a:off x="5745354" y="1188738"/>
                <a:ext cx="92205" cy="155447"/>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p42"/>
              <p:cNvSpPr/>
              <p:nvPr/>
            </p:nvSpPr>
            <p:spPr>
              <a:xfrm>
                <a:off x="6510287" y="1215213"/>
                <a:ext cx="92574" cy="128972"/>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 name="Google Shape;170;p42"/>
              <p:cNvSpPr/>
              <p:nvPr/>
            </p:nvSpPr>
            <p:spPr>
              <a:xfrm>
                <a:off x="6357595" y="1255556"/>
                <a:ext cx="92205" cy="88629"/>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 name="Google Shape;171;p42"/>
              <p:cNvSpPr/>
              <p:nvPr/>
            </p:nvSpPr>
            <p:spPr>
              <a:xfrm>
                <a:off x="6663347" y="1236897"/>
                <a:ext cx="92205" cy="107288"/>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p42"/>
              <p:cNvSpPr/>
              <p:nvPr/>
            </p:nvSpPr>
            <p:spPr>
              <a:xfrm>
                <a:off x="6204535" y="1126710"/>
                <a:ext cx="92205" cy="217475"/>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 name="Google Shape;173;p42"/>
              <p:cNvSpPr/>
              <p:nvPr/>
            </p:nvSpPr>
            <p:spPr>
              <a:xfrm>
                <a:off x="5286542" y="1168692"/>
                <a:ext cx="92205" cy="175493"/>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 name="Google Shape;174;p42"/>
              <p:cNvSpPr/>
              <p:nvPr/>
            </p:nvSpPr>
            <p:spPr>
              <a:xfrm>
                <a:off x="4062797" y="1196806"/>
                <a:ext cx="92205"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 name="Google Shape;175;p42"/>
              <p:cNvSpPr/>
              <p:nvPr/>
            </p:nvSpPr>
            <p:spPr>
              <a:xfrm>
                <a:off x="2991744" y="1196932"/>
                <a:ext cx="92205"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 name="Google Shape;176;p42"/>
              <p:cNvSpPr/>
              <p:nvPr/>
            </p:nvSpPr>
            <p:spPr>
              <a:xfrm>
                <a:off x="2685624" y="1247992"/>
                <a:ext cx="92205" cy="96193"/>
              </a:xfrm>
              <a:custGeom>
                <a:rect b="b" l="l" r="r" t="t"/>
                <a:pathLst>
                  <a:path extrusionOk="0" h="763" w="250">
                    <a:moveTo>
                      <a:pt x="0" y="0"/>
                    </a:moveTo>
                    <a:lnTo>
                      <a:pt x="250" y="0"/>
                    </a:lnTo>
                    <a:lnTo>
                      <a:pt x="250" y="763"/>
                    </a:lnTo>
                    <a:lnTo>
                      <a:pt x="0" y="76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 name="Google Shape;177;p42"/>
              <p:cNvSpPr/>
              <p:nvPr/>
            </p:nvSpPr>
            <p:spPr>
              <a:xfrm>
                <a:off x="2379503" y="1248118"/>
                <a:ext cx="92574" cy="96067"/>
              </a:xfrm>
              <a:custGeom>
                <a:rect b="b" l="l" r="r" t="t"/>
                <a:pathLst>
                  <a:path extrusionOk="0" h="762" w="251">
                    <a:moveTo>
                      <a:pt x="0" y="0"/>
                    </a:moveTo>
                    <a:lnTo>
                      <a:pt x="251" y="0"/>
                    </a:lnTo>
                    <a:lnTo>
                      <a:pt x="251" y="762"/>
                    </a:lnTo>
                    <a:lnTo>
                      <a:pt x="0" y="76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 name="Google Shape;178;p42"/>
              <p:cNvSpPr/>
              <p:nvPr/>
            </p:nvSpPr>
            <p:spPr>
              <a:xfrm>
                <a:off x="2532563" y="1183569"/>
                <a:ext cx="92205" cy="160616"/>
              </a:xfrm>
              <a:custGeom>
                <a:rect b="b" l="l" r="r" t="t"/>
                <a:pathLst>
                  <a:path extrusionOk="0" h="1274" w="250">
                    <a:moveTo>
                      <a:pt x="0" y="0"/>
                    </a:moveTo>
                    <a:lnTo>
                      <a:pt x="250" y="0"/>
                    </a:lnTo>
                    <a:lnTo>
                      <a:pt x="250" y="1274"/>
                    </a:lnTo>
                    <a:lnTo>
                      <a:pt x="0" y="127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 name="Google Shape;179;p42"/>
              <p:cNvSpPr/>
              <p:nvPr/>
            </p:nvSpPr>
            <p:spPr>
              <a:xfrm>
                <a:off x="3144804" y="1283040"/>
                <a:ext cx="92205"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 name="Google Shape;180;p42"/>
              <p:cNvSpPr/>
              <p:nvPr/>
            </p:nvSpPr>
            <p:spPr>
              <a:xfrm>
                <a:off x="3603617" y="1283040"/>
                <a:ext cx="92574" cy="61145"/>
              </a:xfrm>
              <a:custGeom>
                <a:rect b="b" l="l" r="r" t="t"/>
                <a:pathLst>
                  <a:path extrusionOk="0" h="485" w="251">
                    <a:moveTo>
                      <a:pt x="0" y="0"/>
                    </a:moveTo>
                    <a:lnTo>
                      <a:pt x="251" y="0"/>
                    </a:lnTo>
                    <a:lnTo>
                      <a:pt x="251"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 name="Google Shape;181;p42"/>
              <p:cNvSpPr/>
              <p:nvPr/>
            </p:nvSpPr>
            <p:spPr>
              <a:xfrm>
                <a:off x="4215858" y="1283040"/>
                <a:ext cx="92205"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 name="Google Shape;182;p42"/>
              <p:cNvSpPr/>
              <p:nvPr/>
            </p:nvSpPr>
            <p:spPr>
              <a:xfrm>
                <a:off x="4980422" y="1114481"/>
                <a:ext cx="92205" cy="229704"/>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 name="Google Shape;183;p42"/>
              <p:cNvSpPr/>
              <p:nvPr/>
            </p:nvSpPr>
            <p:spPr>
              <a:xfrm>
                <a:off x="4674301" y="1306111"/>
                <a:ext cx="92205"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 name="Google Shape;184;p42"/>
              <p:cNvSpPr/>
              <p:nvPr/>
            </p:nvSpPr>
            <p:spPr>
              <a:xfrm>
                <a:off x="5592294" y="1306111"/>
                <a:ext cx="92574" cy="38074"/>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 name="Google Shape;185;p42"/>
              <p:cNvSpPr/>
              <p:nvPr/>
            </p:nvSpPr>
            <p:spPr>
              <a:xfrm>
                <a:off x="6051475" y="1306111"/>
                <a:ext cx="92205"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 name="Google Shape;186;p42"/>
              <p:cNvSpPr/>
              <p:nvPr/>
            </p:nvSpPr>
            <p:spPr>
              <a:xfrm>
                <a:off x="2838684" y="1313676"/>
                <a:ext cx="92205" cy="30510"/>
              </a:xfrm>
              <a:custGeom>
                <a:rect b="b" l="l" r="r" t="t"/>
                <a:pathLst>
                  <a:path extrusionOk="0" h="242" w="250">
                    <a:moveTo>
                      <a:pt x="0" y="0"/>
                    </a:moveTo>
                    <a:lnTo>
                      <a:pt x="250" y="0"/>
                    </a:lnTo>
                    <a:lnTo>
                      <a:pt x="250" y="242"/>
                    </a:lnTo>
                    <a:lnTo>
                      <a:pt x="0" y="242"/>
                    </a:lnTo>
                    <a:lnTo>
                      <a:pt x="0" y="0"/>
                    </a:lnTo>
                    <a:close/>
                  </a:path>
                </a:pathLst>
              </a:custGeom>
              <a:solidFill>
                <a:schemeClr val="accent1"/>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 name="Google Shape;187;p42"/>
              <p:cNvSpPr/>
              <p:nvPr/>
            </p:nvSpPr>
            <p:spPr>
              <a:xfrm>
                <a:off x="2226811" y="1105404"/>
                <a:ext cx="92205" cy="238781"/>
              </a:xfrm>
              <a:custGeom>
                <a:rect b="b" l="l" r="r" t="t"/>
                <a:pathLst>
                  <a:path extrusionOk="0" h="1894" w="250">
                    <a:moveTo>
                      <a:pt x="0" y="0"/>
                    </a:moveTo>
                    <a:lnTo>
                      <a:pt x="250" y="0"/>
                    </a:lnTo>
                    <a:lnTo>
                      <a:pt x="250" y="1894"/>
                    </a:lnTo>
                    <a:lnTo>
                      <a:pt x="0" y="189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88" name="Google Shape;188;p42"/>
            <p:cNvGrpSpPr/>
            <p:nvPr/>
          </p:nvGrpSpPr>
          <p:grpSpPr>
            <a:xfrm>
              <a:off x="5301739" y="4150779"/>
              <a:ext cx="3132883" cy="453232"/>
              <a:chOff x="5301739" y="4150779"/>
              <a:chExt cx="3132883" cy="453232"/>
            </a:xfrm>
          </p:grpSpPr>
          <p:sp>
            <p:nvSpPr>
              <p:cNvPr id="189" name="Google Shape;189;p42"/>
              <p:cNvSpPr/>
              <p:nvPr/>
            </p:nvSpPr>
            <p:spPr>
              <a:xfrm>
                <a:off x="6517641" y="4414901"/>
                <a:ext cx="92574" cy="189109"/>
              </a:xfrm>
              <a:custGeom>
                <a:rect b="b" l="l" r="r" t="t"/>
                <a:pathLst>
                  <a:path extrusionOk="0" h="1500" w="251">
                    <a:moveTo>
                      <a:pt x="0" y="0"/>
                    </a:moveTo>
                    <a:lnTo>
                      <a:pt x="251" y="0"/>
                    </a:lnTo>
                    <a:lnTo>
                      <a:pt x="251" y="1500"/>
                    </a:lnTo>
                    <a:lnTo>
                      <a:pt x="0" y="150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 name="Google Shape;190;p42"/>
              <p:cNvSpPr/>
              <p:nvPr/>
            </p:nvSpPr>
            <p:spPr>
              <a:xfrm>
                <a:off x="6974204" y="4266010"/>
                <a:ext cx="92205" cy="338000"/>
              </a:xfrm>
              <a:custGeom>
                <a:rect b="b" l="l" r="r" t="t"/>
                <a:pathLst>
                  <a:path extrusionOk="0" h="2681" w="250">
                    <a:moveTo>
                      <a:pt x="0" y="0"/>
                    </a:moveTo>
                    <a:lnTo>
                      <a:pt x="250" y="0"/>
                    </a:lnTo>
                    <a:lnTo>
                      <a:pt x="250" y="2681"/>
                    </a:lnTo>
                    <a:lnTo>
                      <a:pt x="0" y="268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 name="Google Shape;191;p42"/>
              <p:cNvSpPr/>
              <p:nvPr/>
            </p:nvSpPr>
            <p:spPr>
              <a:xfrm>
                <a:off x="7582340" y="4150779"/>
                <a:ext cx="92574" cy="453231"/>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 name="Google Shape;192;p42"/>
              <p:cNvSpPr/>
              <p:nvPr/>
            </p:nvSpPr>
            <p:spPr>
              <a:xfrm>
                <a:off x="7886592" y="4339888"/>
                <a:ext cx="92205" cy="264122"/>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 name="Google Shape;193;p42"/>
              <p:cNvSpPr/>
              <p:nvPr/>
            </p:nvSpPr>
            <p:spPr>
              <a:xfrm>
                <a:off x="6365700" y="4456631"/>
                <a:ext cx="92205"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 name="Google Shape;194;p42"/>
              <p:cNvSpPr/>
              <p:nvPr/>
            </p:nvSpPr>
            <p:spPr>
              <a:xfrm>
                <a:off x="6822262" y="4456757"/>
                <a:ext cx="92205"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 name="Google Shape;195;p42"/>
              <p:cNvSpPr/>
              <p:nvPr/>
            </p:nvSpPr>
            <p:spPr>
              <a:xfrm>
                <a:off x="7430029" y="4326398"/>
                <a:ext cx="92574" cy="277612"/>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 name="Google Shape;196;p42"/>
              <p:cNvSpPr/>
              <p:nvPr/>
            </p:nvSpPr>
            <p:spPr>
              <a:xfrm>
                <a:off x="8190475" y="4482476"/>
                <a:ext cx="92205" cy="121534"/>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 name="Google Shape;197;p42"/>
              <p:cNvSpPr/>
              <p:nvPr/>
            </p:nvSpPr>
            <p:spPr>
              <a:xfrm>
                <a:off x="8342417" y="4428517"/>
                <a:ext cx="92205" cy="175493"/>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 name="Google Shape;198;p42"/>
              <p:cNvSpPr/>
              <p:nvPr/>
            </p:nvSpPr>
            <p:spPr>
              <a:xfrm>
                <a:off x="7126146" y="4456631"/>
                <a:ext cx="92205"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 name="Google Shape;199;p42"/>
              <p:cNvSpPr/>
              <p:nvPr/>
            </p:nvSpPr>
            <p:spPr>
              <a:xfrm>
                <a:off x="6061816" y="4456757"/>
                <a:ext cx="92205"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 name="Google Shape;200;p42"/>
              <p:cNvSpPr/>
              <p:nvPr/>
            </p:nvSpPr>
            <p:spPr>
              <a:xfrm>
                <a:off x="5757933" y="4507817"/>
                <a:ext cx="92205" cy="96193"/>
              </a:xfrm>
              <a:custGeom>
                <a:rect b="b" l="l" r="r" t="t"/>
                <a:pathLst>
                  <a:path extrusionOk="0" h="763" w="250">
                    <a:moveTo>
                      <a:pt x="0" y="0"/>
                    </a:moveTo>
                    <a:lnTo>
                      <a:pt x="250" y="0"/>
                    </a:lnTo>
                    <a:lnTo>
                      <a:pt x="250" y="763"/>
                    </a:lnTo>
                    <a:lnTo>
                      <a:pt x="0" y="76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 name="Google Shape;201;p42"/>
              <p:cNvSpPr/>
              <p:nvPr/>
            </p:nvSpPr>
            <p:spPr>
              <a:xfrm>
                <a:off x="5453681" y="4507943"/>
                <a:ext cx="92574" cy="96067"/>
              </a:xfrm>
              <a:custGeom>
                <a:rect b="b" l="l" r="r" t="t"/>
                <a:pathLst>
                  <a:path extrusionOk="0" h="762" w="251">
                    <a:moveTo>
                      <a:pt x="0" y="0"/>
                    </a:moveTo>
                    <a:lnTo>
                      <a:pt x="251" y="0"/>
                    </a:lnTo>
                    <a:lnTo>
                      <a:pt x="251" y="762"/>
                    </a:lnTo>
                    <a:lnTo>
                      <a:pt x="0" y="76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 name="Google Shape;202;p42"/>
              <p:cNvSpPr/>
              <p:nvPr/>
            </p:nvSpPr>
            <p:spPr>
              <a:xfrm>
                <a:off x="5605991" y="4443394"/>
                <a:ext cx="92205" cy="160616"/>
              </a:xfrm>
              <a:custGeom>
                <a:rect b="b" l="l" r="r" t="t"/>
                <a:pathLst>
                  <a:path extrusionOk="0" h="1274" w="250">
                    <a:moveTo>
                      <a:pt x="0" y="0"/>
                    </a:moveTo>
                    <a:lnTo>
                      <a:pt x="250" y="0"/>
                    </a:lnTo>
                    <a:lnTo>
                      <a:pt x="250" y="1274"/>
                    </a:lnTo>
                    <a:lnTo>
                      <a:pt x="0" y="127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 name="Google Shape;203;p42"/>
              <p:cNvSpPr/>
              <p:nvPr/>
            </p:nvSpPr>
            <p:spPr>
              <a:xfrm>
                <a:off x="6213758" y="4542865"/>
                <a:ext cx="92205"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 name="Google Shape;204;p42"/>
              <p:cNvSpPr/>
              <p:nvPr/>
            </p:nvSpPr>
            <p:spPr>
              <a:xfrm>
                <a:off x="6669952" y="4542865"/>
                <a:ext cx="92574" cy="61145"/>
              </a:xfrm>
              <a:custGeom>
                <a:rect b="b" l="l" r="r" t="t"/>
                <a:pathLst>
                  <a:path extrusionOk="0" h="485" w="251">
                    <a:moveTo>
                      <a:pt x="0" y="0"/>
                    </a:moveTo>
                    <a:lnTo>
                      <a:pt x="251" y="0"/>
                    </a:lnTo>
                    <a:lnTo>
                      <a:pt x="251"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 name="Google Shape;205;p42"/>
              <p:cNvSpPr/>
              <p:nvPr/>
            </p:nvSpPr>
            <p:spPr>
              <a:xfrm>
                <a:off x="7278088" y="4542865"/>
                <a:ext cx="92205"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 name="Google Shape;206;p42"/>
              <p:cNvSpPr/>
              <p:nvPr/>
            </p:nvSpPr>
            <p:spPr>
              <a:xfrm>
                <a:off x="8038534" y="4374306"/>
                <a:ext cx="92205" cy="229704"/>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 name="Google Shape;207;p42"/>
              <p:cNvSpPr/>
              <p:nvPr/>
            </p:nvSpPr>
            <p:spPr>
              <a:xfrm>
                <a:off x="7734650" y="4565936"/>
                <a:ext cx="92205"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8" name="Google Shape;208;p42"/>
              <p:cNvSpPr/>
              <p:nvPr/>
            </p:nvSpPr>
            <p:spPr>
              <a:xfrm>
                <a:off x="5909875" y="4573501"/>
                <a:ext cx="92205" cy="30510"/>
              </a:xfrm>
              <a:custGeom>
                <a:rect b="b" l="l" r="r" t="t"/>
                <a:pathLst>
                  <a:path extrusionOk="0" h="242" w="250">
                    <a:moveTo>
                      <a:pt x="0" y="0"/>
                    </a:moveTo>
                    <a:lnTo>
                      <a:pt x="250" y="0"/>
                    </a:lnTo>
                    <a:lnTo>
                      <a:pt x="250" y="242"/>
                    </a:lnTo>
                    <a:lnTo>
                      <a:pt x="0" y="242"/>
                    </a:lnTo>
                    <a:lnTo>
                      <a:pt x="0" y="0"/>
                    </a:lnTo>
                    <a:close/>
                  </a:path>
                </a:pathLst>
              </a:custGeom>
              <a:solidFill>
                <a:schemeClr val="accent1"/>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9" name="Google Shape;209;p42"/>
              <p:cNvSpPr/>
              <p:nvPr/>
            </p:nvSpPr>
            <p:spPr>
              <a:xfrm>
                <a:off x="5301739" y="4365229"/>
                <a:ext cx="92205" cy="238781"/>
              </a:xfrm>
              <a:custGeom>
                <a:rect b="b" l="l" r="r" t="t"/>
                <a:pathLst>
                  <a:path extrusionOk="0" h="1894" w="250">
                    <a:moveTo>
                      <a:pt x="0" y="0"/>
                    </a:moveTo>
                    <a:lnTo>
                      <a:pt x="250" y="0"/>
                    </a:lnTo>
                    <a:lnTo>
                      <a:pt x="250" y="1894"/>
                    </a:lnTo>
                    <a:lnTo>
                      <a:pt x="0" y="189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210" name="Google Shape;210;p42"/>
          <p:cNvSpPr txBox="1"/>
          <p:nvPr>
            <p:ph type="ctrTitle"/>
          </p:nvPr>
        </p:nvSpPr>
        <p:spPr>
          <a:xfrm>
            <a:off x="713225" y="1570400"/>
            <a:ext cx="7717500" cy="1610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7000"/>
            </a:lvl1pPr>
            <a:lvl2pPr lvl="1" algn="l">
              <a:lnSpc>
                <a:spcPct val="100000"/>
              </a:lnSpc>
              <a:spcBef>
                <a:spcPts val="0"/>
              </a:spcBef>
              <a:spcAft>
                <a:spcPts val="0"/>
              </a:spcAft>
              <a:buClr>
                <a:srgbClr val="191919"/>
              </a:buClr>
              <a:buSzPts val="5200"/>
              <a:buNone/>
              <a:defRPr sz="5200">
                <a:solidFill>
                  <a:srgbClr val="191919"/>
                </a:solidFill>
              </a:defRPr>
            </a:lvl2pPr>
            <a:lvl3pPr lvl="2" algn="l">
              <a:lnSpc>
                <a:spcPct val="100000"/>
              </a:lnSpc>
              <a:spcBef>
                <a:spcPts val="0"/>
              </a:spcBef>
              <a:spcAft>
                <a:spcPts val="0"/>
              </a:spcAft>
              <a:buClr>
                <a:srgbClr val="191919"/>
              </a:buClr>
              <a:buSzPts val="5200"/>
              <a:buNone/>
              <a:defRPr sz="5200">
                <a:solidFill>
                  <a:srgbClr val="191919"/>
                </a:solidFill>
              </a:defRPr>
            </a:lvl3pPr>
            <a:lvl4pPr lvl="3" algn="l">
              <a:lnSpc>
                <a:spcPct val="100000"/>
              </a:lnSpc>
              <a:spcBef>
                <a:spcPts val="0"/>
              </a:spcBef>
              <a:spcAft>
                <a:spcPts val="0"/>
              </a:spcAft>
              <a:buClr>
                <a:srgbClr val="191919"/>
              </a:buClr>
              <a:buSzPts val="5200"/>
              <a:buNone/>
              <a:defRPr sz="5200">
                <a:solidFill>
                  <a:srgbClr val="191919"/>
                </a:solidFill>
              </a:defRPr>
            </a:lvl4pPr>
            <a:lvl5pPr lvl="4" algn="l">
              <a:lnSpc>
                <a:spcPct val="100000"/>
              </a:lnSpc>
              <a:spcBef>
                <a:spcPts val="0"/>
              </a:spcBef>
              <a:spcAft>
                <a:spcPts val="0"/>
              </a:spcAft>
              <a:buClr>
                <a:srgbClr val="191919"/>
              </a:buClr>
              <a:buSzPts val="5200"/>
              <a:buNone/>
              <a:defRPr sz="5200">
                <a:solidFill>
                  <a:srgbClr val="191919"/>
                </a:solidFill>
              </a:defRPr>
            </a:lvl5pPr>
            <a:lvl6pPr lvl="5" algn="l">
              <a:lnSpc>
                <a:spcPct val="100000"/>
              </a:lnSpc>
              <a:spcBef>
                <a:spcPts val="0"/>
              </a:spcBef>
              <a:spcAft>
                <a:spcPts val="0"/>
              </a:spcAft>
              <a:buClr>
                <a:srgbClr val="191919"/>
              </a:buClr>
              <a:buSzPts val="5200"/>
              <a:buNone/>
              <a:defRPr sz="5200">
                <a:solidFill>
                  <a:srgbClr val="191919"/>
                </a:solidFill>
              </a:defRPr>
            </a:lvl6pPr>
            <a:lvl7pPr lvl="6" algn="l">
              <a:lnSpc>
                <a:spcPct val="100000"/>
              </a:lnSpc>
              <a:spcBef>
                <a:spcPts val="0"/>
              </a:spcBef>
              <a:spcAft>
                <a:spcPts val="0"/>
              </a:spcAft>
              <a:buClr>
                <a:srgbClr val="191919"/>
              </a:buClr>
              <a:buSzPts val="5200"/>
              <a:buNone/>
              <a:defRPr sz="5200">
                <a:solidFill>
                  <a:srgbClr val="191919"/>
                </a:solidFill>
              </a:defRPr>
            </a:lvl7pPr>
            <a:lvl8pPr lvl="7" algn="l">
              <a:lnSpc>
                <a:spcPct val="100000"/>
              </a:lnSpc>
              <a:spcBef>
                <a:spcPts val="0"/>
              </a:spcBef>
              <a:spcAft>
                <a:spcPts val="0"/>
              </a:spcAft>
              <a:buClr>
                <a:srgbClr val="191919"/>
              </a:buClr>
              <a:buSzPts val="5200"/>
              <a:buNone/>
              <a:defRPr sz="5200">
                <a:solidFill>
                  <a:srgbClr val="191919"/>
                </a:solidFill>
              </a:defRPr>
            </a:lvl8pPr>
            <a:lvl9pPr lvl="8" algn="l">
              <a:lnSpc>
                <a:spcPct val="100000"/>
              </a:lnSpc>
              <a:spcBef>
                <a:spcPts val="0"/>
              </a:spcBef>
              <a:spcAft>
                <a:spcPts val="0"/>
              </a:spcAft>
              <a:buClr>
                <a:srgbClr val="191919"/>
              </a:buClr>
              <a:buSzPts val="5200"/>
              <a:buNone/>
              <a:defRPr sz="5200">
                <a:solidFill>
                  <a:srgbClr val="191919"/>
                </a:solidFill>
              </a:defRPr>
            </a:lvl9pPr>
          </a:lstStyle>
          <a:p/>
        </p:txBody>
      </p:sp>
      <p:sp>
        <p:nvSpPr>
          <p:cNvPr id="211" name="Google Shape;211;p42"/>
          <p:cNvSpPr txBox="1"/>
          <p:nvPr>
            <p:ph idx="1" type="subTitle"/>
          </p:nvPr>
        </p:nvSpPr>
        <p:spPr>
          <a:xfrm>
            <a:off x="713225" y="3180500"/>
            <a:ext cx="77214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None/>
              <a:defRPr sz="1600"/>
            </a:lvl1pPr>
            <a:lvl2pPr lvl="1" algn="l">
              <a:lnSpc>
                <a:spcPct val="100000"/>
              </a:lnSpc>
              <a:spcBef>
                <a:spcPts val="0"/>
              </a:spcBef>
              <a:spcAft>
                <a:spcPts val="0"/>
              </a:spcAft>
              <a:buClr>
                <a:schemeClr val="dk2"/>
              </a:buClr>
              <a:buSzPts val="1800"/>
              <a:buNone/>
              <a:defRPr sz="1800">
                <a:solidFill>
                  <a:schemeClr val="dk2"/>
                </a:solidFill>
              </a:defRPr>
            </a:lvl2pPr>
            <a:lvl3pPr lvl="2" algn="l">
              <a:lnSpc>
                <a:spcPct val="100000"/>
              </a:lnSpc>
              <a:spcBef>
                <a:spcPts val="0"/>
              </a:spcBef>
              <a:spcAft>
                <a:spcPts val="0"/>
              </a:spcAft>
              <a:buClr>
                <a:schemeClr val="dk2"/>
              </a:buClr>
              <a:buSzPts val="1800"/>
              <a:buNone/>
              <a:defRPr sz="1800">
                <a:solidFill>
                  <a:schemeClr val="dk2"/>
                </a:solidFill>
              </a:defRPr>
            </a:lvl3pPr>
            <a:lvl4pPr lvl="3" algn="l">
              <a:lnSpc>
                <a:spcPct val="100000"/>
              </a:lnSpc>
              <a:spcBef>
                <a:spcPts val="0"/>
              </a:spcBef>
              <a:spcAft>
                <a:spcPts val="0"/>
              </a:spcAft>
              <a:buClr>
                <a:schemeClr val="dk2"/>
              </a:buClr>
              <a:buSzPts val="1800"/>
              <a:buNone/>
              <a:defRPr sz="1800">
                <a:solidFill>
                  <a:schemeClr val="dk2"/>
                </a:solidFill>
              </a:defRPr>
            </a:lvl4pPr>
            <a:lvl5pPr lvl="4" algn="l">
              <a:lnSpc>
                <a:spcPct val="100000"/>
              </a:lnSpc>
              <a:spcBef>
                <a:spcPts val="0"/>
              </a:spcBef>
              <a:spcAft>
                <a:spcPts val="0"/>
              </a:spcAft>
              <a:buClr>
                <a:schemeClr val="dk2"/>
              </a:buClr>
              <a:buSzPts val="1800"/>
              <a:buNone/>
              <a:defRPr sz="1800">
                <a:solidFill>
                  <a:schemeClr val="dk2"/>
                </a:solidFill>
              </a:defRPr>
            </a:lvl5pPr>
            <a:lvl6pPr lvl="5" algn="l">
              <a:lnSpc>
                <a:spcPct val="100000"/>
              </a:lnSpc>
              <a:spcBef>
                <a:spcPts val="0"/>
              </a:spcBef>
              <a:spcAft>
                <a:spcPts val="0"/>
              </a:spcAft>
              <a:buClr>
                <a:schemeClr val="dk2"/>
              </a:buClr>
              <a:buSzPts val="1800"/>
              <a:buNone/>
              <a:defRPr sz="1800">
                <a:solidFill>
                  <a:schemeClr val="dk2"/>
                </a:solidFill>
              </a:defRPr>
            </a:lvl6pPr>
            <a:lvl7pPr lvl="6" algn="l">
              <a:lnSpc>
                <a:spcPct val="100000"/>
              </a:lnSpc>
              <a:spcBef>
                <a:spcPts val="0"/>
              </a:spcBef>
              <a:spcAft>
                <a:spcPts val="0"/>
              </a:spcAft>
              <a:buClr>
                <a:schemeClr val="dk2"/>
              </a:buClr>
              <a:buSzPts val="1800"/>
              <a:buNone/>
              <a:defRPr sz="1800">
                <a:solidFill>
                  <a:schemeClr val="dk2"/>
                </a:solidFill>
              </a:defRPr>
            </a:lvl7pPr>
            <a:lvl8pPr lvl="7" algn="l">
              <a:lnSpc>
                <a:spcPct val="100000"/>
              </a:lnSpc>
              <a:spcBef>
                <a:spcPts val="0"/>
              </a:spcBef>
              <a:spcAft>
                <a:spcPts val="0"/>
              </a:spcAft>
              <a:buClr>
                <a:schemeClr val="dk2"/>
              </a:buClr>
              <a:buSzPts val="1800"/>
              <a:buNone/>
              <a:defRPr sz="1800">
                <a:solidFill>
                  <a:schemeClr val="dk2"/>
                </a:solidFill>
              </a:defRPr>
            </a:lvl8pPr>
            <a:lvl9pPr lvl="8" algn="l">
              <a:lnSpc>
                <a:spcPct val="100000"/>
              </a:lnSpc>
              <a:spcBef>
                <a:spcPts val="0"/>
              </a:spcBef>
              <a:spcAft>
                <a:spcPts val="0"/>
              </a:spcAft>
              <a:buClr>
                <a:schemeClr val="dk2"/>
              </a:buClr>
              <a:buSzPts val="1800"/>
              <a:buNone/>
              <a:defRPr sz="1800">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2" name="Shape 212"/>
        <p:cNvGrpSpPr/>
        <p:nvPr/>
      </p:nvGrpSpPr>
      <p:grpSpPr>
        <a:xfrm>
          <a:off x="0" y="0"/>
          <a:ext cx="0" cy="0"/>
          <a:chOff x="0" y="0"/>
          <a:chExt cx="0" cy="0"/>
        </a:xfrm>
      </p:grpSpPr>
      <p:grpSp>
        <p:nvGrpSpPr>
          <p:cNvPr id="213" name="Google Shape;213;p43"/>
          <p:cNvGrpSpPr/>
          <p:nvPr/>
        </p:nvGrpSpPr>
        <p:grpSpPr>
          <a:xfrm>
            <a:off x="0" y="0"/>
            <a:ext cx="9143995" cy="5143491"/>
            <a:chOff x="0" y="0"/>
            <a:chExt cx="9143995" cy="5143491"/>
          </a:xfrm>
        </p:grpSpPr>
        <p:sp>
          <p:nvSpPr>
            <p:cNvPr id="214" name="Google Shape;214;p43"/>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5" name="Google Shape;215;p43"/>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 name="Google Shape;216;p43"/>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 name="Google Shape;217;p43"/>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 name="Google Shape;218;p43"/>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 name="Google Shape;219;p43"/>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 name="Google Shape;220;p43"/>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 name="Google Shape;221;p43"/>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 name="Google Shape;222;p43"/>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 name="Google Shape;223;p43"/>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4" name="Google Shape;224;p43"/>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 name="Google Shape;225;p43"/>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 name="Google Shape;226;p43"/>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 name="Google Shape;227;p43"/>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 name="Google Shape;228;p43"/>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 name="Google Shape;229;p43"/>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 name="Google Shape;230;p43"/>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 name="Google Shape;231;p43"/>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 name="Google Shape;232;p43"/>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 name="Google Shape;233;p43"/>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4" name="Google Shape;234;p43"/>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5" name="Google Shape;235;p43"/>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6" name="Google Shape;236;p43"/>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7" name="Google Shape;237;p43"/>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8" name="Google Shape;238;p43"/>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9" name="Google Shape;239;p43"/>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0" name="Google Shape;240;p43"/>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1" name="Google Shape;241;p43"/>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2" name="Google Shape;242;p43"/>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3" name="Google Shape;243;p43"/>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4" name="Google Shape;244;p43"/>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5" name="Google Shape;245;p43"/>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6" name="Google Shape;246;p43"/>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 name="Google Shape;247;p43"/>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 name="Google Shape;248;p43"/>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 name="Google Shape;249;p43"/>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 name="Google Shape;250;p43"/>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 name="Google Shape;251;p43"/>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 name="Google Shape;252;p43"/>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 name="Google Shape;253;p43"/>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 name="Google Shape;254;p43"/>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 name="Google Shape;255;p43"/>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6" name="Google Shape;256;p43"/>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7" name="Google Shape;257;p43"/>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8" name="Google Shape;258;p43"/>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9" name="Google Shape;259;p43"/>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0" name="Google Shape;260;p43"/>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1" name="Google Shape;261;p43"/>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2" name="Google Shape;262;p43"/>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3" name="Google Shape;263;p43"/>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4" name="Google Shape;264;p43"/>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5" name="Google Shape;265;p43"/>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6" name="Google Shape;266;p43"/>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7" name="Google Shape;267;p43"/>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8" name="Google Shape;268;p43"/>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9" name="Google Shape;269;p43"/>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0" name="Google Shape;270;p43"/>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1" name="Google Shape;271;p43"/>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2" name="Google Shape;272;p43"/>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3" name="Google Shape;273;p43"/>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4" name="Google Shape;274;p43"/>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5" name="Google Shape;275;p43"/>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6" name="Google Shape;276;p43"/>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7" name="Google Shape;277;p43"/>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8" name="Google Shape;278;p43"/>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9" name="Google Shape;279;p43"/>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0" name="Google Shape;280;p43"/>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1" name="Google Shape;281;p43"/>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2" name="Google Shape;282;p43"/>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3" name="Google Shape;283;p43"/>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4" name="Google Shape;284;p43"/>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5" name="Google Shape;285;p43"/>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6" name="Google Shape;286;p43"/>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7" name="Google Shape;287;p43"/>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8" name="Google Shape;288;p43"/>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9" name="Google Shape;289;p43"/>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0" name="Google Shape;290;p43"/>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1" name="Google Shape;291;p43"/>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2" name="Google Shape;292;p43"/>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3" name="Google Shape;293;p43"/>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4" name="Google Shape;294;p43"/>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5" name="Google Shape;295;p43"/>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6" name="Google Shape;296;p43"/>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7" name="Google Shape;297;p43"/>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8" name="Google Shape;298;p43"/>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99" name="Google Shape;299;p43"/>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00" name="Google Shape;300;p43"/>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01" name="Google Shape;301;p43"/>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02" name="Google Shape;302;p43"/>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03" name="Google Shape;303;p43"/>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04" name="Google Shape;304;p43"/>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05" name="Google Shape;305;p43"/>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grpSp>
        <p:nvGrpSpPr>
          <p:cNvPr id="306" name="Google Shape;306;p43"/>
          <p:cNvGrpSpPr/>
          <p:nvPr/>
        </p:nvGrpSpPr>
        <p:grpSpPr>
          <a:xfrm>
            <a:off x="229136" y="121993"/>
            <a:ext cx="398326" cy="493698"/>
            <a:chOff x="5433840" y="2050560"/>
            <a:chExt cx="388800" cy="1409760"/>
          </a:xfrm>
        </p:grpSpPr>
        <p:sp>
          <p:nvSpPr>
            <p:cNvPr id="307" name="Google Shape;307;p43"/>
            <p:cNvSpPr/>
            <p:nvPr/>
          </p:nvSpPr>
          <p:spPr>
            <a:xfrm>
              <a:off x="5433840" y="2706120"/>
              <a:ext cx="90000" cy="754200"/>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p43"/>
            <p:cNvSpPr/>
            <p:nvPr/>
          </p:nvSpPr>
          <p:spPr>
            <a:xfrm>
              <a:off x="5732640" y="2050560"/>
              <a:ext cx="90000" cy="347040"/>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 name="Google Shape;309;p43"/>
            <p:cNvSpPr/>
            <p:nvPr/>
          </p:nvSpPr>
          <p:spPr>
            <a:xfrm>
              <a:off x="5583240" y="2050560"/>
              <a:ext cx="90000" cy="655920"/>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10" name="Google Shape;310;p43"/>
          <p:cNvGrpSpPr/>
          <p:nvPr/>
        </p:nvGrpSpPr>
        <p:grpSpPr>
          <a:xfrm>
            <a:off x="8549592" y="4632154"/>
            <a:ext cx="398326" cy="422215"/>
            <a:chOff x="5882040" y="1693080"/>
            <a:chExt cx="388800" cy="1205640"/>
          </a:xfrm>
        </p:grpSpPr>
        <p:sp>
          <p:nvSpPr>
            <p:cNvPr id="311" name="Google Shape;311;p43"/>
            <p:cNvSpPr/>
            <p:nvPr/>
          </p:nvSpPr>
          <p:spPr>
            <a:xfrm>
              <a:off x="6031440" y="1801800"/>
              <a:ext cx="90000" cy="1096920"/>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2" name="Google Shape;312;p43"/>
            <p:cNvSpPr/>
            <p:nvPr/>
          </p:nvSpPr>
          <p:spPr>
            <a:xfrm>
              <a:off x="5882040" y="2397600"/>
              <a:ext cx="90000" cy="501120"/>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3" name="Google Shape;313;p43"/>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14" name="Google Shape;314;p4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5" name="Google Shape;315;p43"/>
          <p:cNvSpPr txBox="1"/>
          <p:nvPr>
            <p:ph idx="1" type="body"/>
          </p:nvPr>
        </p:nvSpPr>
        <p:spPr>
          <a:xfrm>
            <a:off x="720000" y="1215751"/>
            <a:ext cx="7704000" cy="334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Nunito Light"/>
              <a:buChar char="●"/>
              <a:defRPr sz="1200"/>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
    <p:spTree>
      <p:nvGrpSpPr>
        <p:cNvPr id="316" name="Shape 316"/>
        <p:cNvGrpSpPr/>
        <p:nvPr/>
      </p:nvGrpSpPr>
      <p:grpSpPr>
        <a:xfrm>
          <a:off x="0" y="0"/>
          <a:ext cx="0" cy="0"/>
          <a:chOff x="0" y="0"/>
          <a:chExt cx="0" cy="0"/>
        </a:xfrm>
      </p:grpSpPr>
      <p:grpSp>
        <p:nvGrpSpPr>
          <p:cNvPr id="317" name="Google Shape;317;p44"/>
          <p:cNvGrpSpPr/>
          <p:nvPr/>
        </p:nvGrpSpPr>
        <p:grpSpPr>
          <a:xfrm>
            <a:off x="0" y="0"/>
            <a:ext cx="9143995" cy="5143491"/>
            <a:chOff x="0" y="0"/>
            <a:chExt cx="9143995" cy="5143491"/>
          </a:xfrm>
        </p:grpSpPr>
        <p:sp>
          <p:nvSpPr>
            <p:cNvPr id="318" name="Google Shape;318;p44"/>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19" name="Google Shape;319;p44"/>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0" name="Google Shape;320;p44"/>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1" name="Google Shape;321;p44"/>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2" name="Google Shape;322;p44"/>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3" name="Google Shape;323;p44"/>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4" name="Google Shape;324;p44"/>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5" name="Google Shape;325;p44"/>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6" name="Google Shape;326;p44"/>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7" name="Google Shape;327;p44"/>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8" name="Google Shape;328;p44"/>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29" name="Google Shape;329;p44"/>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0" name="Google Shape;330;p44"/>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1" name="Google Shape;331;p44"/>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2" name="Google Shape;332;p44"/>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3" name="Google Shape;333;p44"/>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4" name="Google Shape;334;p44"/>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5" name="Google Shape;335;p44"/>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6" name="Google Shape;336;p44"/>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7" name="Google Shape;337;p44"/>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8" name="Google Shape;338;p44"/>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9" name="Google Shape;339;p44"/>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0" name="Google Shape;340;p44"/>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1" name="Google Shape;341;p44"/>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2" name="Google Shape;342;p44"/>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3" name="Google Shape;343;p44"/>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4" name="Google Shape;344;p44"/>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5" name="Google Shape;345;p44"/>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6" name="Google Shape;346;p44"/>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7" name="Google Shape;347;p44"/>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8" name="Google Shape;348;p44"/>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9" name="Google Shape;349;p44"/>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0" name="Google Shape;350;p44"/>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1" name="Google Shape;351;p44"/>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2" name="Google Shape;352;p44"/>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3" name="Google Shape;353;p44"/>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4" name="Google Shape;354;p44"/>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5" name="Google Shape;355;p44"/>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6" name="Google Shape;356;p44"/>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7" name="Google Shape;357;p44"/>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8" name="Google Shape;358;p44"/>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9" name="Google Shape;359;p44"/>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0" name="Google Shape;360;p44"/>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1" name="Google Shape;361;p44"/>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2" name="Google Shape;362;p44"/>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3" name="Google Shape;363;p44"/>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4" name="Google Shape;364;p44"/>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5" name="Google Shape;365;p44"/>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6" name="Google Shape;366;p44"/>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7" name="Google Shape;367;p44"/>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8" name="Google Shape;368;p44"/>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9" name="Google Shape;369;p44"/>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0" name="Google Shape;370;p44"/>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1" name="Google Shape;371;p44"/>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2" name="Google Shape;372;p44"/>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3" name="Google Shape;373;p44"/>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4" name="Google Shape;374;p44"/>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5" name="Google Shape;375;p44"/>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6" name="Google Shape;376;p44"/>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7" name="Google Shape;377;p44"/>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8" name="Google Shape;378;p44"/>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9" name="Google Shape;379;p44"/>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0" name="Google Shape;380;p44"/>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1" name="Google Shape;381;p44"/>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2" name="Google Shape;382;p44"/>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3" name="Google Shape;383;p44"/>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4" name="Google Shape;384;p44"/>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5" name="Google Shape;385;p44"/>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6" name="Google Shape;386;p44"/>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7" name="Google Shape;387;p44"/>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8" name="Google Shape;388;p44"/>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9" name="Google Shape;389;p44"/>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0" name="Google Shape;390;p44"/>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1" name="Google Shape;391;p44"/>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2" name="Google Shape;392;p44"/>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3" name="Google Shape;393;p44"/>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4" name="Google Shape;394;p44"/>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5" name="Google Shape;395;p44"/>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6" name="Google Shape;396;p44"/>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7" name="Google Shape;397;p44"/>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8" name="Google Shape;398;p44"/>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9" name="Google Shape;399;p44"/>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0" name="Google Shape;400;p44"/>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1" name="Google Shape;401;p44"/>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2" name="Google Shape;402;p44"/>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3" name="Google Shape;403;p44"/>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4" name="Google Shape;404;p44"/>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5" name="Google Shape;405;p44"/>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6" name="Google Shape;406;p44"/>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7" name="Google Shape;407;p44"/>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8" name="Google Shape;408;p44"/>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9" name="Google Shape;409;p44"/>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410" name="Google Shape;410;p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1" name="Google Shape;411;p44"/>
          <p:cNvSpPr txBox="1"/>
          <p:nvPr>
            <p:ph idx="1" type="subTitle"/>
          </p:nvPr>
        </p:nvSpPr>
        <p:spPr>
          <a:xfrm>
            <a:off x="1497964" y="1827108"/>
            <a:ext cx="3055500" cy="819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2" name="Google Shape;412;p44"/>
          <p:cNvSpPr txBox="1"/>
          <p:nvPr>
            <p:ph idx="2" type="subTitle"/>
          </p:nvPr>
        </p:nvSpPr>
        <p:spPr>
          <a:xfrm>
            <a:off x="1497964" y="3403253"/>
            <a:ext cx="3055500" cy="819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3" name="Google Shape;413;p44"/>
          <p:cNvSpPr txBox="1"/>
          <p:nvPr>
            <p:ph idx="3" type="subTitle"/>
          </p:nvPr>
        </p:nvSpPr>
        <p:spPr>
          <a:xfrm>
            <a:off x="5350614" y="1827110"/>
            <a:ext cx="3055500" cy="819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4" name="Google Shape;414;p44"/>
          <p:cNvSpPr txBox="1"/>
          <p:nvPr>
            <p:ph idx="4" type="subTitle"/>
          </p:nvPr>
        </p:nvSpPr>
        <p:spPr>
          <a:xfrm>
            <a:off x="5350614" y="3403250"/>
            <a:ext cx="3055500" cy="819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5" name="Google Shape;415;p44"/>
          <p:cNvSpPr txBox="1"/>
          <p:nvPr>
            <p:ph idx="5" type="title"/>
          </p:nvPr>
        </p:nvSpPr>
        <p:spPr>
          <a:xfrm>
            <a:off x="737886" y="1587825"/>
            <a:ext cx="724800" cy="7080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2pPr>
            <a:lvl3pPr lvl="2"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3pPr>
            <a:lvl4pPr lvl="3"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4pPr>
            <a:lvl5pPr lvl="4"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5pPr>
            <a:lvl6pPr lvl="5"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6pPr>
            <a:lvl7pPr lvl="6"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7pPr>
            <a:lvl8pPr lvl="7"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8pPr>
            <a:lvl9pPr lvl="8"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9pPr>
          </a:lstStyle>
          <a:p/>
        </p:txBody>
      </p:sp>
      <p:sp>
        <p:nvSpPr>
          <p:cNvPr id="416" name="Google Shape;416;p44"/>
          <p:cNvSpPr txBox="1"/>
          <p:nvPr>
            <p:ph idx="6" type="title"/>
          </p:nvPr>
        </p:nvSpPr>
        <p:spPr>
          <a:xfrm>
            <a:off x="4590537" y="1587825"/>
            <a:ext cx="724800" cy="7080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2pPr>
            <a:lvl3pPr lvl="2"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3pPr>
            <a:lvl4pPr lvl="3"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4pPr>
            <a:lvl5pPr lvl="4"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5pPr>
            <a:lvl6pPr lvl="5"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6pPr>
            <a:lvl7pPr lvl="6"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7pPr>
            <a:lvl8pPr lvl="7"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8pPr>
            <a:lvl9pPr lvl="8"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9pPr>
          </a:lstStyle>
          <a:p/>
        </p:txBody>
      </p:sp>
      <p:sp>
        <p:nvSpPr>
          <p:cNvPr id="417" name="Google Shape;417;p44"/>
          <p:cNvSpPr txBox="1"/>
          <p:nvPr>
            <p:ph idx="7" type="title"/>
          </p:nvPr>
        </p:nvSpPr>
        <p:spPr>
          <a:xfrm>
            <a:off x="737886" y="3167325"/>
            <a:ext cx="724800" cy="7080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2pPr>
            <a:lvl3pPr lvl="2"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3pPr>
            <a:lvl4pPr lvl="3"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4pPr>
            <a:lvl5pPr lvl="4"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5pPr>
            <a:lvl6pPr lvl="5"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6pPr>
            <a:lvl7pPr lvl="6"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7pPr>
            <a:lvl8pPr lvl="7"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8pPr>
            <a:lvl9pPr lvl="8"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9pPr>
          </a:lstStyle>
          <a:p/>
        </p:txBody>
      </p:sp>
      <p:sp>
        <p:nvSpPr>
          <p:cNvPr id="418" name="Google Shape;418;p44"/>
          <p:cNvSpPr txBox="1"/>
          <p:nvPr>
            <p:ph idx="8" type="title"/>
          </p:nvPr>
        </p:nvSpPr>
        <p:spPr>
          <a:xfrm>
            <a:off x="4590536" y="3167325"/>
            <a:ext cx="724800" cy="7080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2pPr>
            <a:lvl3pPr lvl="2"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3pPr>
            <a:lvl4pPr lvl="3"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4pPr>
            <a:lvl5pPr lvl="4"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5pPr>
            <a:lvl6pPr lvl="5"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6pPr>
            <a:lvl7pPr lvl="6"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7pPr>
            <a:lvl8pPr lvl="7"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8pPr>
            <a:lvl9pPr lvl="8" algn="ctr">
              <a:lnSpc>
                <a:spcPct val="100000"/>
              </a:lnSpc>
              <a:spcBef>
                <a:spcPts val="0"/>
              </a:spcBef>
              <a:spcAft>
                <a:spcPts val="0"/>
              </a:spcAft>
              <a:buSzPts val="3000"/>
              <a:buFont typeface="Outfit ExtraBold"/>
              <a:buNone/>
              <a:defRPr b="1" sz="3000">
                <a:latin typeface="Outfit ExtraBold"/>
                <a:ea typeface="Outfit ExtraBold"/>
                <a:cs typeface="Outfit ExtraBold"/>
                <a:sym typeface="Outfit ExtraBold"/>
              </a:defRPr>
            </a:lvl9pPr>
          </a:lstStyle>
          <a:p/>
        </p:txBody>
      </p:sp>
      <p:sp>
        <p:nvSpPr>
          <p:cNvPr id="419" name="Google Shape;419;p44"/>
          <p:cNvSpPr txBox="1"/>
          <p:nvPr>
            <p:ph idx="9" type="subTitle"/>
          </p:nvPr>
        </p:nvSpPr>
        <p:spPr>
          <a:xfrm>
            <a:off x="1497964" y="1511625"/>
            <a:ext cx="3055500" cy="447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sp>
        <p:nvSpPr>
          <p:cNvPr id="420" name="Google Shape;420;p44"/>
          <p:cNvSpPr txBox="1"/>
          <p:nvPr>
            <p:ph idx="13" type="subTitle"/>
          </p:nvPr>
        </p:nvSpPr>
        <p:spPr>
          <a:xfrm>
            <a:off x="1497964" y="3091119"/>
            <a:ext cx="3055500" cy="447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sp>
        <p:nvSpPr>
          <p:cNvPr id="421" name="Google Shape;421;p44"/>
          <p:cNvSpPr txBox="1"/>
          <p:nvPr>
            <p:ph idx="14" type="subTitle"/>
          </p:nvPr>
        </p:nvSpPr>
        <p:spPr>
          <a:xfrm>
            <a:off x="5350614" y="1511625"/>
            <a:ext cx="3055500" cy="447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sp>
        <p:nvSpPr>
          <p:cNvPr id="422" name="Google Shape;422;p44"/>
          <p:cNvSpPr txBox="1"/>
          <p:nvPr>
            <p:ph idx="15" type="subTitle"/>
          </p:nvPr>
        </p:nvSpPr>
        <p:spPr>
          <a:xfrm>
            <a:off x="5350614" y="3091123"/>
            <a:ext cx="3055500" cy="447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grpSp>
        <p:nvGrpSpPr>
          <p:cNvPr id="423" name="Google Shape;423;p44"/>
          <p:cNvGrpSpPr/>
          <p:nvPr/>
        </p:nvGrpSpPr>
        <p:grpSpPr>
          <a:xfrm>
            <a:off x="162681" y="4658602"/>
            <a:ext cx="847202" cy="384141"/>
            <a:chOff x="162681" y="4658602"/>
            <a:chExt cx="847202" cy="384141"/>
          </a:xfrm>
        </p:grpSpPr>
        <p:grpSp>
          <p:nvGrpSpPr>
            <p:cNvPr id="424" name="Google Shape;424;p44"/>
            <p:cNvGrpSpPr/>
            <p:nvPr/>
          </p:nvGrpSpPr>
          <p:grpSpPr>
            <a:xfrm>
              <a:off x="611557" y="4658602"/>
              <a:ext cx="398326" cy="384141"/>
              <a:chOff x="5732640" y="1801800"/>
              <a:chExt cx="388800" cy="1096920"/>
            </a:xfrm>
          </p:grpSpPr>
          <p:sp>
            <p:nvSpPr>
              <p:cNvPr id="425" name="Google Shape;425;p44"/>
              <p:cNvSpPr/>
              <p:nvPr/>
            </p:nvSpPr>
            <p:spPr>
              <a:xfrm>
                <a:off x="6031440" y="1801800"/>
                <a:ext cx="90000" cy="1096920"/>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6" name="Google Shape;426;p44"/>
              <p:cNvSpPr/>
              <p:nvPr/>
            </p:nvSpPr>
            <p:spPr>
              <a:xfrm>
                <a:off x="5732640" y="2050560"/>
                <a:ext cx="90000" cy="347040"/>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p44"/>
              <p:cNvSpPr/>
              <p:nvPr/>
            </p:nvSpPr>
            <p:spPr>
              <a:xfrm>
                <a:off x="5882040" y="2397600"/>
                <a:ext cx="90000" cy="501120"/>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28" name="Google Shape;428;p44"/>
            <p:cNvGrpSpPr/>
            <p:nvPr/>
          </p:nvGrpSpPr>
          <p:grpSpPr>
            <a:xfrm>
              <a:off x="162681" y="4658610"/>
              <a:ext cx="398326" cy="275215"/>
              <a:chOff x="4089960" y="2589480"/>
              <a:chExt cx="388800" cy="785880"/>
            </a:xfrm>
          </p:grpSpPr>
          <p:sp>
            <p:nvSpPr>
              <p:cNvPr id="429" name="Google Shape;429;p44"/>
              <p:cNvSpPr/>
              <p:nvPr/>
            </p:nvSpPr>
            <p:spPr>
              <a:xfrm>
                <a:off x="4089960" y="2835360"/>
                <a:ext cx="90360" cy="540000"/>
              </a:xfrm>
              <a:custGeom>
                <a:rect b="b" l="l" r="r" t="t"/>
                <a:pathLst>
                  <a:path extrusionOk="0" h="1500" w="251">
                    <a:moveTo>
                      <a:pt x="0" y="0"/>
                    </a:moveTo>
                    <a:lnTo>
                      <a:pt x="251" y="0"/>
                    </a:lnTo>
                    <a:lnTo>
                      <a:pt x="251" y="1500"/>
                    </a:lnTo>
                    <a:lnTo>
                      <a:pt x="0" y="150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0" name="Google Shape;430;p44"/>
              <p:cNvSpPr/>
              <p:nvPr/>
            </p:nvSpPr>
            <p:spPr>
              <a:xfrm>
                <a:off x="4388760" y="2589480"/>
                <a:ext cx="90000" cy="420480"/>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1" name="Google Shape;431;p44"/>
              <p:cNvSpPr/>
              <p:nvPr/>
            </p:nvSpPr>
            <p:spPr>
              <a:xfrm>
                <a:off x="4239360" y="2835360"/>
                <a:ext cx="90360" cy="174600"/>
              </a:xfrm>
              <a:custGeom>
                <a:rect b="b" l="l" r="r" t="t"/>
                <a:pathLst>
                  <a:path extrusionOk="0" h="485" w="251">
                    <a:moveTo>
                      <a:pt x="0" y="0"/>
                    </a:moveTo>
                    <a:lnTo>
                      <a:pt x="251" y="0"/>
                    </a:lnTo>
                    <a:lnTo>
                      <a:pt x="251"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32" name="Google Shape;432;p44"/>
          <p:cNvGrpSpPr/>
          <p:nvPr/>
        </p:nvGrpSpPr>
        <p:grpSpPr>
          <a:xfrm>
            <a:off x="8102233" y="86275"/>
            <a:ext cx="846137" cy="453229"/>
            <a:chOff x="8102233" y="86275"/>
            <a:chExt cx="846137" cy="453229"/>
          </a:xfrm>
        </p:grpSpPr>
        <p:grpSp>
          <p:nvGrpSpPr>
            <p:cNvPr id="433" name="Google Shape;433;p44"/>
            <p:cNvGrpSpPr/>
            <p:nvPr/>
          </p:nvGrpSpPr>
          <p:grpSpPr>
            <a:xfrm>
              <a:off x="8102233" y="86275"/>
              <a:ext cx="397957" cy="453229"/>
              <a:chOff x="4836960" y="2166120"/>
              <a:chExt cx="388440" cy="1294200"/>
            </a:xfrm>
          </p:grpSpPr>
          <p:sp>
            <p:nvSpPr>
              <p:cNvPr id="434" name="Google Shape;434;p44"/>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5" name="Google Shape;435;p44"/>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6" name="Google Shape;436;p44"/>
              <p:cNvSpPr/>
              <p:nvPr/>
            </p:nvSpPr>
            <p:spPr>
              <a:xfrm>
                <a:off x="4836960" y="2959200"/>
                <a:ext cx="90000" cy="174600"/>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37" name="Google Shape;437;p44"/>
            <p:cNvGrpSpPr/>
            <p:nvPr/>
          </p:nvGrpSpPr>
          <p:grpSpPr>
            <a:xfrm>
              <a:off x="8550044" y="216119"/>
              <a:ext cx="398326" cy="193521"/>
              <a:chOff x="6180480" y="1249200"/>
              <a:chExt cx="388800" cy="552600"/>
            </a:xfrm>
          </p:grpSpPr>
          <p:sp>
            <p:nvSpPr>
              <p:cNvPr id="438" name="Google Shape;438;p44"/>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9" name="Google Shape;439;p44"/>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44"/>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441" name="Shape 441"/>
        <p:cNvGrpSpPr/>
        <p:nvPr/>
      </p:nvGrpSpPr>
      <p:grpSpPr>
        <a:xfrm>
          <a:off x="0" y="0"/>
          <a:ext cx="0" cy="0"/>
          <a:chOff x="0" y="0"/>
          <a:chExt cx="0" cy="0"/>
        </a:xfrm>
      </p:grpSpPr>
      <p:grpSp>
        <p:nvGrpSpPr>
          <p:cNvPr id="442" name="Google Shape;442;p45"/>
          <p:cNvGrpSpPr/>
          <p:nvPr/>
        </p:nvGrpSpPr>
        <p:grpSpPr>
          <a:xfrm>
            <a:off x="0" y="0"/>
            <a:ext cx="9143995" cy="5143491"/>
            <a:chOff x="0" y="0"/>
            <a:chExt cx="9143995" cy="5143491"/>
          </a:xfrm>
        </p:grpSpPr>
        <p:sp>
          <p:nvSpPr>
            <p:cNvPr id="443" name="Google Shape;443;p45"/>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4" name="Google Shape;444;p45"/>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5" name="Google Shape;445;p45"/>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6" name="Google Shape;446;p45"/>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7" name="Google Shape;447;p45"/>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8" name="Google Shape;448;p45"/>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9" name="Google Shape;449;p45"/>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0" name="Google Shape;450;p45"/>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1" name="Google Shape;451;p45"/>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2" name="Google Shape;452;p45"/>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3" name="Google Shape;453;p45"/>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4" name="Google Shape;454;p45"/>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5" name="Google Shape;455;p45"/>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6" name="Google Shape;456;p45"/>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7" name="Google Shape;457;p45"/>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8" name="Google Shape;458;p45"/>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59" name="Google Shape;459;p45"/>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0" name="Google Shape;460;p45"/>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1" name="Google Shape;461;p45"/>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2" name="Google Shape;462;p45"/>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3" name="Google Shape;463;p45"/>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4" name="Google Shape;464;p45"/>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5" name="Google Shape;465;p45"/>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6" name="Google Shape;466;p45"/>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7" name="Google Shape;467;p45"/>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8" name="Google Shape;468;p45"/>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9" name="Google Shape;469;p45"/>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0" name="Google Shape;470;p45"/>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1" name="Google Shape;471;p45"/>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2" name="Google Shape;472;p45"/>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3" name="Google Shape;473;p45"/>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4" name="Google Shape;474;p45"/>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5" name="Google Shape;475;p45"/>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6" name="Google Shape;476;p45"/>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7" name="Google Shape;477;p45"/>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8" name="Google Shape;478;p45"/>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79" name="Google Shape;479;p45"/>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0" name="Google Shape;480;p45"/>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1" name="Google Shape;481;p45"/>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2" name="Google Shape;482;p45"/>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3" name="Google Shape;483;p45"/>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4" name="Google Shape;484;p45"/>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5" name="Google Shape;485;p45"/>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6" name="Google Shape;486;p45"/>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7" name="Google Shape;487;p45"/>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8" name="Google Shape;488;p45"/>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89" name="Google Shape;489;p45"/>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0" name="Google Shape;490;p45"/>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1" name="Google Shape;491;p45"/>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2" name="Google Shape;492;p45"/>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3" name="Google Shape;493;p45"/>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4" name="Google Shape;494;p45"/>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5" name="Google Shape;495;p45"/>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6" name="Google Shape;496;p45"/>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7" name="Google Shape;497;p45"/>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8" name="Google Shape;498;p45"/>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9" name="Google Shape;499;p45"/>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0" name="Google Shape;500;p45"/>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1" name="Google Shape;501;p45"/>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2" name="Google Shape;502;p45"/>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3" name="Google Shape;503;p45"/>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4" name="Google Shape;504;p45"/>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5" name="Google Shape;505;p45"/>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6" name="Google Shape;506;p45"/>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7" name="Google Shape;507;p45"/>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8" name="Google Shape;508;p45"/>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09" name="Google Shape;509;p45"/>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0" name="Google Shape;510;p45"/>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1" name="Google Shape;511;p45"/>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2" name="Google Shape;512;p45"/>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3" name="Google Shape;513;p45"/>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4" name="Google Shape;514;p45"/>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5" name="Google Shape;515;p45"/>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6" name="Google Shape;516;p45"/>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7" name="Google Shape;517;p45"/>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8" name="Google Shape;518;p45"/>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19" name="Google Shape;519;p45"/>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0" name="Google Shape;520;p45"/>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1" name="Google Shape;521;p45"/>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2" name="Google Shape;522;p45"/>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3" name="Google Shape;523;p45"/>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4" name="Google Shape;524;p45"/>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5" name="Google Shape;525;p45"/>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6" name="Google Shape;526;p45"/>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7" name="Google Shape;527;p45"/>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8" name="Google Shape;528;p45"/>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29" name="Google Shape;529;p45"/>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30" name="Google Shape;530;p45"/>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31" name="Google Shape;531;p45"/>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32" name="Google Shape;532;p45"/>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33" name="Google Shape;533;p45"/>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34" name="Google Shape;534;p45"/>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535" name="Google Shape;535;p4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6" name="Google Shape;536;p45"/>
          <p:cNvSpPr txBox="1"/>
          <p:nvPr>
            <p:ph idx="1" type="subTitle"/>
          </p:nvPr>
        </p:nvSpPr>
        <p:spPr>
          <a:xfrm>
            <a:off x="4728100" y="1360275"/>
            <a:ext cx="3699300" cy="2938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7" name="Google Shape;537;p45"/>
          <p:cNvSpPr txBox="1"/>
          <p:nvPr>
            <p:ph idx="2" type="subTitle"/>
          </p:nvPr>
        </p:nvSpPr>
        <p:spPr>
          <a:xfrm>
            <a:off x="716625" y="1360275"/>
            <a:ext cx="3699300" cy="2938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38" name="Google Shape;538;p45"/>
          <p:cNvGrpSpPr/>
          <p:nvPr/>
        </p:nvGrpSpPr>
        <p:grpSpPr>
          <a:xfrm>
            <a:off x="122000" y="4917447"/>
            <a:ext cx="4420450" cy="226056"/>
            <a:chOff x="122000" y="4917447"/>
            <a:chExt cx="4420450" cy="226056"/>
          </a:xfrm>
        </p:grpSpPr>
        <p:sp>
          <p:nvSpPr>
            <p:cNvPr id="539" name="Google Shape;539;p45"/>
            <p:cNvSpPr/>
            <p:nvPr/>
          </p:nvSpPr>
          <p:spPr>
            <a:xfrm>
              <a:off x="12200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0" name="Google Shape;540;p45"/>
            <p:cNvSpPr/>
            <p:nvPr/>
          </p:nvSpPr>
          <p:spPr>
            <a:xfrm>
              <a:off x="420441"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1" name="Google Shape;541;p45"/>
            <p:cNvSpPr/>
            <p:nvPr/>
          </p:nvSpPr>
          <p:spPr>
            <a:xfrm>
              <a:off x="719241"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2" name="Google Shape;542;p45"/>
            <p:cNvSpPr/>
            <p:nvPr/>
          </p:nvSpPr>
          <p:spPr>
            <a:xfrm>
              <a:off x="1018042"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3" name="Google Shape;543;p45"/>
            <p:cNvSpPr/>
            <p:nvPr/>
          </p:nvSpPr>
          <p:spPr>
            <a:xfrm>
              <a:off x="1316483"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4" name="Google Shape;544;p45"/>
            <p:cNvSpPr/>
            <p:nvPr/>
          </p:nvSpPr>
          <p:spPr>
            <a:xfrm>
              <a:off x="1615283"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5" name="Google Shape;545;p45"/>
            <p:cNvSpPr/>
            <p:nvPr/>
          </p:nvSpPr>
          <p:spPr>
            <a:xfrm>
              <a:off x="22125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6" name="Google Shape;546;p45"/>
            <p:cNvSpPr/>
            <p:nvPr/>
          </p:nvSpPr>
          <p:spPr>
            <a:xfrm>
              <a:off x="2809766"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7" name="Google Shape;547;p45"/>
            <p:cNvSpPr/>
            <p:nvPr/>
          </p:nvSpPr>
          <p:spPr>
            <a:xfrm>
              <a:off x="3108567"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8" name="Google Shape;548;p45"/>
            <p:cNvSpPr/>
            <p:nvPr/>
          </p:nvSpPr>
          <p:spPr>
            <a:xfrm>
              <a:off x="3407008"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9" name="Google Shape;549;p45"/>
            <p:cNvSpPr/>
            <p:nvPr/>
          </p:nvSpPr>
          <p:spPr>
            <a:xfrm>
              <a:off x="3705808"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0" name="Google Shape;550;p45"/>
            <p:cNvSpPr/>
            <p:nvPr/>
          </p:nvSpPr>
          <p:spPr>
            <a:xfrm>
              <a:off x="4004609"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1" name="Google Shape;551;p45"/>
            <p:cNvSpPr/>
            <p:nvPr/>
          </p:nvSpPr>
          <p:spPr>
            <a:xfrm>
              <a:off x="4303050" y="4917447"/>
              <a:ext cx="239400" cy="226056"/>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2" name="Google Shape;552;p45"/>
            <p:cNvSpPr/>
            <p:nvPr/>
          </p:nvSpPr>
          <p:spPr>
            <a:xfrm>
              <a:off x="1914084"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3" name="Google Shape;553;p45"/>
            <p:cNvSpPr/>
            <p:nvPr/>
          </p:nvSpPr>
          <p:spPr>
            <a:xfrm>
              <a:off x="2510966"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4" name="Google Shape;554;p45"/>
          <p:cNvGrpSpPr/>
          <p:nvPr/>
        </p:nvGrpSpPr>
        <p:grpSpPr>
          <a:xfrm>
            <a:off x="4601500" y="4884626"/>
            <a:ext cx="4420450" cy="258877"/>
            <a:chOff x="4601500" y="4884626"/>
            <a:chExt cx="4420450" cy="258877"/>
          </a:xfrm>
        </p:grpSpPr>
        <p:sp>
          <p:nvSpPr>
            <p:cNvPr id="555" name="Google Shape;555;p45"/>
            <p:cNvSpPr/>
            <p:nvPr/>
          </p:nvSpPr>
          <p:spPr>
            <a:xfrm flipH="1">
              <a:off x="878255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6" name="Google Shape;556;p45"/>
            <p:cNvSpPr/>
            <p:nvPr/>
          </p:nvSpPr>
          <p:spPr>
            <a:xfrm flipH="1">
              <a:off x="8484109"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7" name="Google Shape;557;p45"/>
            <p:cNvSpPr/>
            <p:nvPr/>
          </p:nvSpPr>
          <p:spPr>
            <a:xfrm flipH="1">
              <a:off x="8185309"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8" name="Google Shape;558;p45"/>
            <p:cNvSpPr/>
            <p:nvPr/>
          </p:nvSpPr>
          <p:spPr>
            <a:xfrm flipH="1">
              <a:off x="7886508"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9" name="Google Shape;559;p45"/>
            <p:cNvSpPr/>
            <p:nvPr/>
          </p:nvSpPr>
          <p:spPr>
            <a:xfrm flipH="1">
              <a:off x="7587707"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0" name="Google Shape;560;p45"/>
            <p:cNvSpPr/>
            <p:nvPr/>
          </p:nvSpPr>
          <p:spPr>
            <a:xfrm flipH="1">
              <a:off x="7289267"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1" name="Google Shape;561;p45"/>
            <p:cNvSpPr/>
            <p:nvPr/>
          </p:nvSpPr>
          <p:spPr>
            <a:xfrm flipH="1">
              <a:off x="66920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2" name="Google Shape;562;p45"/>
            <p:cNvSpPr/>
            <p:nvPr/>
          </p:nvSpPr>
          <p:spPr>
            <a:xfrm flipH="1">
              <a:off x="6094784"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3" name="Google Shape;563;p45"/>
            <p:cNvSpPr/>
            <p:nvPr/>
          </p:nvSpPr>
          <p:spPr>
            <a:xfrm flipH="1">
              <a:off x="5795983"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4" name="Google Shape;564;p45"/>
            <p:cNvSpPr/>
            <p:nvPr/>
          </p:nvSpPr>
          <p:spPr>
            <a:xfrm flipH="1">
              <a:off x="5497542"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5" name="Google Shape;565;p45"/>
            <p:cNvSpPr/>
            <p:nvPr/>
          </p:nvSpPr>
          <p:spPr>
            <a:xfrm flipH="1">
              <a:off x="5198742"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6" name="Google Shape;566;p45"/>
            <p:cNvSpPr/>
            <p:nvPr/>
          </p:nvSpPr>
          <p:spPr>
            <a:xfrm flipH="1">
              <a:off x="4899941"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7" name="Google Shape;567;p45"/>
            <p:cNvSpPr/>
            <p:nvPr/>
          </p:nvSpPr>
          <p:spPr>
            <a:xfrm flipH="1">
              <a:off x="4601500" y="4884626"/>
              <a:ext cx="239400" cy="258876"/>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8" name="Google Shape;568;p45"/>
            <p:cNvSpPr/>
            <p:nvPr/>
          </p:nvSpPr>
          <p:spPr>
            <a:xfrm flipH="1">
              <a:off x="6990466"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9" name="Google Shape;569;p45"/>
            <p:cNvSpPr/>
            <p:nvPr/>
          </p:nvSpPr>
          <p:spPr>
            <a:xfrm flipH="1">
              <a:off x="6393584"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70" name="Google Shape;570;p45"/>
          <p:cNvGrpSpPr/>
          <p:nvPr/>
        </p:nvGrpSpPr>
        <p:grpSpPr>
          <a:xfrm>
            <a:off x="122025" y="5036324"/>
            <a:ext cx="4420450" cy="107173"/>
            <a:chOff x="122000" y="4917447"/>
            <a:chExt cx="4420450" cy="226056"/>
          </a:xfrm>
        </p:grpSpPr>
        <p:sp>
          <p:nvSpPr>
            <p:cNvPr id="571" name="Google Shape;571;p45"/>
            <p:cNvSpPr/>
            <p:nvPr/>
          </p:nvSpPr>
          <p:spPr>
            <a:xfrm>
              <a:off x="12200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 name="Google Shape;572;p45"/>
            <p:cNvSpPr/>
            <p:nvPr/>
          </p:nvSpPr>
          <p:spPr>
            <a:xfrm>
              <a:off x="420441"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3" name="Google Shape;573;p45"/>
            <p:cNvSpPr/>
            <p:nvPr/>
          </p:nvSpPr>
          <p:spPr>
            <a:xfrm>
              <a:off x="719241"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4" name="Google Shape;574;p45"/>
            <p:cNvSpPr/>
            <p:nvPr/>
          </p:nvSpPr>
          <p:spPr>
            <a:xfrm>
              <a:off x="1018042"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5" name="Google Shape;575;p45"/>
            <p:cNvSpPr/>
            <p:nvPr/>
          </p:nvSpPr>
          <p:spPr>
            <a:xfrm>
              <a:off x="1316483"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6" name="Google Shape;576;p45"/>
            <p:cNvSpPr/>
            <p:nvPr/>
          </p:nvSpPr>
          <p:spPr>
            <a:xfrm>
              <a:off x="1615283"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7" name="Google Shape;577;p45"/>
            <p:cNvSpPr/>
            <p:nvPr/>
          </p:nvSpPr>
          <p:spPr>
            <a:xfrm>
              <a:off x="22125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8" name="Google Shape;578;p45"/>
            <p:cNvSpPr/>
            <p:nvPr/>
          </p:nvSpPr>
          <p:spPr>
            <a:xfrm>
              <a:off x="2809766"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9" name="Google Shape;579;p45"/>
            <p:cNvSpPr/>
            <p:nvPr/>
          </p:nvSpPr>
          <p:spPr>
            <a:xfrm>
              <a:off x="3108567"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0" name="Google Shape;580;p45"/>
            <p:cNvSpPr/>
            <p:nvPr/>
          </p:nvSpPr>
          <p:spPr>
            <a:xfrm>
              <a:off x="3407008"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1" name="Google Shape;581;p45"/>
            <p:cNvSpPr/>
            <p:nvPr/>
          </p:nvSpPr>
          <p:spPr>
            <a:xfrm>
              <a:off x="3705808"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 name="Google Shape;582;p45"/>
            <p:cNvSpPr/>
            <p:nvPr/>
          </p:nvSpPr>
          <p:spPr>
            <a:xfrm>
              <a:off x="4004609"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3" name="Google Shape;583;p45"/>
            <p:cNvSpPr/>
            <p:nvPr/>
          </p:nvSpPr>
          <p:spPr>
            <a:xfrm>
              <a:off x="4303050" y="4917447"/>
              <a:ext cx="239400" cy="226056"/>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4" name="Google Shape;584;p45"/>
            <p:cNvSpPr/>
            <p:nvPr/>
          </p:nvSpPr>
          <p:spPr>
            <a:xfrm>
              <a:off x="1914084"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 name="Google Shape;585;p45"/>
            <p:cNvSpPr/>
            <p:nvPr/>
          </p:nvSpPr>
          <p:spPr>
            <a:xfrm>
              <a:off x="2510966"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6" name="Google Shape;586;p45"/>
          <p:cNvGrpSpPr/>
          <p:nvPr/>
        </p:nvGrpSpPr>
        <p:grpSpPr>
          <a:xfrm>
            <a:off x="4601525" y="5020763"/>
            <a:ext cx="4420450" cy="122734"/>
            <a:chOff x="4601500" y="4884626"/>
            <a:chExt cx="4420450" cy="258877"/>
          </a:xfrm>
        </p:grpSpPr>
        <p:sp>
          <p:nvSpPr>
            <p:cNvPr id="587" name="Google Shape;587;p45"/>
            <p:cNvSpPr/>
            <p:nvPr/>
          </p:nvSpPr>
          <p:spPr>
            <a:xfrm flipH="1">
              <a:off x="878255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45"/>
            <p:cNvSpPr/>
            <p:nvPr/>
          </p:nvSpPr>
          <p:spPr>
            <a:xfrm flipH="1">
              <a:off x="8484109"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9" name="Google Shape;589;p45"/>
            <p:cNvSpPr/>
            <p:nvPr/>
          </p:nvSpPr>
          <p:spPr>
            <a:xfrm flipH="1">
              <a:off x="8185309"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0" name="Google Shape;590;p45"/>
            <p:cNvSpPr/>
            <p:nvPr/>
          </p:nvSpPr>
          <p:spPr>
            <a:xfrm flipH="1">
              <a:off x="7886508"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p45"/>
            <p:cNvSpPr/>
            <p:nvPr/>
          </p:nvSpPr>
          <p:spPr>
            <a:xfrm flipH="1">
              <a:off x="7587707"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45"/>
            <p:cNvSpPr/>
            <p:nvPr/>
          </p:nvSpPr>
          <p:spPr>
            <a:xfrm flipH="1">
              <a:off x="7289267"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45"/>
            <p:cNvSpPr/>
            <p:nvPr/>
          </p:nvSpPr>
          <p:spPr>
            <a:xfrm flipH="1">
              <a:off x="66920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45"/>
            <p:cNvSpPr/>
            <p:nvPr/>
          </p:nvSpPr>
          <p:spPr>
            <a:xfrm flipH="1">
              <a:off x="6094784"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 name="Google Shape;595;p45"/>
            <p:cNvSpPr/>
            <p:nvPr/>
          </p:nvSpPr>
          <p:spPr>
            <a:xfrm flipH="1">
              <a:off x="5795983"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6" name="Google Shape;596;p45"/>
            <p:cNvSpPr/>
            <p:nvPr/>
          </p:nvSpPr>
          <p:spPr>
            <a:xfrm flipH="1">
              <a:off x="5497542"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7" name="Google Shape;597;p45"/>
            <p:cNvSpPr/>
            <p:nvPr/>
          </p:nvSpPr>
          <p:spPr>
            <a:xfrm flipH="1">
              <a:off x="5198742"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8" name="Google Shape;598;p45"/>
            <p:cNvSpPr/>
            <p:nvPr/>
          </p:nvSpPr>
          <p:spPr>
            <a:xfrm flipH="1">
              <a:off x="4899941"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9" name="Google Shape;599;p45"/>
            <p:cNvSpPr/>
            <p:nvPr/>
          </p:nvSpPr>
          <p:spPr>
            <a:xfrm flipH="1">
              <a:off x="4601500" y="4884626"/>
              <a:ext cx="239400" cy="258876"/>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0" name="Google Shape;600;p45"/>
            <p:cNvSpPr/>
            <p:nvPr/>
          </p:nvSpPr>
          <p:spPr>
            <a:xfrm flipH="1">
              <a:off x="6990466"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1" name="Google Shape;601;p45"/>
            <p:cNvSpPr/>
            <p:nvPr/>
          </p:nvSpPr>
          <p:spPr>
            <a:xfrm flipH="1">
              <a:off x="6393584"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2" name="Shape 602"/>
        <p:cNvGrpSpPr/>
        <p:nvPr/>
      </p:nvGrpSpPr>
      <p:grpSpPr>
        <a:xfrm>
          <a:off x="0" y="0"/>
          <a:ext cx="0" cy="0"/>
          <a:chOff x="0" y="0"/>
          <a:chExt cx="0" cy="0"/>
        </a:xfrm>
      </p:grpSpPr>
      <p:grpSp>
        <p:nvGrpSpPr>
          <p:cNvPr id="603" name="Google Shape;603;p46"/>
          <p:cNvGrpSpPr/>
          <p:nvPr/>
        </p:nvGrpSpPr>
        <p:grpSpPr>
          <a:xfrm>
            <a:off x="0" y="0"/>
            <a:ext cx="9143995" cy="5143491"/>
            <a:chOff x="0" y="0"/>
            <a:chExt cx="9143995" cy="5143491"/>
          </a:xfrm>
        </p:grpSpPr>
        <p:sp>
          <p:nvSpPr>
            <p:cNvPr id="604" name="Google Shape;604;p46"/>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05" name="Google Shape;605;p46"/>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06" name="Google Shape;606;p46"/>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07" name="Google Shape;607;p46"/>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08" name="Google Shape;608;p46"/>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09" name="Google Shape;609;p46"/>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0" name="Google Shape;610;p46"/>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1" name="Google Shape;611;p46"/>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2" name="Google Shape;612;p46"/>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3" name="Google Shape;613;p46"/>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4" name="Google Shape;614;p46"/>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5" name="Google Shape;615;p46"/>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6" name="Google Shape;616;p46"/>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7" name="Google Shape;617;p46"/>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8" name="Google Shape;618;p46"/>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19" name="Google Shape;619;p46"/>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0" name="Google Shape;620;p46"/>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1" name="Google Shape;621;p46"/>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2" name="Google Shape;622;p46"/>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3" name="Google Shape;623;p46"/>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4" name="Google Shape;624;p46"/>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5" name="Google Shape;625;p46"/>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6" name="Google Shape;626;p46"/>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7" name="Google Shape;627;p46"/>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8" name="Google Shape;628;p46"/>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29" name="Google Shape;629;p46"/>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0" name="Google Shape;630;p46"/>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1" name="Google Shape;631;p46"/>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2" name="Google Shape;632;p46"/>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3" name="Google Shape;633;p46"/>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4" name="Google Shape;634;p46"/>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5" name="Google Shape;635;p46"/>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6" name="Google Shape;636;p46"/>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7" name="Google Shape;637;p46"/>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8" name="Google Shape;638;p46"/>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9" name="Google Shape;639;p46"/>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0" name="Google Shape;640;p46"/>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1" name="Google Shape;641;p46"/>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2" name="Google Shape;642;p46"/>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3" name="Google Shape;643;p46"/>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4" name="Google Shape;644;p46"/>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5" name="Google Shape;645;p46"/>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6" name="Google Shape;646;p46"/>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7" name="Google Shape;647;p46"/>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8" name="Google Shape;648;p46"/>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49" name="Google Shape;649;p46"/>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0" name="Google Shape;650;p46"/>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1" name="Google Shape;651;p46"/>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2" name="Google Shape;652;p46"/>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3" name="Google Shape;653;p46"/>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4" name="Google Shape;654;p46"/>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5" name="Google Shape;655;p46"/>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6" name="Google Shape;656;p46"/>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7" name="Google Shape;657;p46"/>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8" name="Google Shape;658;p46"/>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9" name="Google Shape;659;p46"/>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0" name="Google Shape;660;p46"/>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1" name="Google Shape;661;p46"/>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2" name="Google Shape;662;p46"/>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3" name="Google Shape;663;p46"/>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4" name="Google Shape;664;p46"/>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5" name="Google Shape;665;p46"/>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6" name="Google Shape;666;p46"/>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7" name="Google Shape;667;p46"/>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8" name="Google Shape;668;p46"/>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69" name="Google Shape;669;p46"/>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0" name="Google Shape;670;p46"/>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1" name="Google Shape;671;p46"/>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2" name="Google Shape;672;p46"/>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3" name="Google Shape;673;p46"/>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4" name="Google Shape;674;p46"/>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5" name="Google Shape;675;p46"/>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6" name="Google Shape;676;p46"/>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7" name="Google Shape;677;p46"/>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8" name="Google Shape;678;p46"/>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79" name="Google Shape;679;p46"/>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0" name="Google Shape;680;p46"/>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1" name="Google Shape;681;p46"/>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2" name="Google Shape;682;p46"/>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3" name="Google Shape;683;p46"/>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4" name="Google Shape;684;p46"/>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5" name="Google Shape;685;p46"/>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6" name="Google Shape;686;p46"/>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7" name="Google Shape;687;p46"/>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8" name="Google Shape;688;p46"/>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89" name="Google Shape;689;p46"/>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90" name="Google Shape;690;p46"/>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91" name="Google Shape;691;p46"/>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92" name="Google Shape;692;p46"/>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93" name="Google Shape;693;p46"/>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94" name="Google Shape;694;p46"/>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95" name="Google Shape;695;p46"/>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grpSp>
        <p:nvGrpSpPr>
          <p:cNvPr id="696" name="Google Shape;696;p46"/>
          <p:cNvGrpSpPr/>
          <p:nvPr/>
        </p:nvGrpSpPr>
        <p:grpSpPr>
          <a:xfrm flipH="1">
            <a:off x="122025" y="4917447"/>
            <a:ext cx="4420450" cy="226056"/>
            <a:chOff x="122000" y="4917447"/>
            <a:chExt cx="4420450" cy="226056"/>
          </a:xfrm>
        </p:grpSpPr>
        <p:sp>
          <p:nvSpPr>
            <p:cNvPr id="697" name="Google Shape;697;p46"/>
            <p:cNvSpPr/>
            <p:nvPr/>
          </p:nvSpPr>
          <p:spPr>
            <a:xfrm>
              <a:off x="12200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8" name="Google Shape;698;p46"/>
            <p:cNvSpPr/>
            <p:nvPr/>
          </p:nvSpPr>
          <p:spPr>
            <a:xfrm>
              <a:off x="420441"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9" name="Google Shape;699;p46"/>
            <p:cNvSpPr/>
            <p:nvPr/>
          </p:nvSpPr>
          <p:spPr>
            <a:xfrm>
              <a:off x="719241"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0" name="Google Shape;700;p46"/>
            <p:cNvSpPr/>
            <p:nvPr/>
          </p:nvSpPr>
          <p:spPr>
            <a:xfrm>
              <a:off x="1018042"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1" name="Google Shape;701;p46"/>
            <p:cNvSpPr/>
            <p:nvPr/>
          </p:nvSpPr>
          <p:spPr>
            <a:xfrm>
              <a:off x="1316483"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2" name="Google Shape;702;p46"/>
            <p:cNvSpPr/>
            <p:nvPr/>
          </p:nvSpPr>
          <p:spPr>
            <a:xfrm>
              <a:off x="1615283"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3" name="Google Shape;703;p46"/>
            <p:cNvSpPr/>
            <p:nvPr/>
          </p:nvSpPr>
          <p:spPr>
            <a:xfrm>
              <a:off x="22125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4" name="Google Shape;704;p46"/>
            <p:cNvSpPr/>
            <p:nvPr/>
          </p:nvSpPr>
          <p:spPr>
            <a:xfrm>
              <a:off x="2809766"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5" name="Google Shape;705;p46"/>
            <p:cNvSpPr/>
            <p:nvPr/>
          </p:nvSpPr>
          <p:spPr>
            <a:xfrm>
              <a:off x="3108567"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6" name="Google Shape;706;p46"/>
            <p:cNvSpPr/>
            <p:nvPr/>
          </p:nvSpPr>
          <p:spPr>
            <a:xfrm>
              <a:off x="3407008"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7" name="Google Shape;707;p46"/>
            <p:cNvSpPr/>
            <p:nvPr/>
          </p:nvSpPr>
          <p:spPr>
            <a:xfrm>
              <a:off x="3705808"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8" name="Google Shape;708;p46"/>
            <p:cNvSpPr/>
            <p:nvPr/>
          </p:nvSpPr>
          <p:spPr>
            <a:xfrm>
              <a:off x="4004609"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9" name="Google Shape;709;p46"/>
            <p:cNvSpPr/>
            <p:nvPr/>
          </p:nvSpPr>
          <p:spPr>
            <a:xfrm>
              <a:off x="4303050" y="4917447"/>
              <a:ext cx="239400" cy="226056"/>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0" name="Google Shape;710;p46"/>
            <p:cNvSpPr/>
            <p:nvPr/>
          </p:nvSpPr>
          <p:spPr>
            <a:xfrm>
              <a:off x="1914084"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1" name="Google Shape;711;p46"/>
            <p:cNvSpPr/>
            <p:nvPr/>
          </p:nvSpPr>
          <p:spPr>
            <a:xfrm>
              <a:off x="2510966"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12" name="Google Shape;712;p46"/>
          <p:cNvGrpSpPr/>
          <p:nvPr/>
        </p:nvGrpSpPr>
        <p:grpSpPr>
          <a:xfrm flipH="1">
            <a:off x="4601525" y="4884626"/>
            <a:ext cx="4420450" cy="258877"/>
            <a:chOff x="4601500" y="4884626"/>
            <a:chExt cx="4420450" cy="258877"/>
          </a:xfrm>
        </p:grpSpPr>
        <p:sp>
          <p:nvSpPr>
            <p:cNvPr id="713" name="Google Shape;713;p46"/>
            <p:cNvSpPr/>
            <p:nvPr/>
          </p:nvSpPr>
          <p:spPr>
            <a:xfrm flipH="1">
              <a:off x="878255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4" name="Google Shape;714;p46"/>
            <p:cNvSpPr/>
            <p:nvPr/>
          </p:nvSpPr>
          <p:spPr>
            <a:xfrm flipH="1">
              <a:off x="8484109"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5" name="Google Shape;715;p46"/>
            <p:cNvSpPr/>
            <p:nvPr/>
          </p:nvSpPr>
          <p:spPr>
            <a:xfrm flipH="1">
              <a:off x="8185309"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6" name="Google Shape;716;p46"/>
            <p:cNvSpPr/>
            <p:nvPr/>
          </p:nvSpPr>
          <p:spPr>
            <a:xfrm flipH="1">
              <a:off x="7886508"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7" name="Google Shape;717;p46"/>
            <p:cNvSpPr/>
            <p:nvPr/>
          </p:nvSpPr>
          <p:spPr>
            <a:xfrm flipH="1">
              <a:off x="7587707"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8" name="Google Shape;718;p46"/>
            <p:cNvSpPr/>
            <p:nvPr/>
          </p:nvSpPr>
          <p:spPr>
            <a:xfrm flipH="1">
              <a:off x="7289267"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9" name="Google Shape;719;p46"/>
            <p:cNvSpPr/>
            <p:nvPr/>
          </p:nvSpPr>
          <p:spPr>
            <a:xfrm flipH="1">
              <a:off x="66920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0" name="Google Shape;720;p46"/>
            <p:cNvSpPr/>
            <p:nvPr/>
          </p:nvSpPr>
          <p:spPr>
            <a:xfrm flipH="1">
              <a:off x="6094784"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1" name="Google Shape;721;p46"/>
            <p:cNvSpPr/>
            <p:nvPr/>
          </p:nvSpPr>
          <p:spPr>
            <a:xfrm flipH="1">
              <a:off x="5795983"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2" name="Google Shape;722;p46"/>
            <p:cNvSpPr/>
            <p:nvPr/>
          </p:nvSpPr>
          <p:spPr>
            <a:xfrm flipH="1">
              <a:off x="5497542"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3" name="Google Shape;723;p46"/>
            <p:cNvSpPr/>
            <p:nvPr/>
          </p:nvSpPr>
          <p:spPr>
            <a:xfrm flipH="1">
              <a:off x="5198742"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4" name="Google Shape;724;p46"/>
            <p:cNvSpPr/>
            <p:nvPr/>
          </p:nvSpPr>
          <p:spPr>
            <a:xfrm flipH="1">
              <a:off x="4899941"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5" name="Google Shape;725;p46"/>
            <p:cNvSpPr/>
            <p:nvPr/>
          </p:nvSpPr>
          <p:spPr>
            <a:xfrm flipH="1">
              <a:off x="4601500" y="4884626"/>
              <a:ext cx="239400" cy="258876"/>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6" name="Google Shape;726;p46"/>
            <p:cNvSpPr/>
            <p:nvPr/>
          </p:nvSpPr>
          <p:spPr>
            <a:xfrm flipH="1">
              <a:off x="6990466"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7" name="Google Shape;727;p46"/>
            <p:cNvSpPr/>
            <p:nvPr/>
          </p:nvSpPr>
          <p:spPr>
            <a:xfrm flipH="1">
              <a:off x="6393584"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28" name="Google Shape;728;p46"/>
          <p:cNvGrpSpPr/>
          <p:nvPr/>
        </p:nvGrpSpPr>
        <p:grpSpPr>
          <a:xfrm>
            <a:off x="122000" y="4884626"/>
            <a:ext cx="8899950" cy="258877"/>
            <a:chOff x="122000" y="4884626"/>
            <a:chExt cx="8899950" cy="258877"/>
          </a:xfrm>
        </p:grpSpPr>
        <p:grpSp>
          <p:nvGrpSpPr>
            <p:cNvPr id="729" name="Google Shape;729;p46"/>
            <p:cNvGrpSpPr/>
            <p:nvPr/>
          </p:nvGrpSpPr>
          <p:grpSpPr>
            <a:xfrm>
              <a:off x="122000" y="4917447"/>
              <a:ext cx="4420450" cy="226056"/>
              <a:chOff x="122000" y="4917447"/>
              <a:chExt cx="4420450" cy="226056"/>
            </a:xfrm>
          </p:grpSpPr>
          <p:sp>
            <p:nvSpPr>
              <p:cNvPr id="730" name="Google Shape;730;p46"/>
              <p:cNvSpPr/>
              <p:nvPr/>
            </p:nvSpPr>
            <p:spPr>
              <a:xfrm>
                <a:off x="12200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1" name="Google Shape;731;p46"/>
              <p:cNvSpPr/>
              <p:nvPr/>
            </p:nvSpPr>
            <p:spPr>
              <a:xfrm>
                <a:off x="420441"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2" name="Google Shape;732;p46"/>
              <p:cNvSpPr/>
              <p:nvPr/>
            </p:nvSpPr>
            <p:spPr>
              <a:xfrm>
                <a:off x="719241"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3" name="Google Shape;733;p46"/>
              <p:cNvSpPr/>
              <p:nvPr/>
            </p:nvSpPr>
            <p:spPr>
              <a:xfrm>
                <a:off x="1018042"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4" name="Google Shape;734;p46"/>
              <p:cNvSpPr/>
              <p:nvPr/>
            </p:nvSpPr>
            <p:spPr>
              <a:xfrm>
                <a:off x="1316483"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5" name="Google Shape;735;p46"/>
              <p:cNvSpPr/>
              <p:nvPr/>
            </p:nvSpPr>
            <p:spPr>
              <a:xfrm>
                <a:off x="1615283"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6" name="Google Shape;736;p46"/>
              <p:cNvSpPr/>
              <p:nvPr/>
            </p:nvSpPr>
            <p:spPr>
              <a:xfrm>
                <a:off x="22125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7" name="Google Shape;737;p46"/>
              <p:cNvSpPr/>
              <p:nvPr/>
            </p:nvSpPr>
            <p:spPr>
              <a:xfrm>
                <a:off x="2809766"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8" name="Google Shape;738;p46"/>
              <p:cNvSpPr/>
              <p:nvPr/>
            </p:nvSpPr>
            <p:spPr>
              <a:xfrm>
                <a:off x="3108567"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9" name="Google Shape;739;p46"/>
              <p:cNvSpPr/>
              <p:nvPr/>
            </p:nvSpPr>
            <p:spPr>
              <a:xfrm>
                <a:off x="3407008"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0" name="Google Shape;740;p46"/>
              <p:cNvSpPr/>
              <p:nvPr/>
            </p:nvSpPr>
            <p:spPr>
              <a:xfrm>
                <a:off x="3705808"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1" name="Google Shape;741;p46"/>
              <p:cNvSpPr/>
              <p:nvPr/>
            </p:nvSpPr>
            <p:spPr>
              <a:xfrm>
                <a:off x="4004609"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2" name="Google Shape;742;p46"/>
              <p:cNvSpPr/>
              <p:nvPr/>
            </p:nvSpPr>
            <p:spPr>
              <a:xfrm>
                <a:off x="4303050" y="4917447"/>
                <a:ext cx="239400" cy="226056"/>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3" name="Google Shape;743;p46"/>
              <p:cNvSpPr/>
              <p:nvPr/>
            </p:nvSpPr>
            <p:spPr>
              <a:xfrm>
                <a:off x="1914084"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 name="Google Shape;744;p46"/>
              <p:cNvSpPr/>
              <p:nvPr/>
            </p:nvSpPr>
            <p:spPr>
              <a:xfrm>
                <a:off x="2510966"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5" name="Google Shape;745;p46"/>
            <p:cNvGrpSpPr/>
            <p:nvPr/>
          </p:nvGrpSpPr>
          <p:grpSpPr>
            <a:xfrm>
              <a:off x="4601500" y="4884626"/>
              <a:ext cx="4420450" cy="258877"/>
              <a:chOff x="4601500" y="4884626"/>
              <a:chExt cx="4420450" cy="258877"/>
            </a:xfrm>
          </p:grpSpPr>
          <p:sp>
            <p:nvSpPr>
              <p:cNvPr id="746" name="Google Shape;746;p46"/>
              <p:cNvSpPr/>
              <p:nvPr/>
            </p:nvSpPr>
            <p:spPr>
              <a:xfrm flipH="1">
                <a:off x="878255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7" name="Google Shape;747;p46"/>
              <p:cNvSpPr/>
              <p:nvPr/>
            </p:nvSpPr>
            <p:spPr>
              <a:xfrm flipH="1">
                <a:off x="8484109"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8" name="Google Shape;748;p46"/>
              <p:cNvSpPr/>
              <p:nvPr/>
            </p:nvSpPr>
            <p:spPr>
              <a:xfrm flipH="1">
                <a:off x="8185309"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9" name="Google Shape;749;p46"/>
              <p:cNvSpPr/>
              <p:nvPr/>
            </p:nvSpPr>
            <p:spPr>
              <a:xfrm flipH="1">
                <a:off x="7886508"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0" name="Google Shape;750;p46"/>
              <p:cNvSpPr/>
              <p:nvPr/>
            </p:nvSpPr>
            <p:spPr>
              <a:xfrm flipH="1">
                <a:off x="7587707"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1" name="Google Shape;751;p46"/>
              <p:cNvSpPr/>
              <p:nvPr/>
            </p:nvSpPr>
            <p:spPr>
              <a:xfrm flipH="1">
                <a:off x="7289267"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 name="Google Shape;752;p46"/>
              <p:cNvSpPr/>
              <p:nvPr/>
            </p:nvSpPr>
            <p:spPr>
              <a:xfrm flipH="1">
                <a:off x="66920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3" name="Google Shape;753;p46"/>
              <p:cNvSpPr/>
              <p:nvPr/>
            </p:nvSpPr>
            <p:spPr>
              <a:xfrm flipH="1">
                <a:off x="6094784"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4" name="Google Shape;754;p46"/>
              <p:cNvSpPr/>
              <p:nvPr/>
            </p:nvSpPr>
            <p:spPr>
              <a:xfrm flipH="1">
                <a:off x="5795983"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5" name="Google Shape;755;p46"/>
              <p:cNvSpPr/>
              <p:nvPr/>
            </p:nvSpPr>
            <p:spPr>
              <a:xfrm flipH="1">
                <a:off x="5497542"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6" name="Google Shape;756;p46"/>
              <p:cNvSpPr/>
              <p:nvPr/>
            </p:nvSpPr>
            <p:spPr>
              <a:xfrm flipH="1">
                <a:off x="5198742"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7" name="Google Shape;757;p46"/>
              <p:cNvSpPr/>
              <p:nvPr/>
            </p:nvSpPr>
            <p:spPr>
              <a:xfrm flipH="1">
                <a:off x="4899941"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8" name="Google Shape;758;p46"/>
              <p:cNvSpPr/>
              <p:nvPr/>
            </p:nvSpPr>
            <p:spPr>
              <a:xfrm flipH="1">
                <a:off x="4601500" y="4884626"/>
                <a:ext cx="239400" cy="258876"/>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9" name="Google Shape;759;p46"/>
              <p:cNvSpPr/>
              <p:nvPr/>
            </p:nvSpPr>
            <p:spPr>
              <a:xfrm flipH="1">
                <a:off x="6990466"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0" name="Google Shape;760;p46"/>
              <p:cNvSpPr/>
              <p:nvPr/>
            </p:nvSpPr>
            <p:spPr>
              <a:xfrm flipH="1">
                <a:off x="6393584"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761" name="Google Shape;761;p46"/>
          <p:cNvSpPr txBox="1"/>
          <p:nvPr>
            <p:ph type="title"/>
          </p:nvPr>
        </p:nvSpPr>
        <p:spPr>
          <a:xfrm>
            <a:off x="713225" y="2121000"/>
            <a:ext cx="7717500" cy="151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62" name="Google Shape;762;p46"/>
          <p:cNvSpPr txBox="1"/>
          <p:nvPr>
            <p:ph idx="2" type="title"/>
          </p:nvPr>
        </p:nvSpPr>
        <p:spPr>
          <a:xfrm>
            <a:off x="3574350" y="539500"/>
            <a:ext cx="1652100" cy="1660800"/>
          </a:xfrm>
          <a:prstGeom prst="rect">
            <a:avLst/>
          </a:prstGeom>
          <a:solidFill>
            <a:schemeClr val="accen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6000">
                <a:solidFill>
                  <a:schemeClr val="accen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63" name="Google Shape;763;p46"/>
          <p:cNvSpPr txBox="1"/>
          <p:nvPr>
            <p:ph idx="1" type="subTitle"/>
          </p:nvPr>
        </p:nvSpPr>
        <p:spPr>
          <a:xfrm>
            <a:off x="713225" y="3630750"/>
            <a:ext cx="7717500" cy="653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4" name="Shape 764"/>
        <p:cNvGrpSpPr/>
        <p:nvPr/>
      </p:nvGrpSpPr>
      <p:grpSpPr>
        <a:xfrm>
          <a:off x="0" y="0"/>
          <a:ext cx="0" cy="0"/>
          <a:chOff x="0" y="0"/>
          <a:chExt cx="0" cy="0"/>
        </a:xfrm>
      </p:grpSpPr>
      <p:sp>
        <p:nvSpPr>
          <p:cNvPr id="765" name="Google Shape;765;p47"/>
          <p:cNvSpPr/>
          <p:nvPr>
            <p:ph idx="2" type="pic"/>
          </p:nvPr>
        </p:nvSpPr>
        <p:spPr>
          <a:xfrm>
            <a:off x="5791200" y="0"/>
            <a:ext cx="3352800" cy="5143500"/>
          </a:xfrm>
          <a:prstGeom prst="rect">
            <a:avLst/>
          </a:prstGeom>
          <a:noFill/>
          <a:ln>
            <a:noFill/>
          </a:ln>
        </p:spPr>
      </p:sp>
      <p:grpSp>
        <p:nvGrpSpPr>
          <p:cNvPr id="766" name="Google Shape;766;p47"/>
          <p:cNvGrpSpPr/>
          <p:nvPr/>
        </p:nvGrpSpPr>
        <p:grpSpPr>
          <a:xfrm>
            <a:off x="0" y="0"/>
            <a:ext cx="9143995" cy="5143491"/>
            <a:chOff x="0" y="0"/>
            <a:chExt cx="9143995" cy="5143491"/>
          </a:xfrm>
        </p:grpSpPr>
        <p:sp>
          <p:nvSpPr>
            <p:cNvPr id="767" name="Google Shape;767;p47"/>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68" name="Google Shape;768;p47"/>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69" name="Google Shape;769;p47"/>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0" name="Google Shape;770;p47"/>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1" name="Google Shape;771;p47"/>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2" name="Google Shape;772;p47"/>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3" name="Google Shape;773;p47"/>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4" name="Google Shape;774;p47"/>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5" name="Google Shape;775;p47"/>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6" name="Google Shape;776;p47"/>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7" name="Google Shape;777;p47"/>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8" name="Google Shape;778;p47"/>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79" name="Google Shape;779;p47"/>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0" name="Google Shape;780;p47"/>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1" name="Google Shape;781;p47"/>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2" name="Google Shape;782;p47"/>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3" name="Google Shape;783;p47"/>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4" name="Google Shape;784;p47"/>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5" name="Google Shape;785;p47"/>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6" name="Google Shape;786;p47"/>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7" name="Google Shape;787;p47"/>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8" name="Google Shape;788;p47"/>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9" name="Google Shape;789;p47"/>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0" name="Google Shape;790;p47"/>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1" name="Google Shape;791;p47"/>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2" name="Google Shape;792;p47"/>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3" name="Google Shape;793;p47"/>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4" name="Google Shape;794;p47"/>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5" name="Google Shape;795;p47"/>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6" name="Google Shape;796;p47"/>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7" name="Google Shape;797;p47"/>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8" name="Google Shape;798;p47"/>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99" name="Google Shape;799;p47"/>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0" name="Google Shape;800;p47"/>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1" name="Google Shape;801;p47"/>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2" name="Google Shape;802;p47"/>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3" name="Google Shape;803;p47"/>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4" name="Google Shape;804;p47"/>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5" name="Google Shape;805;p47"/>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6" name="Google Shape;806;p47"/>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7" name="Google Shape;807;p47"/>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8" name="Google Shape;808;p47"/>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09" name="Google Shape;809;p47"/>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0" name="Google Shape;810;p47"/>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1" name="Google Shape;811;p47"/>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2" name="Google Shape;812;p47"/>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3" name="Google Shape;813;p47"/>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4" name="Google Shape;814;p47"/>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5" name="Google Shape;815;p47"/>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6" name="Google Shape;816;p47"/>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7" name="Google Shape;817;p47"/>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8" name="Google Shape;818;p47"/>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19" name="Google Shape;819;p47"/>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0" name="Google Shape;820;p47"/>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1" name="Google Shape;821;p47"/>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2" name="Google Shape;822;p47"/>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3" name="Google Shape;823;p47"/>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4" name="Google Shape;824;p47"/>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5" name="Google Shape;825;p47"/>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6" name="Google Shape;826;p47"/>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7" name="Google Shape;827;p47"/>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8" name="Google Shape;828;p47"/>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29" name="Google Shape;829;p47"/>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0" name="Google Shape;830;p47"/>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1" name="Google Shape;831;p47"/>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2" name="Google Shape;832;p47"/>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3" name="Google Shape;833;p47"/>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4" name="Google Shape;834;p47"/>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5" name="Google Shape;835;p47"/>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6" name="Google Shape;836;p47"/>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7" name="Google Shape;837;p47"/>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8" name="Google Shape;838;p47"/>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39" name="Google Shape;839;p47"/>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0" name="Google Shape;840;p47"/>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1" name="Google Shape;841;p47"/>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2" name="Google Shape;842;p47"/>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3" name="Google Shape;843;p47"/>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4" name="Google Shape;844;p47"/>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5" name="Google Shape;845;p47"/>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6" name="Google Shape;846;p47"/>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7" name="Google Shape;847;p47"/>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8" name="Google Shape;848;p47"/>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49" name="Google Shape;849;p47"/>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0" name="Google Shape;850;p47"/>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1" name="Google Shape;851;p47"/>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2" name="Google Shape;852;p47"/>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3" name="Google Shape;853;p47"/>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4" name="Google Shape;854;p47"/>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5" name="Google Shape;855;p47"/>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6" name="Google Shape;856;p47"/>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7" name="Google Shape;857;p47"/>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58" name="Google Shape;858;p47"/>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grpSp>
        <p:nvGrpSpPr>
          <p:cNvPr id="859" name="Google Shape;859;p47"/>
          <p:cNvGrpSpPr/>
          <p:nvPr/>
        </p:nvGrpSpPr>
        <p:grpSpPr>
          <a:xfrm>
            <a:off x="171178" y="4694360"/>
            <a:ext cx="398326" cy="275215"/>
            <a:chOff x="4089960" y="2589480"/>
            <a:chExt cx="388800" cy="785880"/>
          </a:xfrm>
        </p:grpSpPr>
        <p:sp>
          <p:nvSpPr>
            <p:cNvPr id="860" name="Google Shape;860;p47"/>
            <p:cNvSpPr/>
            <p:nvPr/>
          </p:nvSpPr>
          <p:spPr>
            <a:xfrm>
              <a:off x="4089960" y="2835360"/>
              <a:ext cx="90360" cy="540000"/>
            </a:xfrm>
            <a:custGeom>
              <a:rect b="b" l="l" r="r" t="t"/>
              <a:pathLst>
                <a:path extrusionOk="0" h="1500" w="251">
                  <a:moveTo>
                    <a:pt x="0" y="0"/>
                  </a:moveTo>
                  <a:lnTo>
                    <a:pt x="251" y="0"/>
                  </a:lnTo>
                  <a:lnTo>
                    <a:pt x="251" y="1500"/>
                  </a:lnTo>
                  <a:lnTo>
                    <a:pt x="0" y="150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1" name="Google Shape;861;p47"/>
            <p:cNvSpPr/>
            <p:nvPr/>
          </p:nvSpPr>
          <p:spPr>
            <a:xfrm>
              <a:off x="4388760" y="2589480"/>
              <a:ext cx="90000" cy="420480"/>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2" name="Google Shape;862;p47"/>
            <p:cNvSpPr/>
            <p:nvPr/>
          </p:nvSpPr>
          <p:spPr>
            <a:xfrm>
              <a:off x="4239360" y="2835360"/>
              <a:ext cx="90360" cy="174600"/>
            </a:xfrm>
            <a:custGeom>
              <a:rect b="b" l="l" r="r" t="t"/>
              <a:pathLst>
                <a:path extrusionOk="0" h="485" w="251">
                  <a:moveTo>
                    <a:pt x="0" y="0"/>
                  </a:moveTo>
                  <a:lnTo>
                    <a:pt x="251" y="0"/>
                  </a:lnTo>
                  <a:lnTo>
                    <a:pt x="251"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63" name="Google Shape;863;p47"/>
          <p:cNvGrpSpPr/>
          <p:nvPr/>
        </p:nvGrpSpPr>
        <p:grpSpPr>
          <a:xfrm>
            <a:off x="171178" y="107035"/>
            <a:ext cx="398326" cy="337999"/>
            <a:chOff x="4538160" y="2589480"/>
            <a:chExt cx="388800" cy="965160"/>
          </a:xfrm>
        </p:grpSpPr>
        <p:sp>
          <p:nvSpPr>
            <p:cNvPr id="864" name="Google Shape;864;p47"/>
            <p:cNvSpPr/>
            <p:nvPr/>
          </p:nvSpPr>
          <p:spPr>
            <a:xfrm>
              <a:off x="4538160" y="2589480"/>
              <a:ext cx="90000" cy="965160"/>
            </a:xfrm>
            <a:custGeom>
              <a:rect b="b" l="l" r="r" t="t"/>
              <a:pathLst>
                <a:path extrusionOk="0" h="2681" w="250">
                  <a:moveTo>
                    <a:pt x="0" y="0"/>
                  </a:moveTo>
                  <a:lnTo>
                    <a:pt x="250" y="0"/>
                  </a:lnTo>
                  <a:lnTo>
                    <a:pt x="250" y="2681"/>
                  </a:lnTo>
                  <a:lnTo>
                    <a:pt x="0" y="268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5" name="Google Shape;865;p47"/>
            <p:cNvSpPr/>
            <p:nvPr/>
          </p:nvSpPr>
          <p:spPr>
            <a:xfrm>
              <a:off x="4687560" y="3133800"/>
              <a:ext cx="90000" cy="420840"/>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6" name="Google Shape;866;p47"/>
            <p:cNvSpPr/>
            <p:nvPr/>
          </p:nvSpPr>
          <p:spPr>
            <a:xfrm>
              <a:off x="4836960" y="2959200"/>
              <a:ext cx="90000" cy="174600"/>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67" name="Google Shape;867;p47"/>
          <p:cNvSpPr txBox="1"/>
          <p:nvPr>
            <p:ph type="title"/>
          </p:nvPr>
        </p:nvSpPr>
        <p:spPr>
          <a:xfrm>
            <a:off x="720000" y="445025"/>
            <a:ext cx="4160700" cy="101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68" name="Google Shape;868;p47"/>
          <p:cNvSpPr txBox="1"/>
          <p:nvPr>
            <p:ph idx="1" type="subTitle"/>
          </p:nvPr>
        </p:nvSpPr>
        <p:spPr>
          <a:xfrm>
            <a:off x="720000" y="1407525"/>
            <a:ext cx="4160700" cy="3196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La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69" name="Shape 869"/>
        <p:cNvGrpSpPr/>
        <p:nvPr/>
      </p:nvGrpSpPr>
      <p:grpSpPr>
        <a:xfrm>
          <a:off x="0" y="0"/>
          <a:ext cx="0" cy="0"/>
          <a:chOff x="0" y="0"/>
          <a:chExt cx="0" cy="0"/>
        </a:xfrm>
      </p:grpSpPr>
      <p:grpSp>
        <p:nvGrpSpPr>
          <p:cNvPr id="870" name="Google Shape;870;p48"/>
          <p:cNvGrpSpPr/>
          <p:nvPr/>
        </p:nvGrpSpPr>
        <p:grpSpPr>
          <a:xfrm>
            <a:off x="0" y="0"/>
            <a:ext cx="9143995" cy="5143491"/>
            <a:chOff x="0" y="0"/>
            <a:chExt cx="9143995" cy="5143491"/>
          </a:xfrm>
        </p:grpSpPr>
        <p:sp>
          <p:nvSpPr>
            <p:cNvPr id="871" name="Google Shape;871;p48"/>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2" name="Google Shape;872;p48"/>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3" name="Google Shape;873;p48"/>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4" name="Google Shape;874;p48"/>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5" name="Google Shape;875;p48"/>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6" name="Google Shape;876;p48"/>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7" name="Google Shape;877;p48"/>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8" name="Google Shape;878;p48"/>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79" name="Google Shape;879;p48"/>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0" name="Google Shape;880;p48"/>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1" name="Google Shape;881;p48"/>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2" name="Google Shape;882;p48"/>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3" name="Google Shape;883;p48"/>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4" name="Google Shape;884;p48"/>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5" name="Google Shape;885;p48"/>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6" name="Google Shape;886;p48"/>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7" name="Google Shape;887;p48"/>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8" name="Google Shape;888;p48"/>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89" name="Google Shape;889;p48"/>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0" name="Google Shape;890;p48"/>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1" name="Google Shape;891;p48"/>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2" name="Google Shape;892;p48"/>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3" name="Google Shape;893;p48"/>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4" name="Google Shape;894;p48"/>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5" name="Google Shape;895;p48"/>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6" name="Google Shape;896;p48"/>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7" name="Google Shape;897;p48"/>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8" name="Google Shape;898;p48"/>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899" name="Google Shape;899;p48"/>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0" name="Google Shape;900;p48"/>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1" name="Google Shape;901;p48"/>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2" name="Google Shape;902;p48"/>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3" name="Google Shape;903;p48"/>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4" name="Google Shape;904;p48"/>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5" name="Google Shape;905;p48"/>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6" name="Google Shape;906;p48"/>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7" name="Google Shape;907;p48"/>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8" name="Google Shape;908;p48"/>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9" name="Google Shape;909;p48"/>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0" name="Google Shape;910;p48"/>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1" name="Google Shape;911;p48"/>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2" name="Google Shape;912;p48"/>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3" name="Google Shape;913;p48"/>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4" name="Google Shape;914;p48"/>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5" name="Google Shape;915;p48"/>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6" name="Google Shape;916;p48"/>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7" name="Google Shape;917;p48"/>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8" name="Google Shape;918;p48"/>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19" name="Google Shape;919;p48"/>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0" name="Google Shape;920;p48"/>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1" name="Google Shape;921;p48"/>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2" name="Google Shape;922;p48"/>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3" name="Google Shape;923;p48"/>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4" name="Google Shape;924;p48"/>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5" name="Google Shape;925;p48"/>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6" name="Google Shape;926;p48"/>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7" name="Google Shape;927;p48"/>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8" name="Google Shape;928;p48"/>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29" name="Google Shape;929;p48"/>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0" name="Google Shape;930;p48"/>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1" name="Google Shape;931;p48"/>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2" name="Google Shape;932;p48"/>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3" name="Google Shape;933;p48"/>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4" name="Google Shape;934;p48"/>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5" name="Google Shape;935;p48"/>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6" name="Google Shape;936;p48"/>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7" name="Google Shape;937;p48"/>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8" name="Google Shape;938;p48"/>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39" name="Google Shape;939;p48"/>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0" name="Google Shape;940;p48"/>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1" name="Google Shape;941;p48"/>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2" name="Google Shape;942;p48"/>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3" name="Google Shape;943;p48"/>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4" name="Google Shape;944;p48"/>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5" name="Google Shape;945;p48"/>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6" name="Google Shape;946;p48"/>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7" name="Google Shape;947;p48"/>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8" name="Google Shape;948;p48"/>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49" name="Google Shape;949;p48"/>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0" name="Google Shape;950;p48"/>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1" name="Google Shape;951;p48"/>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2" name="Google Shape;952;p48"/>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3" name="Google Shape;953;p48"/>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4" name="Google Shape;954;p48"/>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5" name="Google Shape;955;p48"/>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6" name="Google Shape;956;p48"/>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7" name="Google Shape;957;p48"/>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8" name="Google Shape;958;p48"/>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59" name="Google Shape;959;p48"/>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60" name="Google Shape;960;p48"/>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61" name="Google Shape;961;p48"/>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62" name="Google Shape;962;p48"/>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963" name="Google Shape;963;p4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4" name="Google Shape;964;p48"/>
          <p:cNvSpPr txBox="1"/>
          <p:nvPr>
            <p:ph idx="1" type="subTitle"/>
          </p:nvPr>
        </p:nvSpPr>
        <p:spPr>
          <a:xfrm>
            <a:off x="713196" y="1944949"/>
            <a:ext cx="24378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5" name="Google Shape;965;p48"/>
          <p:cNvSpPr txBox="1"/>
          <p:nvPr>
            <p:ph idx="2" type="subTitle"/>
          </p:nvPr>
        </p:nvSpPr>
        <p:spPr>
          <a:xfrm>
            <a:off x="3353100" y="1944949"/>
            <a:ext cx="24378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6" name="Google Shape;966;p48"/>
          <p:cNvSpPr txBox="1"/>
          <p:nvPr>
            <p:ph idx="3" type="subTitle"/>
          </p:nvPr>
        </p:nvSpPr>
        <p:spPr>
          <a:xfrm>
            <a:off x="713196" y="3794000"/>
            <a:ext cx="24378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7" name="Google Shape;967;p48"/>
          <p:cNvSpPr txBox="1"/>
          <p:nvPr>
            <p:ph idx="4" type="subTitle"/>
          </p:nvPr>
        </p:nvSpPr>
        <p:spPr>
          <a:xfrm>
            <a:off x="3353100" y="3794000"/>
            <a:ext cx="24378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8" name="Google Shape;968;p48"/>
          <p:cNvSpPr txBox="1"/>
          <p:nvPr>
            <p:ph idx="5" type="subTitle"/>
          </p:nvPr>
        </p:nvSpPr>
        <p:spPr>
          <a:xfrm>
            <a:off x="5993004" y="1944949"/>
            <a:ext cx="24378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9" name="Google Shape;969;p48"/>
          <p:cNvSpPr txBox="1"/>
          <p:nvPr>
            <p:ph idx="6" type="subTitle"/>
          </p:nvPr>
        </p:nvSpPr>
        <p:spPr>
          <a:xfrm>
            <a:off x="5993004" y="3794000"/>
            <a:ext cx="24378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0" name="Google Shape;970;p48"/>
          <p:cNvSpPr txBox="1"/>
          <p:nvPr>
            <p:ph idx="7" type="subTitle"/>
          </p:nvPr>
        </p:nvSpPr>
        <p:spPr>
          <a:xfrm>
            <a:off x="714294" y="1211100"/>
            <a:ext cx="24354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sp>
        <p:nvSpPr>
          <p:cNvPr id="971" name="Google Shape;971;p48"/>
          <p:cNvSpPr txBox="1"/>
          <p:nvPr>
            <p:ph idx="8" type="subTitle"/>
          </p:nvPr>
        </p:nvSpPr>
        <p:spPr>
          <a:xfrm>
            <a:off x="3354198" y="1211100"/>
            <a:ext cx="24354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sp>
        <p:nvSpPr>
          <p:cNvPr id="972" name="Google Shape;972;p48"/>
          <p:cNvSpPr txBox="1"/>
          <p:nvPr>
            <p:ph idx="9" type="subTitle"/>
          </p:nvPr>
        </p:nvSpPr>
        <p:spPr>
          <a:xfrm>
            <a:off x="5993002" y="1211100"/>
            <a:ext cx="24354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sp>
        <p:nvSpPr>
          <p:cNvPr id="973" name="Google Shape;973;p48"/>
          <p:cNvSpPr txBox="1"/>
          <p:nvPr>
            <p:ph idx="13" type="subTitle"/>
          </p:nvPr>
        </p:nvSpPr>
        <p:spPr>
          <a:xfrm>
            <a:off x="714294" y="3061794"/>
            <a:ext cx="2435400" cy="742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sp>
        <p:nvSpPr>
          <p:cNvPr id="974" name="Google Shape;974;p48"/>
          <p:cNvSpPr txBox="1"/>
          <p:nvPr>
            <p:ph idx="14" type="subTitle"/>
          </p:nvPr>
        </p:nvSpPr>
        <p:spPr>
          <a:xfrm>
            <a:off x="3354198" y="3061794"/>
            <a:ext cx="2435400" cy="742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sp>
        <p:nvSpPr>
          <p:cNvPr id="975" name="Google Shape;975;p48"/>
          <p:cNvSpPr txBox="1"/>
          <p:nvPr>
            <p:ph idx="15" type="subTitle"/>
          </p:nvPr>
        </p:nvSpPr>
        <p:spPr>
          <a:xfrm>
            <a:off x="5994102" y="3061794"/>
            <a:ext cx="2435400" cy="742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2400"/>
              <a:buFont typeface="Outfit ExtraBold"/>
              <a:buNone/>
              <a:defRPr b="1" sz="16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2pPr>
            <a:lvl3pPr lvl="2"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3pPr>
            <a:lvl4pPr lvl="3"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4pPr>
            <a:lvl5pPr lvl="4"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5pPr>
            <a:lvl6pPr lvl="5"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6pPr>
            <a:lvl7pPr lvl="6"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7pPr>
            <a:lvl8pPr lvl="7"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8pPr>
            <a:lvl9pPr lvl="8" algn="ctr">
              <a:lnSpc>
                <a:spcPct val="100000"/>
              </a:lnSpc>
              <a:spcBef>
                <a:spcPts val="0"/>
              </a:spcBef>
              <a:spcAft>
                <a:spcPts val="0"/>
              </a:spcAft>
              <a:buClr>
                <a:schemeClr val="accent1"/>
              </a:buClr>
              <a:buSzPts val="2400"/>
              <a:buFont typeface="Outfit ExtraBold"/>
              <a:buNone/>
              <a:defRPr b="1" sz="2400">
                <a:solidFill>
                  <a:schemeClr val="accent1"/>
                </a:solidFill>
                <a:latin typeface="Outfit ExtraBold"/>
                <a:ea typeface="Outfit ExtraBold"/>
                <a:cs typeface="Outfit ExtraBold"/>
                <a:sym typeface="Outfit ExtraBold"/>
              </a:defRPr>
            </a:lvl9pPr>
          </a:lstStyle>
          <a:p/>
        </p:txBody>
      </p:sp>
      <p:grpSp>
        <p:nvGrpSpPr>
          <p:cNvPr id="976" name="Google Shape;976;p48"/>
          <p:cNvGrpSpPr/>
          <p:nvPr/>
        </p:nvGrpSpPr>
        <p:grpSpPr>
          <a:xfrm>
            <a:off x="8430835" y="4756407"/>
            <a:ext cx="551017" cy="217475"/>
            <a:chOff x="6204535" y="1008832"/>
            <a:chExt cx="551017" cy="217475"/>
          </a:xfrm>
        </p:grpSpPr>
        <p:sp>
          <p:nvSpPr>
            <p:cNvPr id="977" name="Google Shape;977;p48"/>
            <p:cNvSpPr/>
            <p:nvPr/>
          </p:nvSpPr>
          <p:spPr>
            <a:xfrm>
              <a:off x="6510287" y="1053083"/>
              <a:ext cx="92574" cy="128972"/>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8" name="Google Shape;978;p48"/>
            <p:cNvSpPr/>
            <p:nvPr/>
          </p:nvSpPr>
          <p:spPr>
            <a:xfrm>
              <a:off x="6357595" y="1073255"/>
              <a:ext cx="92205" cy="88629"/>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9" name="Google Shape;979;p48"/>
            <p:cNvSpPr/>
            <p:nvPr/>
          </p:nvSpPr>
          <p:spPr>
            <a:xfrm>
              <a:off x="6663347" y="1063925"/>
              <a:ext cx="92205" cy="107288"/>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0" name="Google Shape;980;p48"/>
            <p:cNvSpPr/>
            <p:nvPr/>
          </p:nvSpPr>
          <p:spPr>
            <a:xfrm>
              <a:off x="6204535" y="1008832"/>
              <a:ext cx="92205" cy="217475"/>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81" name="Google Shape;981;p48"/>
          <p:cNvGrpSpPr/>
          <p:nvPr/>
        </p:nvGrpSpPr>
        <p:grpSpPr>
          <a:xfrm rot="10800000">
            <a:off x="162210" y="169632"/>
            <a:ext cx="551017" cy="217475"/>
            <a:chOff x="6204535" y="1008832"/>
            <a:chExt cx="551017" cy="217475"/>
          </a:xfrm>
        </p:grpSpPr>
        <p:sp>
          <p:nvSpPr>
            <p:cNvPr id="982" name="Google Shape;982;p48"/>
            <p:cNvSpPr/>
            <p:nvPr/>
          </p:nvSpPr>
          <p:spPr>
            <a:xfrm>
              <a:off x="6510287" y="1053083"/>
              <a:ext cx="92574" cy="128972"/>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3" name="Google Shape;983;p48"/>
            <p:cNvSpPr/>
            <p:nvPr/>
          </p:nvSpPr>
          <p:spPr>
            <a:xfrm>
              <a:off x="6357595" y="1073255"/>
              <a:ext cx="92205" cy="88629"/>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4" name="Google Shape;984;p48"/>
            <p:cNvSpPr/>
            <p:nvPr/>
          </p:nvSpPr>
          <p:spPr>
            <a:xfrm>
              <a:off x="6663347" y="1063925"/>
              <a:ext cx="92205" cy="107288"/>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5" name="Google Shape;985;p48"/>
            <p:cNvSpPr/>
            <p:nvPr/>
          </p:nvSpPr>
          <p:spPr>
            <a:xfrm>
              <a:off x="6204535" y="1008832"/>
              <a:ext cx="92205" cy="217475"/>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86" name="Google Shape;986;p48"/>
          <p:cNvGrpSpPr/>
          <p:nvPr/>
        </p:nvGrpSpPr>
        <p:grpSpPr>
          <a:xfrm>
            <a:off x="162210" y="278369"/>
            <a:ext cx="551017" cy="217475"/>
            <a:chOff x="6204535" y="1008832"/>
            <a:chExt cx="551017" cy="217475"/>
          </a:xfrm>
        </p:grpSpPr>
        <p:sp>
          <p:nvSpPr>
            <p:cNvPr id="987" name="Google Shape;987;p48"/>
            <p:cNvSpPr/>
            <p:nvPr/>
          </p:nvSpPr>
          <p:spPr>
            <a:xfrm>
              <a:off x="6510287" y="1053083"/>
              <a:ext cx="92574" cy="128972"/>
            </a:xfrm>
            <a:custGeom>
              <a:rect b="b" l="l" r="r" t="t"/>
              <a:pathLst>
                <a:path extrusionOk="0" h="1023" w="251">
                  <a:moveTo>
                    <a:pt x="0" y="0"/>
                  </a:moveTo>
                  <a:lnTo>
                    <a:pt x="251" y="0"/>
                  </a:lnTo>
                  <a:lnTo>
                    <a:pt x="251" y="1023"/>
                  </a:lnTo>
                  <a:lnTo>
                    <a:pt x="0" y="10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8" name="Google Shape;988;p48"/>
            <p:cNvSpPr/>
            <p:nvPr/>
          </p:nvSpPr>
          <p:spPr>
            <a:xfrm>
              <a:off x="6357595" y="1073255"/>
              <a:ext cx="92205" cy="88629"/>
            </a:xfrm>
            <a:custGeom>
              <a:rect b="b" l="l" r="r" t="t"/>
              <a:pathLst>
                <a:path extrusionOk="0" h="703" w="250">
                  <a:moveTo>
                    <a:pt x="0" y="0"/>
                  </a:moveTo>
                  <a:lnTo>
                    <a:pt x="250" y="0"/>
                  </a:lnTo>
                  <a:lnTo>
                    <a:pt x="250" y="703"/>
                  </a:lnTo>
                  <a:lnTo>
                    <a:pt x="0" y="7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9" name="Google Shape;989;p48"/>
            <p:cNvSpPr/>
            <p:nvPr/>
          </p:nvSpPr>
          <p:spPr>
            <a:xfrm>
              <a:off x="6663347" y="1063925"/>
              <a:ext cx="92205" cy="107288"/>
            </a:xfrm>
            <a:custGeom>
              <a:rect b="b" l="l" r="r" t="t"/>
              <a:pathLst>
                <a:path extrusionOk="0" h="851" w="250">
                  <a:moveTo>
                    <a:pt x="0" y="0"/>
                  </a:moveTo>
                  <a:lnTo>
                    <a:pt x="250" y="0"/>
                  </a:lnTo>
                  <a:lnTo>
                    <a:pt x="250" y="851"/>
                  </a:lnTo>
                  <a:lnTo>
                    <a:pt x="0" y="85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0" name="Google Shape;990;p48"/>
            <p:cNvSpPr/>
            <p:nvPr/>
          </p:nvSpPr>
          <p:spPr>
            <a:xfrm>
              <a:off x="6204535" y="1008832"/>
              <a:ext cx="92205" cy="217475"/>
            </a:xfrm>
            <a:custGeom>
              <a:rect b="b" l="l" r="r" t="t"/>
              <a:pathLst>
                <a:path extrusionOk="0" h="1725" w="250">
                  <a:moveTo>
                    <a:pt x="0" y="0"/>
                  </a:moveTo>
                  <a:lnTo>
                    <a:pt x="250" y="0"/>
                  </a:lnTo>
                  <a:lnTo>
                    <a:pt x="250" y="1725"/>
                  </a:lnTo>
                  <a:lnTo>
                    <a:pt x="0" y="172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91" name="Google Shape;991;p48"/>
          <p:cNvGrpSpPr/>
          <p:nvPr/>
        </p:nvGrpSpPr>
        <p:grpSpPr>
          <a:xfrm>
            <a:off x="8430835" y="4689632"/>
            <a:ext cx="551017" cy="217475"/>
            <a:chOff x="6204535" y="1008832"/>
            <a:chExt cx="551017" cy="217475"/>
          </a:xfrm>
        </p:grpSpPr>
        <p:sp>
          <p:nvSpPr>
            <p:cNvPr id="992" name="Google Shape;992;p48"/>
            <p:cNvSpPr/>
            <p:nvPr/>
          </p:nvSpPr>
          <p:spPr>
            <a:xfrm>
              <a:off x="6510287" y="1053083"/>
              <a:ext cx="92574" cy="128972"/>
            </a:xfrm>
            <a:custGeom>
              <a:rect b="b" l="l" r="r" t="t"/>
              <a:pathLst>
                <a:path extrusionOk="0" h="1023" w="251">
                  <a:moveTo>
                    <a:pt x="0" y="0"/>
                  </a:moveTo>
                  <a:lnTo>
                    <a:pt x="251" y="0"/>
                  </a:lnTo>
                  <a:lnTo>
                    <a:pt x="251" y="1023"/>
                  </a:lnTo>
                  <a:lnTo>
                    <a:pt x="0" y="10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3" name="Google Shape;993;p48"/>
            <p:cNvSpPr/>
            <p:nvPr/>
          </p:nvSpPr>
          <p:spPr>
            <a:xfrm>
              <a:off x="6357595" y="1073255"/>
              <a:ext cx="92205" cy="88629"/>
            </a:xfrm>
            <a:custGeom>
              <a:rect b="b" l="l" r="r" t="t"/>
              <a:pathLst>
                <a:path extrusionOk="0" h="703" w="250">
                  <a:moveTo>
                    <a:pt x="0" y="0"/>
                  </a:moveTo>
                  <a:lnTo>
                    <a:pt x="250" y="0"/>
                  </a:lnTo>
                  <a:lnTo>
                    <a:pt x="250" y="703"/>
                  </a:lnTo>
                  <a:lnTo>
                    <a:pt x="0" y="7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4" name="Google Shape;994;p48"/>
            <p:cNvSpPr/>
            <p:nvPr/>
          </p:nvSpPr>
          <p:spPr>
            <a:xfrm>
              <a:off x="6663347" y="1063925"/>
              <a:ext cx="92205" cy="107288"/>
            </a:xfrm>
            <a:custGeom>
              <a:rect b="b" l="l" r="r" t="t"/>
              <a:pathLst>
                <a:path extrusionOk="0" h="851" w="250">
                  <a:moveTo>
                    <a:pt x="0" y="0"/>
                  </a:moveTo>
                  <a:lnTo>
                    <a:pt x="250" y="0"/>
                  </a:lnTo>
                  <a:lnTo>
                    <a:pt x="250" y="851"/>
                  </a:lnTo>
                  <a:lnTo>
                    <a:pt x="0" y="85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5" name="Google Shape;995;p48"/>
            <p:cNvSpPr/>
            <p:nvPr/>
          </p:nvSpPr>
          <p:spPr>
            <a:xfrm>
              <a:off x="6204535" y="1008832"/>
              <a:ext cx="92205" cy="217475"/>
            </a:xfrm>
            <a:custGeom>
              <a:rect b="b" l="l" r="r" t="t"/>
              <a:pathLst>
                <a:path extrusionOk="0" h="1725" w="250">
                  <a:moveTo>
                    <a:pt x="0" y="0"/>
                  </a:moveTo>
                  <a:lnTo>
                    <a:pt x="250" y="0"/>
                  </a:lnTo>
                  <a:lnTo>
                    <a:pt x="250" y="1725"/>
                  </a:lnTo>
                  <a:lnTo>
                    <a:pt x="0" y="172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96" name="Shape 996"/>
        <p:cNvGrpSpPr/>
        <p:nvPr/>
      </p:nvGrpSpPr>
      <p:grpSpPr>
        <a:xfrm>
          <a:off x="0" y="0"/>
          <a:ext cx="0" cy="0"/>
          <a:chOff x="0" y="0"/>
          <a:chExt cx="0" cy="0"/>
        </a:xfrm>
      </p:grpSpPr>
      <p:grpSp>
        <p:nvGrpSpPr>
          <p:cNvPr id="997" name="Google Shape;997;p49"/>
          <p:cNvGrpSpPr/>
          <p:nvPr/>
        </p:nvGrpSpPr>
        <p:grpSpPr>
          <a:xfrm>
            <a:off x="0" y="0"/>
            <a:ext cx="9143995" cy="5143491"/>
            <a:chOff x="0" y="0"/>
            <a:chExt cx="9143995" cy="5143491"/>
          </a:xfrm>
        </p:grpSpPr>
        <p:sp>
          <p:nvSpPr>
            <p:cNvPr id="998" name="Google Shape;998;p49"/>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99" name="Google Shape;999;p49"/>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0" name="Google Shape;1000;p49"/>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1" name="Google Shape;1001;p49"/>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2" name="Google Shape;1002;p49"/>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3" name="Google Shape;1003;p49"/>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4" name="Google Shape;1004;p49"/>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5" name="Google Shape;1005;p49"/>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6" name="Google Shape;1006;p49"/>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7" name="Google Shape;1007;p49"/>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8" name="Google Shape;1008;p49"/>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09" name="Google Shape;1009;p49"/>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0" name="Google Shape;1010;p49"/>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1" name="Google Shape;1011;p49"/>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2" name="Google Shape;1012;p49"/>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3" name="Google Shape;1013;p49"/>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4" name="Google Shape;1014;p49"/>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5" name="Google Shape;1015;p49"/>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6" name="Google Shape;1016;p49"/>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7" name="Google Shape;1017;p49"/>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8" name="Google Shape;1018;p49"/>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19" name="Google Shape;1019;p49"/>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0" name="Google Shape;1020;p49"/>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1" name="Google Shape;1021;p49"/>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2" name="Google Shape;1022;p49"/>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3" name="Google Shape;1023;p49"/>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4" name="Google Shape;1024;p49"/>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5" name="Google Shape;1025;p49"/>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6" name="Google Shape;1026;p49"/>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7" name="Google Shape;1027;p49"/>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8" name="Google Shape;1028;p49"/>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29" name="Google Shape;1029;p49"/>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0" name="Google Shape;1030;p49"/>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1" name="Google Shape;1031;p49"/>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2" name="Google Shape;1032;p49"/>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3" name="Google Shape;1033;p49"/>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4" name="Google Shape;1034;p49"/>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5" name="Google Shape;1035;p49"/>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6" name="Google Shape;1036;p49"/>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7" name="Google Shape;1037;p49"/>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8" name="Google Shape;1038;p49"/>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39" name="Google Shape;1039;p49"/>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0" name="Google Shape;1040;p49"/>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1" name="Google Shape;1041;p49"/>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2" name="Google Shape;1042;p49"/>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3" name="Google Shape;1043;p49"/>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4" name="Google Shape;1044;p49"/>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5" name="Google Shape;1045;p49"/>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6" name="Google Shape;1046;p49"/>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7" name="Google Shape;1047;p49"/>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8" name="Google Shape;1048;p49"/>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49" name="Google Shape;1049;p49"/>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0" name="Google Shape;1050;p49"/>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1" name="Google Shape;1051;p49"/>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2" name="Google Shape;1052;p49"/>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3" name="Google Shape;1053;p49"/>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4" name="Google Shape;1054;p49"/>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5" name="Google Shape;1055;p49"/>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6" name="Google Shape;1056;p49"/>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7" name="Google Shape;1057;p49"/>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8" name="Google Shape;1058;p49"/>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59" name="Google Shape;1059;p49"/>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0" name="Google Shape;1060;p49"/>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1" name="Google Shape;1061;p49"/>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2" name="Google Shape;1062;p49"/>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3" name="Google Shape;1063;p49"/>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4" name="Google Shape;1064;p49"/>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5" name="Google Shape;1065;p49"/>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6" name="Google Shape;1066;p49"/>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7" name="Google Shape;1067;p49"/>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8" name="Google Shape;1068;p49"/>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69" name="Google Shape;1069;p49"/>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0" name="Google Shape;1070;p49"/>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1" name="Google Shape;1071;p49"/>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2" name="Google Shape;1072;p49"/>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3" name="Google Shape;1073;p49"/>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4" name="Google Shape;1074;p49"/>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5" name="Google Shape;1075;p49"/>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6" name="Google Shape;1076;p49"/>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7" name="Google Shape;1077;p49"/>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8" name="Google Shape;1078;p49"/>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79" name="Google Shape;1079;p49"/>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0" name="Google Shape;1080;p49"/>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1" name="Google Shape;1081;p49"/>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2" name="Google Shape;1082;p49"/>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3" name="Google Shape;1083;p49"/>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4" name="Google Shape;1084;p49"/>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5" name="Google Shape;1085;p49"/>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6" name="Google Shape;1086;p49"/>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7" name="Google Shape;1087;p49"/>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8" name="Google Shape;1088;p49"/>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89" name="Google Shape;1089;p49"/>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1090" name="Google Shape;1090;p49"/>
          <p:cNvSpPr txBox="1"/>
          <p:nvPr>
            <p:ph type="title"/>
          </p:nvPr>
        </p:nvSpPr>
        <p:spPr>
          <a:xfrm>
            <a:off x="713250" y="1773450"/>
            <a:ext cx="7717500" cy="1596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36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1" name="Shape 1091"/>
        <p:cNvGrpSpPr/>
        <p:nvPr/>
      </p:nvGrpSpPr>
      <p:grpSpPr>
        <a:xfrm>
          <a:off x="0" y="0"/>
          <a:ext cx="0" cy="0"/>
          <a:chOff x="0" y="0"/>
          <a:chExt cx="0" cy="0"/>
        </a:xfrm>
      </p:grpSpPr>
      <p:sp>
        <p:nvSpPr>
          <p:cNvPr id="1092" name="Google Shape;1092;p50"/>
          <p:cNvSpPr/>
          <p:nvPr>
            <p:ph idx="2" type="pic"/>
          </p:nvPr>
        </p:nvSpPr>
        <p:spPr>
          <a:xfrm>
            <a:off x="-25" y="-13725"/>
            <a:ext cx="9144000" cy="5157300"/>
          </a:xfrm>
          <a:prstGeom prst="rect">
            <a:avLst/>
          </a:prstGeom>
          <a:noFill/>
          <a:ln>
            <a:noFill/>
          </a:ln>
        </p:spPr>
      </p:sp>
      <p:sp>
        <p:nvSpPr>
          <p:cNvPr id="1093" name="Google Shape;1093;p50"/>
          <p:cNvSpPr txBox="1"/>
          <p:nvPr>
            <p:ph type="title"/>
          </p:nvPr>
        </p:nvSpPr>
        <p:spPr>
          <a:xfrm>
            <a:off x="720000" y="3756800"/>
            <a:ext cx="7704000" cy="847200"/>
          </a:xfrm>
          <a:prstGeom prst="rect">
            <a:avLst/>
          </a:prstGeom>
          <a:solidFill>
            <a:schemeClr val="accen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800"/>
              <a:buNone/>
              <a:defRPr sz="1600">
                <a:solidFill>
                  <a:schemeClr val="accent2"/>
                </a:solidFill>
              </a:defRPr>
            </a:lvl1pPr>
            <a:lvl2pPr lvl="1" algn="ctr">
              <a:lnSpc>
                <a:spcPct val="100000"/>
              </a:lnSpc>
              <a:spcBef>
                <a:spcPts val="0"/>
              </a:spcBef>
              <a:spcAft>
                <a:spcPts val="0"/>
              </a:spcAft>
              <a:buClr>
                <a:schemeClr val="accent2"/>
              </a:buClr>
              <a:buSzPts val="2800"/>
              <a:buNone/>
              <a:defRPr>
                <a:solidFill>
                  <a:schemeClr val="accent2"/>
                </a:solidFill>
              </a:defRPr>
            </a:lvl2pPr>
            <a:lvl3pPr lvl="2" algn="ctr">
              <a:lnSpc>
                <a:spcPct val="100000"/>
              </a:lnSpc>
              <a:spcBef>
                <a:spcPts val="0"/>
              </a:spcBef>
              <a:spcAft>
                <a:spcPts val="0"/>
              </a:spcAft>
              <a:buClr>
                <a:schemeClr val="accent2"/>
              </a:buClr>
              <a:buSzPts val="2800"/>
              <a:buNone/>
              <a:defRPr>
                <a:solidFill>
                  <a:schemeClr val="accent2"/>
                </a:solidFill>
              </a:defRPr>
            </a:lvl3pPr>
            <a:lvl4pPr lvl="3" algn="ctr">
              <a:lnSpc>
                <a:spcPct val="100000"/>
              </a:lnSpc>
              <a:spcBef>
                <a:spcPts val="0"/>
              </a:spcBef>
              <a:spcAft>
                <a:spcPts val="0"/>
              </a:spcAft>
              <a:buClr>
                <a:schemeClr val="accent2"/>
              </a:buClr>
              <a:buSzPts val="2800"/>
              <a:buNone/>
              <a:defRPr>
                <a:solidFill>
                  <a:schemeClr val="accent2"/>
                </a:solidFill>
              </a:defRPr>
            </a:lvl4pPr>
            <a:lvl5pPr lvl="4" algn="ctr">
              <a:lnSpc>
                <a:spcPct val="100000"/>
              </a:lnSpc>
              <a:spcBef>
                <a:spcPts val="0"/>
              </a:spcBef>
              <a:spcAft>
                <a:spcPts val="0"/>
              </a:spcAft>
              <a:buClr>
                <a:schemeClr val="accent2"/>
              </a:buClr>
              <a:buSzPts val="2800"/>
              <a:buNone/>
              <a:defRPr>
                <a:solidFill>
                  <a:schemeClr val="accent2"/>
                </a:solidFill>
              </a:defRPr>
            </a:lvl5pPr>
            <a:lvl6pPr lvl="5" algn="ctr">
              <a:lnSpc>
                <a:spcPct val="100000"/>
              </a:lnSpc>
              <a:spcBef>
                <a:spcPts val="0"/>
              </a:spcBef>
              <a:spcAft>
                <a:spcPts val="0"/>
              </a:spcAft>
              <a:buClr>
                <a:schemeClr val="accent2"/>
              </a:buClr>
              <a:buSzPts val="2800"/>
              <a:buNone/>
              <a:defRPr>
                <a:solidFill>
                  <a:schemeClr val="accent2"/>
                </a:solidFill>
              </a:defRPr>
            </a:lvl6pPr>
            <a:lvl7pPr lvl="6" algn="ctr">
              <a:lnSpc>
                <a:spcPct val="100000"/>
              </a:lnSpc>
              <a:spcBef>
                <a:spcPts val="0"/>
              </a:spcBef>
              <a:spcAft>
                <a:spcPts val="0"/>
              </a:spcAft>
              <a:buClr>
                <a:schemeClr val="accent2"/>
              </a:buClr>
              <a:buSzPts val="2800"/>
              <a:buNone/>
              <a:defRPr>
                <a:solidFill>
                  <a:schemeClr val="accent2"/>
                </a:solidFill>
              </a:defRPr>
            </a:lvl7pPr>
            <a:lvl8pPr lvl="7" algn="ctr">
              <a:lnSpc>
                <a:spcPct val="100000"/>
              </a:lnSpc>
              <a:spcBef>
                <a:spcPts val="0"/>
              </a:spcBef>
              <a:spcAft>
                <a:spcPts val="0"/>
              </a:spcAft>
              <a:buClr>
                <a:schemeClr val="accent2"/>
              </a:buClr>
              <a:buSzPts val="2800"/>
              <a:buNone/>
              <a:defRPr>
                <a:solidFill>
                  <a:schemeClr val="accent2"/>
                </a:solidFill>
              </a:defRPr>
            </a:lvl8pPr>
            <a:lvl9pPr lvl="8" algn="ctr">
              <a:lnSpc>
                <a:spcPct val="100000"/>
              </a:lnSpc>
              <a:spcBef>
                <a:spcPts val="0"/>
              </a:spcBef>
              <a:spcAft>
                <a:spcPts val="0"/>
              </a:spcAft>
              <a:buClr>
                <a:schemeClr val="accent2"/>
              </a:buClr>
              <a:buSzPts val="2800"/>
              <a:buNone/>
              <a:defRPr>
                <a:solidFill>
                  <a:schemeClr val="accent2"/>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4" name="Shape 1094"/>
        <p:cNvGrpSpPr/>
        <p:nvPr/>
      </p:nvGrpSpPr>
      <p:grpSpPr>
        <a:xfrm>
          <a:off x="0" y="0"/>
          <a:ext cx="0" cy="0"/>
          <a:chOff x="0" y="0"/>
          <a:chExt cx="0" cy="0"/>
        </a:xfrm>
      </p:grpSpPr>
      <p:grpSp>
        <p:nvGrpSpPr>
          <p:cNvPr id="1095" name="Google Shape;1095;p51"/>
          <p:cNvGrpSpPr/>
          <p:nvPr/>
        </p:nvGrpSpPr>
        <p:grpSpPr>
          <a:xfrm>
            <a:off x="0" y="0"/>
            <a:ext cx="9143995" cy="5143491"/>
            <a:chOff x="0" y="0"/>
            <a:chExt cx="9143995" cy="5143491"/>
          </a:xfrm>
        </p:grpSpPr>
        <p:sp>
          <p:nvSpPr>
            <p:cNvPr id="1096" name="Google Shape;1096;p51"/>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97" name="Google Shape;1097;p51"/>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98" name="Google Shape;1098;p51"/>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099" name="Google Shape;1099;p51"/>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0" name="Google Shape;1100;p51"/>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1" name="Google Shape;1101;p51"/>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2" name="Google Shape;1102;p51"/>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3" name="Google Shape;1103;p51"/>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4" name="Google Shape;1104;p51"/>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5" name="Google Shape;1105;p51"/>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6" name="Google Shape;1106;p51"/>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7" name="Google Shape;1107;p51"/>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8" name="Google Shape;1108;p51"/>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09" name="Google Shape;1109;p51"/>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0" name="Google Shape;1110;p51"/>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1" name="Google Shape;1111;p51"/>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2" name="Google Shape;1112;p51"/>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3" name="Google Shape;1113;p51"/>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4" name="Google Shape;1114;p51"/>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5" name="Google Shape;1115;p51"/>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6" name="Google Shape;1116;p51"/>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7" name="Google Shape;1117;p51"/>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8" name="Google Shape;1118;p51"/>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19" name="Google Shape;1119;p51"/>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0" name="Google Shape;1120;p51"/>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1" name="Google Shape;1121;p51"/>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2" name="Google Shape;1122;p51"/>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3" name="Google Shape;1123;p51"/>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4" name="Google Shape;1124;p51"/>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5" name="Google Shape;1125;p51"/>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6" name="Google Shape;1126;p51"/>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7" name="Google Shape;1127;p51"/>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8" name="Google Shape;1128;p51"/>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29" name="Google Shape;1129;p51"/>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0" name="Google Shape;1130;p51"/>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1" name="Google Shape;1131;p51"/>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2" name="Google Shape;1132;p51"/>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3" name="Google Shape;1133;p51"/>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4" name="Google Shape;1134;p51"/>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5" name="Google Shape;1135;p51"/>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6" name="Google Shape;1136;p51"/>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7" name="Google Shape;1137;p51"/>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8" name="Google Shape;1138;p51"/>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39" name="Google Shape;1139;p51"/>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0" name="Google Shape;1140;p51"/>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1" name="Google Shape;1141;p51"/>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2" name="Google Shape;1142;p51"/>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3" name="Google Shape;1143;p51"/>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4" name="Google Shape;1144;p51"/>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5" name="Google Shape;1145;p51"/>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6" name="Google Shape;1146;p51"/>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7" name="Google Shape;1147;p51"/>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8" name="Google Shape;1148;p51"/>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49" name="Google Shape;1149;p51"/>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0" name="Google Shape;1150;p51"/>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1" name="Google Shape;1151;p51"/>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2" name="Google Shape;1152;p51"/>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3" name="Google Shape;1153;p51"/>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4" name="Google Shape;1154;p51"/>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5" name="Google Shape;1155;p51"/>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6" name="Google Shape;1156;p51"/>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7" name="Google Shape;1157;p51"/>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8" name="Google Shape;1158;p51"/>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59" name="Google Shape;1159;p51"/>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0" name="Google Shape;1160;p51"/>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1" name="Google Shape;1161;p51"/>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2" name="Google Shape;1162;p51"/>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3" name="Google Shape;1163;p51"/>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4" name="Google Shape;1164;p51"/>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5" name="Google Shape;1165;p51"/>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6" name="Google Shape;1166;p51"/>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7" name="Google Shape;1167;p51"/>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8" name="Google Shape;1168;p51"/>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69" name="Google Shape;1169;p51"/>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0" name="Google Shape;1170;p51"/>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1" name="Google Shape;1171;p51"/>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2" name="Google Shape;1172;p51"/>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3" name="Google Shape;1173;p51"/>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4" name="Google Shape;1174;p51"/>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5" name="Google Shape;1175;p51"/>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6" name="Google Shape;1176;p51"/>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7" name="Google Shape;1177;p51"/>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8" name="Google Shape;1178;p51"/>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79" name="Google Shape;1179;p51"/>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0" name="Google Shape;1180;p51"/>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1" name="Google Shape;1181;p51"/>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2" name="Google Shape;1182;p51"/>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3" name="Google Shape;1183;p51"/>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4" name="Google Shape;1184;p51"/>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5" name="Google Shape;1185;p51"/>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6" name="Google Shape;1186;p51"/>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87" name="Google Shape;1187;p51"/>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1188" name="Google Shape;1188;p51"/>
          <p:cNvSpPr txBox="1"/>
          <p:nvPr>
            <p:ph hasCustomPrompt="1" type="title"/>
          </p:nvPr>
        </p:nvSpPr>
        <p:spPr>
          <a:xfrm>
            <a:off x="1284000" y="1057549"/>
            <a:ext cx="6576000" cy="1716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Font typeface="Outfit ExtraBold"/>
              <a:buNone/>
              <a:defRPr b="1" sz="6000">
                <a:solidFill>
                  <a:schemeClr val="accent1"/>
                </a:solidFill>
                <a:latin typeface="Outfit ExtraBold"/>
                <a:ea typeface="Outfit ExtraBold"/>
                <a:cs typeface="Outfit ExtraBold"/>
                <a:sym typeface="Outfit ExtraBold"/>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189" name="Google Shape;1189;p51"/>
          <p:cNvSpPr txBox="1"/>
          <p:nvPr>
            <p:ph idx="1" type="subTitle"/>
          </p:nvPr>
        </p:nvSpPr>
        <p:spPr>
          <a:xfrm>
            <a:off x="1284000" y="2774099"/>
            <a:ext cx="6576000" cy="497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0" name="Shape 1190"/>
        <p:cNvGrpSpPr/>
        <p:nvPr/>
      </p:nvGrpSpPr>
      <p:grpSpPr>
        <a:xfrm>
          <a:off x="0" y="0"/>
          <a:ext cx="0" cy="0"/>
          <a:chOff x="0" y="0"/>
          <a:chExt cx="0" cy="0"/>
        </a:xfrm>
      </p:grpSpPr>
      <p:grpSp>
        <p:nvGrpSpPr>
          <p:cNvPr id="1191" name="Google Shape;1191;p52"/>
          <p:cNvGrpSpPr/>
          <p:nvPr/>
        </p:nvGrpSpPr>
        <p:grpSpPr>
          <a:xfrm>
            <a:off x="0" y="0"/>
            <a:ext cx="9143995" cy="5143491"/>
            <a:chOff x="0" y="0"/>
            <a:chExt cx="9143995" cy="5143491"/>
          </a:xfrm>
        </p:grpSpPr>
        <p:sp>
          <p:nvSpPr>
            <p:cNvPr id="1192" name="Google Shape;1192;p52"/>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93" name="Google Shape;1193;p52"/>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94" name="Google Shape;1194;p52"/>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95" name="Google Shape;1195;p52"/>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96" name="Google Shape;1196;p52"/>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97" name="Google Shape;1197;p52"/>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98" name="Google Shape;1198;p52"/>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199" name="Google Shape;1199;p52"/>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0" name="Google Shape;1200;p52"/>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1" name="Google Shape;1201;p52"/>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2" name="Google Shape;1202;p52"/>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3" name="Google Shape;1203;p52"/>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4" name="Google Shape;1204;p52"/>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5" name="Google Shape;1205;p52"/>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6" name="Google Shape;1206;p52"/>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7" name="Google Shape;1207;p52"/>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8" name="Google Shape;1208;p52"/>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09" name="Google Shape;1209;p52"/>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0" name="Google Shape;1210;p52"/>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1" name="Google Shape;1211;p52"/>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2" name="Google Shape;1212;p52"/>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3" name="Google Shape;1213;p52"/>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4" name="Google Shape;1214;p52"/>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5" name="Google Shape;1215;p52"/>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6" name="Google Shape;1216;p52"/>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7" name="Google Shape;1217;p52"/>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8" name="Google Shape;1218;p52"/>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19" name="Google Shape;1219;p52"/>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0" name="Google Shape;1220;p52"/>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1" name="Google Shape;1221;p52"/>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2" name="Google Shape;1222;p52"/>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3" name="Google Shape;1223;p52"/>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4" name="Google Shape;1224;p52"/>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5" name="Google Shape;1225;p52"/>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6" name="Google Shape;1226;p52"/>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7" name="Google Shape;1227;p52"/>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8" name="Google Shape;1228;p52"/>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29" name="Google Shape;1229;p52"/>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0" name="Google Shape;1230;p52"/>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1" name="Google Shape;1231;p52"/>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2" name="Google Shape;1232;p52"/>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3" name="Google Shape;1233;p52"/>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4" name="Google Shape;1234;p52"/>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5" name="Google Shape;1235;p52"/>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6" name="Google Shape;1236;p52"/>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7" name="Google Shape;1237;p52"/>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8" name="Google Shape;1238;p52"/>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39" name="Google Shape;1239;p52"/>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0" name="Google Shape;1240;p52"/>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1" name="Google Shape;1241;p52"/>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2" name="Google Shape;1242;p52"/>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3" name="Google Shape;1243;p52"/>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4" name="Google Shape;1244;p52"/>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5" name="Google Shape;1245;p52"/>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6" name="Google Shape;1246;p52"/>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7" name="Google Shape;1247;p52"/>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8" name="Google Shape;1248;p52"/>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49" name="Google Shape;1249;p52"/>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0" name="Google Shape;1250;p52"/>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1" name="Google Shape;1251;p52"/>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2" name="Google Shape;1252;p52"/>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3" name="Google Shape;1253;p52"/>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4" name="Google Shape;1254;p52"/>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5" name="Google Shape;1255;p52"/>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6" name="Google Shape;1256;p52"/>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7" name="Google Shape;1257;p52"/>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8" name="Google Shape;1258;p52"/>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59" name="Google Shape;1259;p52"/>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0" name="Google Shape;1260;p52"/>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1" name="Google Shape;1261;p52"/>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2" name="Google Shape;1262;p52"/>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3" name="Google Shape;1263;p52"/>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4" name="Google Shape;1264;p52"/>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5" name="Google Shape;1265;p52"/>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6" name="Google Shape;1266;p52"/>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7" name="Google Shape;1267;p52"/>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8" name="Google Shape;1268;p52"/>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69" name="Google Shape;1269;p52"/>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0" name="Google Shape;1270;p52"/>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1" name="Google Shape;1271;p52"/>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2" name="Google Shape;1272;p52"/>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3" name="Google Shape;1273;p52"/>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4" name="Google Shape;1274;p52"/>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5" name="Google Shape;1275;p52"/>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6" name="Google Shape;1276;p52"/>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7" name="Google Shape;1277;p52"/>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8" name="Google Shape;1278;p52"/>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79" name="Google Shape;1279;p52"/>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80" name="Google Shape;1280;p52"/>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81" name="Google Shape;1281;p52"/>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82" name="Google Shape;1282;p52"/>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83" name="Google Shape;1283;p52"/>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grpSp>
        <p:nvGrpSpPr>
          <p:cNvPr id="1284" name="Google Shape;1284;p52"/>
          <p:cNvGrpSpPr/>
          <p:nvPr/>
        </p:nvGrpSpPr>
        <p:grpSpPr>
          <a:xfrm>
            <a:off x="167252" y="4500432"/>
            <a:ext cx="397957" cy="577662"/>
            <a:chOff x="6031440" y="1249200"/>
            <a:chExt cx="388440" cy="1649520"/>
          </a:xfrm>
        </p:grpSpPr>
        <p:sp>
          <p:nvSpPr>
            <p:cNvPr id="1285" name="Google Shape;1285;p52"/>
            <p:cNvSpPr/>
            <p:nvPr/>
          </p:nvSpPr>
          <p:spPr>
            <a:xfrm>
              <a:off x="6031440" y="1801800"/>
              <a:ext cx="90000" cy="1096920"/>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6" name="Google Shape;1286;p52"/>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7" name="Google Shape;1287;p52"/>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288" name="Google Shape;1288;p52"/>
          <p:cNvGrpSpPr/>
          <p:nvPr/>
        </p:nvGrpSpPr>
        <p:grpSpPr>
          <a:xfrm>
            <a:off x="8488800" y="227548"/>
            <a:ext cx="398326" cy="217474"/>
            <a:chOff x="6628680" y="910440"/>
            <a:chExt cx="388800" cy="621000"/>
          </a:xfrm>
        </p:grpSpPr>
        <p:sp>
          <p:nvSpPr>
            <p:cNvPr id="1289" name="Google Shape;1289;p52"/>
            <p:cNvSpPr/>
            <p:nvPr/>
          </p:nvSpPr>
          <p:spPr>
            <a:xfrm>
              <a:off x="6927480" y="910440"/>
              <a:ext cx="90000" cy="253080"/>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0" name="Google Shape;1290;p52"/>
            <p:cNvSpPr/>
            <p:nvPr/>
          </p:nvSpPr>
          <p:spPr>
            <a:xfrm>
              <a:off x="6778080" y="910440"/>
              <a:ext cx="90000" cy="621000"/>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1" name="Google Shape;1291;p52"/>
            <p:cNvSpPr/>
            <p:nvPr/>
          </p:nvSpPr>
          <p:spPr>
            <a:xfrm>
              <a:off x="6628680" y="14227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92" name="Google Shape;1292;p5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93" name="Shape 1293"/>
        <p:cNvGrpSpPr/>
        <p:nvPr/>
      </p:nvGrpSpPr>
      <p:grpSpPr>
        <a:xfrm>
          <a:off x="0" y="0"/>
          <a:ext cx="0" cy="0"/>
          <a:chOff x="0" y="0"/>
          <a:chExt cx="0" cy="0"/>
        </a:xfrm>
      </p:grpSpPr>
      <p:grpSp>
        <p:nvGrpSpPr>
          <p:cNvPr id="1294" name="Google Shape;1294;p53"/>
          <p:cNvGrpSpPr/>
          <p:nvPr/>
        </p:nvGrpSpPr>
        <p:grpSpPr>
          <a:xfrm>
            <a:off x="0" y="0"/>
            <a:ext cx="9143995" cy="5143491"/>
            <a:chOff x="0" y="0"/>
            <a:chExt cx="9143995" cy="5143491"/>
          </a:xfrm>
        </p:grpSpPr>
        <p:sp>
          <p:nvSpPr>
            <p:cNvPr id="1295" name="Google Shape;1295;p53"/>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96" name="Google Shape;1296;p53"/>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97" name="Google Shape;1297;p53"/>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98" name="Google Shape;1298;p53"/>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299" name="Google Shape;1299;p53"/>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0" name="Google Shape;1300;p53"/>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1" name="Google Shape;1301;p53"/>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2" name="Google Shape;1302;p53"/>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3" name="Google Shape;1303;p53"/>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4" name="Google Shape;1304;p53"/>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5" name="Google Shape;1305;p53"/>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6" name="Google Shape;1306;p53"/>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7" name="Google Shape;1307;p53"/>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8" name="Google Shape;1308;p53"/>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09" name="Google Shape;1309;p53"/>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0" name="Google Shape;1310;p53"/>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1" name="Google Shape;1311;p53"/>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2" name="Google Shape;1312;p53"/>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3" name="Google Shape;1313;p53"/>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4" name="Google Shape;1314;p53"/>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5" name="Google Shape;1315;p53"/>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6" name="Google Shape;1316;p53"/>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7" name="Google Shape;1317;p53"/>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8" name="Google Shape;1318;p53"/>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19" name="Google Shape;1319;p53"/>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0" name="Google Shape;1320;p53"/>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1" name="Google Shape;1321;p53"/>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2" name="Google Shape;1322;p53"/>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3" name="Google Shape;1323;p53"/>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4" name="Google Shape;1324;p53"/>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5" name="Google Shape;1325;p53"/>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6" name="Google Shape;1326;p53"/>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7" name="Google Shape;1327;p53"/>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8" name="Google Shape;1328;p53"/>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29" name="Google Shape;1329;p53"/>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0" name="Google Shape;1330;p53"/>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1" name="Google Shape;1331;p53"/>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2" name="Google Shape;1332;p53"/>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3" name="Google Shape;1333;p53"/>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4" name="Google Shape;1334;p53"/>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5" name="Google Shape;1335;p53"/>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6" name="Google Shape;1336;p53"/>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7" name="Google Shape;1337;p53"/>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8" name="Google Shape;1338;p53"/>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39" name="Google Shape;1339;p53"/>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0" name="Google Shape;1340;p53"/>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1" name="Google Shape;1341;p53"/>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2" name="Google Shape;1342;p53"/>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3" name="Google Shape;1343;p53"/>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4" name="Google Shape;1344;p53"/>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5" name="Google Shape;1345;p53"/>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6" name="Google Shape;1346;p53"/>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7" name="Google Shape;1347;p53"/>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8" name="Google Shape;1348;p53"/>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49" name="Google Shape;1349;p53"/>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0" name="Google Shape;1350;p53"/>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1" name="Google Shape;1351;p53"/>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2" name="Google Shape;1352;p53"/>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3" name="Google Shape;1353;p53"/>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4" name="Google Shape;1354;p53"/>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5" name="Google Shape;1355;p53"/>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6" name="Google Shape;1356;p53"/>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7" name="Google Shape;1357;p53"/>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8" name="Google Shape;1358;p53"/>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59" name="Google Shape;1359;p53"/>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0" name="Google Shape;1360;p53"/>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1" name="Google Shape;1361;p53"/>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2" name="Google Shape;1362;p53"/>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3" name="Google Shape;1363;p53"/>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4" name="Google Shape;1364;p53"/>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5" name="Google Shape;1365;p53"/>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6" name="Google Shape;1366;p53"/>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7" name="Google Shape;1367;p53"/>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8" name="Google Shape;1368;p53"/>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69" name="Google Shape;1369;p53"/>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0" name="Google Shape;1370;p53"/>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1" name="Google Shape;1371;p53"/>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2" name="Google Shape;1372;p53"/>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3" name="Google Shape;1373;p53"/>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4" name="Google Shape;1374;p53"/>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5" name="Google Shape;1375;p53"/>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6" name="Google Shape;1376;p53"/>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7" name="Google Shape;1377;p53"/>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8" name="Google Shape;1378;p53"/>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79" name="Google Shape;1379;p53"/>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80" name="Google Shape;1380;p53"/>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81" name="Google Shape;1381;p53"/>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82" name="Google Shape;1382;p53"/>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83" name="Google Shape;1383;p53"/>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84" name="Google Shape;1384;p53"/>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85" name="Google Shape;1385;p53"/>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386" name="Google Shape;1386;p53"/>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1387" name="Google Shape;1387;p5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388" name="Google Shape;1388;p53"/>
          <p:cNvGrpSpPr/>
          <p:nvPr/>
        </p:nvGrpSpPr>
        <p:grpSpPr>
          <a:xfrm rot="10800000">
            <a:off x="8690758" y="539499"/>
            <a:ext cx="453232" cy="4057298"/>
            <a:chOff x="-18" y="539500"/>
            <a:chExt cx="453232" cy="4057298"/>
          </a:xfrm>
        </p:grpSpPr>
        <p:sp>
          <p:nvSpPr>
            <p:cNvPr id="1389" name="Google Shape;1389;p53"/>
            <p:cNvSpPr/>
            <p:nvPr/>
          </p:nvSpPr>
          <p:spPr>
            <a:xfrm rot="5400000">
              <a:off x="53069" y="1582766"/>
              <a:ext cx="82937" cy="189109"/>
            </a:xfrm>
            <a:custGeom>
              <a:rect b="b" l="l" r="r" t="t"/>
              <a:pathLst>
                <a:path extrusionOk="0" h="1500" w="251">
                  <a:moveTo>
                    <a:pt x="0" y="0"/>
                  </a:moveTo>
                  <a:lnTo>
                    <a:pt x="251" y="0"/>
                  </a:lnTo>
                  <a:lnTo>
                    <a:pt x="251" y="1500"/>
                  </a:lnTo>
                  <a:lnTo>
                    <a:pt x="0" y="150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0" name="Google Shape;1390;p53"/>
            <p:cNvSpPr/>
            <p:nvPr/>
          </p:nvSpPr>
          <p:spPr>
            <a:xfrm rot="5400000">
              <a:off x="127680" y="1919535"/>
              <a:ext cx="82606" cy="338000"/>
            </a:xfrm>
            <a:custGeom>
              <a:rect b="b" l="l" r="r" t="t"/>
              <a:pathLst>
                <a:path extrusionOk="0" h="2681" w="250">
                  <a:moveTo>
                    <a:pt x="0" y="0"/>
                  </a:moveTo>
                  <a:lnTo>
                    <a:pt x="250" y="0"/>
                  </a:lnTo>
                  <a:lnTo>
                    <a:pt x="250" y="2681"/>
                  </a:lnTo>
                  <a:lnTo>
                    <a:pt x="0" y="268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1" name="Google Shape;1391;p53"/>
            <p:cNvSpPr/>
            <p:nvPr/>
          </p:nvSpPr>
          <p:spPr>
            <a:xfrm rot="5400000">
              <a:off x="185130" y="2409932"/>
              <a:ext cx="82937" cy="453231"/>
            </a:xfrm>
            <a:custGeom>
              <a:rect b="b" l="l" r="r" t="t"/>
              <a:pathLst>
                <a:path extrusionOk="0" h="3595" w="251">
                  <a:moveTo>
                    <a:pt x="0" y="0"/>
                  </a:moveTo>
                  <a:lnTo>
                    <a:pt x="251" y="0"/>
                  </a:lnTo>
                  <a:lnTo>
                    <a:pt x="251" y="3595"/>
                  </a:lnTo>
                  <a:lnTo>
                    <a:pt x="0" y="35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2" name="Google Shape;1392;p53"/>
            <p:cNvSpPr/>
            <p:nvPr/>
          </p:nvSpPr>
          <p:spPr>
            <a:xfrm rot="5400000">
              <a:off x="150752" y="3267071"/>
              <a:ext cx="82606" cy="384143"/>
            </a:xfrm>
            <a:custGeom>
              <a:rect b="b" l="l" r="r" t="t"/>
              <a:pathLst>
                <a:path extrusionOk="0" h="3047" w="250">
                  <a:moveTo>
                    <a:pt x="0" y="0"/>
                  </a:moveTo>
                  <a:lnTo>
                    <a:pt x="250" y="0"/>
                  </a:lnTo>
                  <a:lnTo>
                    <a:pt x="250" y="3047"/>
                  </a:lnTo>
                  <a:lnTo>
                    <a:pt x="0" y="304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3" name="Google Shape;1393;p53"/>
            <p:cNvSpPr/>
            <p:nvPr/>
          </p:nvSpPr>
          <p:spPr>
            <a:xfrm rot="5400000">
              <a:off x="90741" y="2778574"/>
              <a:ext cx="82606" cy="264122"/>
            </a:xfrm>
            <a:custGeom>
              <a:rect b="b" l="l" r="r" t="t"/>
              <a:pathLst>
                <a:path extrusionOk="0" h="2095" w="250">
                  <a:moveTo>
                    <a:pt x="0" y="0"/>
                  </a:moveTo>
                  <a:lnTo>
                    <a:pt x="250" y="0"/>
                  </a:lnTo>
                  <a:lnTo>
                    <a:pt x="250" y="2095"/>
                  </a:lnTo>
                  <a:lnTo>
                    <a:pt x="0" y="20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4" name="Google Shape;1394;p53"/>
            <p:cNvSpPr/>
            <p:nvPr/>
          </p:nvSpPr>
          <p:spPr>
            <a:xfrm rot="5400000">
              <a:off x="32370" y="1466670"/>
              <a:ext cx="82606"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5" name="Google Shape;1395;p53"/>
            <p:cNvSpPr/>
            <p:nvPr/>
          </p:nvSpPr>
          <p:spPr>
            <a:xfrm rot="5400000">
              <a:off x="32306" y="1877783"/>
              <a:ext cx="82606"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6" name="Google Shape;1396;p53"/>
            <p:cNvSpPr/>
            <p:nvPr/>
          </p:nvSpPr>
          <p:spPr>
            <a:xfrm rot="5400000">
              <a:off x="97321" y="2360945"/>
              <a:ext cx="82937" cy="277612"/>
            </a:xfrm>
            <a:custGeom>
              <a:rect b="b" l="l" r="r" t="t"/>
              <a:pathLst>
                <a:path extrusionOk="0" h="2202" w="251">
                  <a:moveTo>
                    <a:pt x="0" y="0"/>
                  </a:moveTo>
                  <a:lnTo>
                    <a:pt x="251" y="0"/>
                  </a:lnTo>
                  <a:lnTo>
                    <a:pt x="251" y="2202"/>
                  </a:lnTo>
                  <a:lnTo>
                    <a:pt x="0" y="22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7" name="Google Shape;1397;p53"/>
            <p:cNvSpPr/>
            <p:nvPr/>
          </p:nvSpPr>
          <p:spPr>
            <a:xfrm rot="5400000">
              <a:off x="19447" y="3124122"/>
              <a:ext cx="82606" cy="121534"/>
            </a:xfrm>
            <a:custGeom>
              <a:rect b="b" l="l" r="r" t="t"/>
              <a:pathLst>
                <a:path extrusionOk="0" h="964" w="250">
                  <a:moveTo>
                    <a:pt x="0" y="0"/>
                  </a:moveTo>
                  <a:lnTo>
                    <a:pt x="250" y="0"/>
                  </a:lnTo>
                  <a:lnTo>
                    <a:pt x="250" y="964"/>
                  </a:lnTo>
                  <a:lnTo>
                    <a:pt x="0" y="96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8" name="Google Shape;1398;p53"/>
            <p:cNvSpPr/>
            <p:nvPr/>
          </p:nvSpPr>
          <p:spPr>
            <a:xfrm rot="5400000">
              <a:off x="-10936" y="3839808"/>
              <a:ext cx="82606" cy="60767"/>
            </a:xfrm>
            <a:custGeom>
              <a:rect b="b" l="l" r="r" t="t"/>
              <a:pathLst>
                <a:path extrusionOk="0" h="482" w="250">
                  <a:moveTo>
                    <a:pt x="0" y="0"/>
                  </a:moveTo>
                  <a:lnTo>
                    <a:pt x="250" y="0"/>
                  </a:lnTo>
                  <a:lnTo>
                    <a:pt x="250" y="482"/>
                  </a:lnTo>
                  <a:lnTo>
                    <a:pt x="0" y="48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9" name="Google Shape;1399;p53"/>
            <p:cNvSpPr/>
            <p:nvPr/>
          </p:nvSpPr>
          <p:spPr>
            <a:xfrm rot="5400000">
              <a:off x="36404" y="3655341"/>
              <a:ext cx="82606" cy="155447"/>
            </a:xfrm>
            <a:custGeom>
              <a:rect b="b" l="l" r="r" t="t"/>
              <a:pathLst>
                <a:path extrusionOk="0" h="1233" w="250">
                  <a:moveTo>
                    <a:pt x="0" y="0"/>
                  </a:moveTo>
                  <a:lnTo>
                    <a:pt x="250" y="0"/>
                  </a:lnTo>
                  <a:lnTo>
                    <a:pt x="250" y="1233"/>
                  </a:lnTo>
                  <a:lnTo>
                    <a:pt x="0" y="123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0" name="Google Shape;1400;p53"/>
            <p:cNvSpPr/>
            <p:nvPr/>
          </p:nvSpPr>
          <p:spPr>
            <a:xfrm rot="5400000">
              <a:off x="23001" y="4354047"/>
              <a:ext cx="82937" cy="128972"/>
            </a:xfrm>
            <a:custGeom>
              <a:rect b="b" l="l" r="r" t="t"/>
              <a:pathLst>
                <a:path extrusionOk="0" h="1023" w="251">
                  <a:moveTo>
                    <a:pt x="0" y="0"/>
                  </a:moveTo>
                  <a:lnTo>
                    <a:pt x="251" y="0"/>
                  </a:lnTo>
                  <a:lnTo>
                    <a:pt x="251" y="1023"/>
                  </a:lnTo>
                  <a:lnTo>
                    <a:pt x="0" y="10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1" name="Google Shape;1401;p53"/>
            <p:cNvSpPr/>
            <p:nvPr/>
          </p:nvSpPr>
          <p:spPr>
            <a:xfrm rot="5400000">
              <a:off x="2995" y="4237257"/>
              <a:ext cx="82606" cy="88629"/>
            </a:xfrm>
            <a:custGeom>
              <a:rect b="b" l="l" r="r" t="t"/>
              <a:pathLst>
                <a:path extrusionOk="0" h="703" w="250">
                  <a:moveTo>
                    <a:pt x="0" y="0"/>
                  </a:moveTo>
                  <a:lnTo>
                    <a:pt x="250" y="0"/>
                  </a:lnTo>
                  <a:lnTo>
                    <a:pt x="250" y="703"/>
                  </a:lnTo>
                  <a:lnTo>
                    <a:pt x="0" y="7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2" name="Google Shape;1402;p53"/>
            <p:cNvSpPr/>
            <p:nvPr/>
          </p:nvSpPr>
          <p:spPr>
            <a:xfrm rot="5400000">
              <a:off x="12324" y="4501851"/>
              <a:ext cx="82606" cy="107288"/>
            </a:xfrm>
            <a:custGeom>
              <a:rect b="b" l="l" r="r" t="t"/>
              <a:pathLst>
                <a:path extrusionOk="0" h="851" w="250">
                  <a:moveTo>
                    <a:pt x="0" y="0"/>
                  </a:moveTo>
                  <a:lnTo>
                    <a:pt x="250" y="0"/>
                  </a:lnTo>
                  <a:lnTo>
                    <a:pt x="250" y="851"/>
                  </a:lnTo>
                  <a:lnTo>
                    <a:pt x="0" y="85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3" name="Google Shape;1403;p53"/>
            <p:cNvSpPr/>
            <p:nvPr/>
          </p:nvSpPr>
          <p:spPr>
            <a:xfrm rot="5400000">
              <a:off x="67418" y="4035708"/>
              <a:ext cx="82606" cy="217475"/>
            </a:xfrm>
            <a:custGeom>
              <a:rect b="b" l="l" r="r" t="t"/>
              <a:pathLst>
                <a:path extrusionOk="0" h="1725" w="250">
                  <a:moveTo>
                    <a:pt x="0" y="0"/>
                  </a:moveTo>
                  <a:lnTo>
                    <a:pt x="250" y="0"/>
                  </a:lnTo>
                  <a:lnTo>
                    <a:pt x="250" y="1725"/>
                  </a:lnTo>
                  <a:lnTo>
                    <a:pt x="0" y="172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4" name="Google Shape;1404;p53"/>
            <p:cNvSpPr/>
            <p:nvPr/>
          </p:nvSpPr>
          <p:spPr>
            <a:xfrm rot="5400000">
              <a:off x="46427" y="3234269"/>
              <a:ext cx="82606" cy="175493"/>
            </a:xfrm>
            <a:custGeom>
              <a:rect b="b" l="l" r="r" t="t"/>
              <a:pathLst>
                <a:path extrusionOk="0" h="1392" w="250">
                  <a:moveTo>
                    <a:pt x="0" y="0"/>
                  </a:moveTo>
                  <a:lnTo>
                    <a:pt x="250" y="0"/>
                  </a:lnTo>
                  <a:lnTo>
                    <a:pt x="250" y="1392"/>
                  </a:lnTo>
                  <a:lnTo>
                    <a:pt x="0" y="139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5" name="Google Shape;1405;p53"/>
            <p:cNvSpPr/>
            <p:nvPr/>
          </p:nvSpPr>
          <p:spPr>
            <a:xfrm rot="5400000">
              <a:off x="32370" y="2151973"/>
              <a:ext cx="82606"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6" name="Google Shape;1406;p53"/>
            <p:cNvSpPr/>
            <p:nvPr/>
          </p:nvSpPr>
          <p:spPr>
            <a:xfrm rot="5400000">
              <a:off x="32306" y="1192479"/>
              <a:ext cx="82606"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7" name="Google Shape;1407;p53"/>
            <p:cNvSpPr/>
            <p:nvPr/>
          </p:nvSpPr>
          <p:spPr>
            <a:xfrm rot="5400000">
              <a:off x="6777" y="943756"/>
              <a:ext cx="82606" cy="96193"/>
            </a:xfrm>
            <a:custGeom>
              <a:rect b="b" l="l" r="r" t="t"/>
              <a:pathLst>
                <a:path extrusionOk="0" h="763" w="250">
                  <a:moveTo>
                    <a:pt x="0" y="0"/>
                  </a:moveTo>
                  <a:lnTo>
                    <a:pt x="250" y="0"/>
                  </a:lnTo>
                  <a:lnTo>
                    <a:pt x="250" y="763"/>
                  </a:lnTo>
                  <a:lnTo>
                    <a:pt x="0" y="76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8" name="Google Shape;1408;p53"/>
            <p:cNvSpPr/>
            <p:nvPr/>
          </p:nvSpPr>
          <p:spPr>
            <a:xfrm rot="5400000">
              <a:off x="6549" y="669730"/>
              <a:ext cx="82937" cy="96067"/>
            </a:xfrm>
            <a:custGeom>
              <a:rect b="b" l="l" r="r" t="t"/>
              <a:pathLst>
                <a:path extrusionOk="0" h="762" w="251">
                  <a:moveTo>
                    <a:pt x="0" y="0"/>
                  </a:moveTo>
                  <a:lnTo>
                    <a:pt x="251" y="0"/>
                  </a:lnTo>
                  <a:lnTo>
                    <a:pt x="251" y="762"/>
                  </a:lnTo>
                  <a:lnTo>
                    <a:pt x="0" y="76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9" name="Google Shape;1409;p53"/>
            <p:cNvSpPr/>
            <p:nvPr/>
          </p:nvSpPr>
          <p:spPr>
            <a:xfrm rot="5400000">
              <a:off x="38988" y="774417"/>
              <a:ext cx="82606" cy="160616"/>
            </a:xfrm>
            <a:custGeom>
              <a:rect b="b" l="l" r="r" t="t"/>
              <a:pathLst>
                <a:path extrusionOk="0" h="1274" w="250">
                  <a:moveTo>
                    <a:pt x="0" y="0"/>
                  </a:moveTo>
                  <a:lnTo>
                    <a:pt x="250" y="0"/>
                  </a:lnTo>
                  <a:lnTo>
                    <a:pt x="250" y="1274"/>
                  </a:lnTo>
                  <a:lnTo>
                    <a:pt x="0" y="127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0" name="Google Shape;1410;p53"/>
            <p:cNvSpPr/>
            <p:nvPr/>
          </p:nvSpPr>
          <p:spPr>
            <a:xfrm rot="5400000">
              <a:off x="-10747" y="1372660"/>
              <a:ext cx="82606"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1" name="Google Shape;1411;p53"/>
            <p:cNvSpPr/>
            <p:nvPr/>
          </p:nvSpPr>
          <p:spPr>
            <a:xfrm rot="5400000">
              <a:off x="-10912" y="1783875"/>
              <a:ext cx="82937" cy="61145"/>
            </a:xfrm>
            <a:custGeom>
              <a:rect b="b" l="l" r="r" t="t"/>
              <a:pathLst>
                <a:path extrusionOk="0" h="485" w="251">
                  <a:moveTo>
                    <a:pt x="0" y="0"/>
                  </a:moveTo>
                  <a:lnTo>
                    <a:pt x="251" y="0"/>
                  </a:lnTo>
                  <a:lnTo>
                    <a:pt x="251"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2" name="Google Shape;1412;p53"/>
            <p:cNvSpPr/>
            <p:nvPr/>
          </p:nvSpPr>
          <p:spPr>
            <a:xfrm rot="5400000">
              <a:off x="-10747" y="2332216"/>
              <a:ext cx="82606"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3" name="Google Shape;1413;p53"/>
            <p:cNvSpPr/>
            <p:nvPr/>
          </p:nvSpPr>
          <p:spPr>
            <a:xfrm rot="5400000">
              <a:off x="73532" y="2932910"/>
              <a:ext cx="82606" cy="229704"/>
            </a:xfrm>
            <a:custGeom>
              <a:rect b="b" l="l" r="r" t="t"/>
              <a:pathLst>
                <a:path extrusionOk="0" h="1822" w="250">
                  <a:moveTo>
                    <a:pt x="0" y="0"/>
                  </a:moveTo>
                  <a:lnTo>
                    <a:pt x="250" y="0"/>
                  </a:lnTo>
                  <a:lnTo>
                    <a:pt x="250" y="1822"/>
                  </a:lnTo>
                  <a:lnTo>
                    <a:pt x="0" y="182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4" name="Google Shape;1414;p53"/>
            <p:cNvSpPr/>
            <p:nvPr/>
          </p:nvSpPr>
          <p:spPr>
            <a:xfrm rot="5400000">
              <a:off x="-22283" y="2754471"/>
              <a:ext cx="82606"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5" name="Google Shape;1415;p53"/>
            <p:cNvSpPr/>
            <p:nvPr/>
          </p:nvSpPr>
          <p:spPr>
            <a:xfrm rot="5400000">
              <a:off x="-22448" y="3577067"/>
              <a:ext cx="82937" cy="38074"/>
            </a:xfrm>
            <a:custGeom>
              <a:rect b="b" l="l" r="r" t="t"/>
              <a:pathLst>
                <a:path extrusionOk="0" h="302" w="251">
                  <a:moveTo>
                    <a:pt x="0" y="0"/>
                  </a:moveTo>
                  <a:lnTo>
                    <a:pt x="251" y="0"/>
                  </a:lnTo>
                  <a:lnTo>
                    <a:pt x="251"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6" name="Google Shape;1416;p53"/>
            <p:cNvSpPr/>
            <p:nvPr/>
          </p:nvSpPr>
          <p:spPr>
            <a:xfrm rot="5400000">
              <a:off x="-22283" y="3988282"/>
              <a:ext cx="82606"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7" name="Google Shape;1417;p53"/>
            <p:cNvSpPr/>
            <p:nvPr/>
          </p:nvSpPr>
          <p:spPr>
            <a:xfrm rot="5400000">
              <a:off x="-26065" y="1113724"/>
              <a:ext cx="82606" cy="30510"/>
            </a:xfrm>
            <a:custGeom>
              <a:rect b="b" l="l" r="r" t="t"/>
              <a:pathLst>
                <a:path extrusionOk="0" h="242" w="250">
                  <a:moveTo>
                    <a:pt x="0" y="0"/>
                  </a:moveTo>
                  <a:lnTo>
                    <a:pt x="250" y="0"/>
                  </a:lnTo>
                  <a:lnTo>
                    <a:pt x="250" y="242"/>
                  </a:lnTo>
                  <a:lnTo>
                    <a:pt x="0" y="242"/>
                  </a:lnTo>
                  <a:lnTo>
                    <a:pt x="0" y="0"/>
                  </a:lnTo>
                  <a:close/>
                </a:path>
              </a:pathLst>
            </a:custGeom>
            <a:solidFill>
              <a:schemeClr val="lt2"/>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8" name="Google Shape;1418;p53"/>
            <p:cNvSpPr/>
            <p:nvPr/>
          </p:nvSpPr>
          <p:spPr>
            <a:xfrm rot="5400000">
              <a:off x="78071" y="461412"/>
              <a:ext cx="82606" cy="238781"/>
            </a:xfrm>
            <a:custGeom>
              <a:rect b="b" l="l" r="r" t="t"/>
              <a:pathLst>
                <a:path extrusionOk="0" h="1894" w="250">
                  <a:moveTo>
                    <a:pt x="0" y="0"/>
                  </a:moveTo>
                  <a:lnTo>
                    <a:pt x="250" y="0"/>
                  </a:lnTo>
                  <a:lnTo>
                    <a:pt x="250" y="1894"/>
                  </a:lnTo>
                  <a:lnTo>
                    <a:pt x="0" y="189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419" name="Shape 1419"/>
        <p:cNvGrpSpPr/>
        <p:nvPr/>
      </p:nvGrpSpPr>
      <p:grpSpPr>
        <a:xfrm>
          <a:off x="0" y="0"/>
          <a:ext cx="0" cy="0"/>
          <a:chOff x="0" y="0"/>
          <a:chExt cx="0" cy="0"/>
        </a:xfrm>
      </p:grpSpPr>
      <p:grpSp>
        <p:nvGrpSpPr>
          <p:cNvPr id="1420" name="Google Shape;1420;p54"/>
          <p:cNvGrpSpPr/>
          <p:nvPr/>
        </p:nvGrpSpPr>
        <p:grpSpPr>
          <a:xfrm>
            <a:off x="0" y="0"/>
            <a:ext cx="9143995" cy="5143491"/>
            <a:chOff x="0" y="0"/>
            <a:chExt cx="9143995" cy="5143491"/>
          </a:xfrm>
        </p:grpSpPr>
        <p:sp>
          <p:nvSpPr>
            <p:cNvPr id="1421" name="Google Shape;1421;p54"/>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22" name="Google Shape;1422;p54"/>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23" name="Google Shape;1423;p54"/>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24" name="Google Shape;1424;p54"/>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25" name="Google Shape;1425;p54"/>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26" name="Google Shape;1426;p54"/>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27" name="Google Shape;1427;p54"/>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28" name="Google Shape;1428;p54"/>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29" name="Google Shape;1429;p54"/>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0" name="Google Shape;1430;p54"/>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1" name="Google Shape;1431;p54"/>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2" name="Google Shape;1432;p54"/>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3" name="Google Shape;1433;p54"/>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4" name="Google Shape;1434;p54"/>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5" name="Google Shape;1435;p54"/>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6" name="Google Shape;1436;p54"/>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7" name="Google Shape;1437;p54"/>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8" name="Google Shape;1438;p54"/>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39" name="Google Shape;1439;p54"/>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0" name="Google Shape;1440;p54"/>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1" name="Google Shape;1441;p54"/>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2" name="Google Shape;1442;p54"/>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3" name="Google Shape;1443;p54"/>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4" name="Google Shape;1444;p54"/>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5" name="Google Shape;1445;p54"/>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6" name="Google Shape;1446;p54"/>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7" name="Google Shape;1447;p54"/>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8" name="Google Shape;1448;p54"/>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49" name="Google Shape;1449;p54"/>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0" name="Google Shape;1450;p54"/>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1" name="Google Shape;1451;p54"/>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2" name="Google Shape;1452;p54"/>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3" name="Google Shape;1453;p54"/>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4" name="Google Shape;1454;p54"/>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5" name="Google Shape;1455;p54"/>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6" name="Google Shape;1456;p54"/>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7" name="Google Shape;1457;p54"/>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8" name="Google Shape;1458;p54"/>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59" name="Google Shape;1459;p54"/>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0" name="Google Shape;1460;p54"/>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1" name="Google Shape;1461;p54"/>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2" name="Google Shape;1462;p54"/>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3" name="Google Shape;1463;p54"/>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4" name="Google Shape;1464;p54"/>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5" name="Google Shape;1465;p54"/>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6" name="Google Shape;1466;p54"/>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7" name="Google Shape;1467;p54"/>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8" name="Google Shape;1468;p54"/>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69" name="Google Shape;1469;p54"/>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0" name="Google Shape;1470;p54"/>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1" name="Google Shape;1471;p54"/>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2" name="Google Shape;1472;p54"/>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3" name="Google Shape;1473;p54"/>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4" name="Google Shape;1474;p54"/>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5" name="Google Shape;1475;p54"/>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6" name="Google Shape;1476;p54"/>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7" name="Google Shape;1477;p54"/>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8" name="Google Shape;1478;p54"/>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79" name="Google Shape;1479;p54"/>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0" name="Google Shape;1480;p54"/>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1" name="Google Shape;1481;p54"/>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2" name="Google Shape;1482;p54"/>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3" name="Google Shape;1483;p54"/>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4" name="Google Shape;1484;p54"/>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5" name="Google Shape;1485;p54"/>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6" name="Google Shape;1486;p54"/>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7" name="Google Shape;1487;p54"/>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8" name="Google Shape;1488;p54"/>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89" name="Google Shape;1489;p54"/>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0" name="Google Shape;1490;p54"/>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1" name="Google Shape;1491;p54"/>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2" name="Google Shape;1492;p54"/>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3" name="Google Shape;1493;p54"/>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4" name="Google Shape;1494;p54"/>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5" name="Google Shape;1495;p54"/>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6" name="Google Shape;1496;p54"/>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7" name="Google Shape;1497;p54"/>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8" name="Google Shape;1498;p54"/>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499" name="Google Shape;1499;p54"/>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0" name="Google Shape;1500;p54"/>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1" name="Google Shape;1501;p54"/>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2" name="Google Shape;1502;p54"/>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3" name="Google Shape;1503;p54"/>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4" name="Google Shape;1504;p54"/>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5" name="Google Shape;1505;p54"/>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6" name="Google Shape;1506;p54"/>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7" name="Google Shape;1507;p54"/>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8" name="Google Shape;1508;p54"/>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09" name="Google Shape;1509;p54"/>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10" name="Google Shape;1510;p54"/>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11" name="Google Shape;1511;p54"/>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12" name="Google Shape;1512;p54"/>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1513" name="Google Shape;1513;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14" name="Google Shape;1514;p54"/>
          <p:cNvSpPr/>
          <p:nvPr/>
        </p:nvSpPr>
        <p:spPr>
          <a:xfrm>
            <a:off x="8563634" y="710541"/>
            <a:ext cx="63179" cy="41638"/>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5" name="Google Shape;1515;p54"/>
          <p:cNvSpPr/>
          <p:nvPr/>
        </p:nvSpPr>
        <p:spPr>
          <a:xfrm>
            <a:off x="8975951" y="687186"/>
            <a:ext cx="63431" cy="88372"/>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6" name="Google Shape;1516;p54"/>
          <p:cNvSpPr/>
          <p:nvPr/>
        </p:nvSpPr>
        <p:spPr>
          <a:xfrm>
            <a:off x="8871327" y="701008"/>
            <a:ext cx="63179" cy="60729"/>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7" name="Google Shape;1517;p54"/>
          <p:cNvSpPr/>
          <p:nvPr/>
        </p:nvSpPr>
        <p:spPr>
          <a:xfrm>
            <a:off x="9080828" y="694615"/>
            <a:ext cx="63179" cy="73514"/>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8" name="Google Shape;1518;p54"/>
          <p:cNvSpPr/>
          <p:nvPr/>
        </p:nvSpPr>
        <p:spPr>
          <a:xfrm>
            <a:off x="8766450" y="656865"/>
            <a:ext cx="63179" cy="149014"/>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9" name="Google Shape;1519;p54"/>
          <p:cNvSpPr/>
          <p:nvPr/>
        </p:nvSpPr>
        <p:spPr>
          <a:xfrm>
            <a:off x="524121" y="680926"/>
            <a:ext cx="63179" cy="100898"/>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0" name="Google Shape;1520;p54"/>
          <p:cNvSpPr/>
          <p:nvPr/>
        </p:nvSpPr>
        <p:spPr>
          <a:xfrm>
            <a:off x="314367" y="698419"/>
            <a:ext cx="63179" cy="65912"/>
          </a:xfrm>
          <a:custGeom>
            <a:rect b="b" l="l" r="r" t="t"/>
            <a:pathLst>
              <a:path extrusionOk="0" h="763" w="250">
                <a:moveTo>
                  <a:pt x="0" y="0"/>
                </a:moveTo>
                <a:lnTo>
                  <a:pt x="250" y="0"/>
                </a:lnTo>
                <a:lnTo>
                  <a:pt x="250" y="763"/>
                </a:lnTo>
                <a:lnTo>
                  <a:pt x="0" y="76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1" name="Google Shape;1521;p54"/>
          <p:cNvSpPr/>
          <p:nvPr/>
        </p:nvSpPr>
        <p:spPr>
          <a:xfrm>
            <a:off x="104613" y="698462"/>
            <a:ext cx="63431" cy="65825"/>
          </a:xfrm>
          <a:custGeom>
            <a:rect b="b" l="l" r="r" t="t"/>
            <a:pathLst>
              <a:path extrusionOk="0" h="762" w="251">
                <a:moveTo>
                  <a:pt x="0" y="0"/>
                </a:moveTo>
                <a:lnTo>
                  <a:pt x="251" y="0"/>
                </a:lnTo>
                <a:lnTo>
                  <a:pt x="251" y="762"/>
                </a:lnTo>
                <a:lnTo>
                  <a:pt x="0" y="76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2" name="Google Shape;1522;p54"/>
          <p:cNvSpPr/>
          <p:nvPr/>
        </p:nvSpPr>
        <p:spPr>
          <a:xfrm>
            <a:off x="209490" y="676348"/>
            <a:ext cx="63179" cy="110054"/>
          </a:xfrm>
          <a:custGeom>
            <a:rect b="b" l="l" r="r" t="t"/>
            <a:pathLst>
              <a:path extrusionOk="0" h="1274" w="250">
                <a:moveTo>
                  <a:pt x="0" y="0"/>
                </a:moveTo>
                <a:lnTo>
                  <a:pt x="250" y="0"/>
                </a:lnTo>
                <a:lnTo>
                  <a:pt x="250" y="1274"/>
                </a:lnTo>
                <a:lnTo>
                  <a:pt x="0" y="127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3" name="Google Shape;1523;p54"/>
          <p:cNvSpPr/>
          <p:nvPr/>
        </p:nvSpPr>
        <p:spPr>
          <a:xfrm>
            <a:off x="8661573" y="718328"/>
            <a:ext cx="63179" cy="26088"/>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4" name="Google Shape;1524;p54"/>
          <p:cNvSpPr/>
          <p:nvPr/>
        </p:nvSpPr>
        <p:spPr>
          <a:xfrm>
            <a:off x="419244" y="720922"/>
            <a:ext cx="63179" cy="20905"/>
          </a:xfrm>
          <a:custGeom>
            <a:rect b="b" l="l" r="r" t="t"/>
            <a:pathLst>
              <a:path extrusionOk="0" h="242" w="250">
                <a:moveTo>
                  <a:pt x="0" y="0"/>
                </a:moveTo>
                <a:lnTo>
                  <a:pt x="250" y="0"/>
                </a:lnTo>
                <a:lnTo>
                  <a:pt x="250" y="242"/>
                </a:lnTo>
                <a:lnTo>
                  <a:pt x="0" y="242"/>
                </a:lnTo>
                <a:lnTo>
                  <a:pt x="0" y="0"/>
                </a:lnTo>
                <a:close/>
              </a:path>
            </a:pathLst>
          </a:custGeom>
          <a:solidFill>
            <a:schemeClr val="accent1"/>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5" name="Google Shape;1525;p54"/>
          <p:cNvSpPr/>
          <p:nvPr/>
        </p:nvSpPr>
        <p:spPr>
          <a:xfrm>
            <a:off x="-11" y="649568"/>
            <a:ext cx="63179" cy="163613"/>
          </a:xfrm>
          <a:custGeom>
            <a:rect b="b" l="l" r="r" t="t"/>
            <a:pathLst>
              <a:path extrusionOk="0" h="1894" w="250">
                <a:moveTo>
                  <a:pt x="0" y="0"/>
                </a:moveTo>
                <a:lnTo>
                  <a:pt x="250" y="0"/>
                </a:lnTo>
                <a:lnTo>
                  <a:pt x="250" y="1894"/>
                </a:lnTo>
                <a:lnTo>
                  <a:pt x="0" y="189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526" name="Shape 1526"/>
        <p:cNvGrpSpPr/>
        <p:nvPr/>
      </p:nvGrpSpPr>
      <p:grpSpPr>
        <a:xfrm>
          <a:off x="0" y="0"/>
          <a:ext cx="0" cy="0"/>
          <a:chOff x="0" y="0"/>
          <a:chExt cx="0" cy="0"/>
        </a:xfrm>
      </p:grpSpPr>
      <p:grpSp>
        <p:nvGrpSpPr>
          <p:cNvPr id="1527" name="Google Shape;1527;p55"/>
          <p:cNvGrpSpPr/>
          <p:nvPr/>
        </p:nvGrpSpPr>
        <p:grpSpPr>
          <a:xfrm>
            <a:off x="0" y="0"/>
            <a:ext cx="9143995" cy="5143491"/>
            <a:chOff x="0" y="0"/>
            <a:chExt cx="9143995" cy="5143491"/>
          </a:xfrm>
        </p:grpSpPr>
        <p:sp>
          <p:nvSpPr>
            <p:cNvPr id="1528" name="Google Shape;1528;p55"/>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29" name="Google Shape;1529;p55"/>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0" name="Google Shape;1530;p55"/>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1" name="Google Shape;1531;p55"/>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2" name="Google Shape;1532;p55"/>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3" name="Google Shape;1533;p55"/>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4" name="Google Shape;1534;p55"/>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5" name="Google Shape;1535;p55"/>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6" name="Google Shape;1536;p55"/>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7" name="Google Shape;1537;p55"/>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8" name="Google Shape;1538;p55"/>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39" name="Google Shape;1539;p55"/>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0" name="Google Shape;1540;p55"/>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1" name="Google Shape;1541;p55"/>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2" name="Google Shape;1542;p55"/>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3" name="Google Shape;1543;p55"/>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4" name="Google Shape;1544;p55"/>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5" name="Google Shape;1545;p55"/>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6" name="Google Shape;1546;p55"/>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7" name="Google Shape;1547;p55"/>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8" name="Google Shape;1548;p55"/>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49" name="Google Shape;1549;p55"/>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0" name="Google Shape;1550;p55"/>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1" name="Google Shape;1551;p55"/>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2" name="Google Shape;1552;p55"/>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3" name="Google Shape;1553;p55"/>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4" name="Google Shape;1554;p55"/>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5" name="Google Shape;1555;p55"/>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6" name="Google Shape;1556;p55"/>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7" name="Google Shape;1557;p55"/>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8" name="Google Shape;1558;p55"/>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59" name="Google Shape;1559;p55"/>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0" name="Google Shape;1560;p55"/>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1" name="Google Shape;1561;p55"/>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2" name="Google Shape;1562;p55"/>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3" name="Google Shape;1563;p55"/>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4" name="Google Shape;1564;p55"/>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5" name="Google Shape;1565;p55"/>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6" name="Google Shape;1566;p55"/>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7" name="Google Shape;1567;p55"/>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8" name="Google Shape;1568;p55"/>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69" name="Google Shape;1569;p55"/>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0" name="Google Shape;1570;p55"/>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1" name="Google Shape;1571;p55"/>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2" name="Google Shape;1572;p55"/>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3" name="Google Shape;1573;p55"/>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4" name="Google Shape;1574;p55"/>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5" name="Google Shape;1575;p55"/>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6" name="Google Shape;1576;p55"/>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7" name="Google Shape;1577;p55"/>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8" name="Google Shape;1578;p55"/>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79" name="Google Shape;1579;p55"/>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0" name="Google Shape;1580;p55"/>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1" name="Google Shape;1581;p55"/>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2" name="Google Shape;1582;p55"/>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3" name="Google Shape;1583;p55"/>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4" name="Google Shape;1584;p55"/>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5" name="Google Shape;1585;p55"/>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6" name="Google Shape;1586;p55"/>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7" name="Google Shape;1587;p55"/>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8" name="Google Shape;1588;p55"/>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89" name="Google Shape;1589;p55"/>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0" name="Google Shape;1590;p55"/>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1" name="Google Shape;1591;p55"/>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2" name="Google Shape;1592;p55"/>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3" name="Google Shape;1593;p55"/>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4" name="Google Shape;1594;p55"/>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5" name="Google Shape;1595;p55"/>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6" name="Google Shape;1596;p55"/>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7" name="Google Shape;1597;p55"/>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8" name="Google Shape;1598;p55"/>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599" name="Google Shape;1599;p55"/>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0" name="Google Shape;1600;p55"/>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1" name="Google Shape;1601;p55"/>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2" name="Google Shape;1602;p55"/>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3" name="Google Shape;1603;p55"/>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4" name="Google Shape;1604;p55"/>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5" name="Google Shape;1605;p55"/>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6" name="Google Shape;1606;p55"/>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7" name="Google Shape;1607;p55"/>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8" name="Google Shape;1608;p55"/>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09" name="Google Shape;1609;p55"/>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0" name="Google Shape;1610;p55"/>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1" name="Google Shape;1611;p55"/>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2" name="Google Shape;1612;p55"/>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3" name="Google Shape;1613;p55"/>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4" name="Google Shape;1614;p55"/>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5" name="Google Shape;1615;p55"/>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6" name="Google Shape;1616;p55"/>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7" name="Google Shape;1617;p55"/>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8" name="Google Shape;1618;p55"/>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19" name="Google Shape;1619;p55"/>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1620" name="Google Shape;1620;p5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21" name="Google Shape;1621;p55"/>
          <p:cNvSpPr txBox="1"/>
          <p:nvPr>
            <p:ph idx="1" type="subTitle"/>
          </p:nvPr>
        </p:nvSpPr>
        <p:spPr>
          <a:xfrm>
            <a:off x="5018337" y="2390225"/>
            <a:ext cx="3356400" cy="1389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2" name="Google Shape;1622;p55"/>
          <p:cNvSpPr txBox="1"/>
          <p:nvPr>
            <p:ph idx="2" type="subTitle"/>
          </p:nvPr>
        </p:nvSpPr>
        <p:spPr>
          <a:xfrm>
            <a:off x="769262" y="2390225"/>
            <a:ext cx="3356400" cy="1389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3" name="Google Shape;1623;p55"/>
          <p:cNvSpPr txBox="1"/>
          <p:nvPr>
            <p:ph idx="3" type="subTitle"/>
          </p:nvPr>
        </p:nvSpPr>
        <p:spPr>
          <a:xfrm>
            <a:off x="769262" y="1893875"/>
            <a:ext cx="3356400" cy="572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9pPr>
          </a:lstStyle>
          <a:p/>
        </p:txBody>
      </p:sp>
      <p:sp>
        <p:nvSpPr>
          <p:cNvPr id="1624" name="Google Shape;1624;p55"/>
          <p:cNvSpPr txBox="1"/>
          <p:nvPr>
            <p:ph idx="4" type="subTitle"/>
          </p:nvPr>
        </p:nvSpPr>
        <p:spPr>
          <a:xfrm>
            <a:off x="5018338" y="1893875"/>
            <a:ext cx="3356400" cy="572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9pPr>
          </a:lstStyle>
          <a:p/>
        </p:txBody>
      </p:sp>
      <p:grpSp>
        <p:nvGrpSpPr>
          <p:cNvPr id="1625" name="Google Shape;1625;p55"/>
          <p:cNvGrpSpPr/>
          <p:nvPr/>
        </p:nvGrpSpPr>
        <p:grpSpPr>
          <a:xfrm>
            <a:off x="7980795" y="-22"/>
            <a:ext cx="1163258" cy="567589"/>
            <a:chOff x="6180480" y="488520"/>
            <a:chExt cx="1135440" cy="1204560"/>
          </a:xfrm>
        </p:grpSpPr>
        <p:sp>
          <p:nvSpPr>
            <p:cNvPr id="1626" name="Google Shape;1626;p55"/>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7" name="Google Shape;1627;p55"/>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8" name="Google Shape;1628;p55"/>
            <p:cNvSpPr/>
            <p:nvPr/>
          </p:nvSpPr>
          <p:spPr>
            <a:xfrm>
              <a:off x="7076520" y="794880"/>
              <a:ext cx="90360" cy="368280"/>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29" name="Google Shape;1629;p55"/>
            <p:cNvSpPr/>
            <p:nvPr/>
          </p:nvSpPr>
          <p:spPr>
            <a:xfrm>
              <a:off x="6927480" y="910440"/>
              <a:ext cx="90000" cy="253080"/>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0" name="Google Shape;1630;p55"/>
            <p:cNvSpPr/>
            <p:nvPr/>
          </p:nvSpPr>
          <p:spPr>
            <a:xfrm>
              <a:off x="7225920" y="488520"/>
              <a:ext cx="90000" cy="306360"/>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1" name="Google Shape;1631;p55"/>
            <p:cNvSpPr/>
            <p:nvPr/>
          </p:nvSpPr>
          <p:spPr>
            <a:xfrm>
              <a:off x="6778080" y="910440"/>
              <a:ext cx="90000" cy="621000"/>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2" name="Google Shape;1632;p55"/>
            <p:cNvSpPr/>
            <p:nvPr/>
          </p:nvSpPr>
          <p:spPr>
            <a:xfrm>
              <a:off x="6180480" y="136965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3" name="Google Shape;1633;p55"/>
            <p:cNvSpPr/>
            <p:nvPr/>
          </p:nvSpPr>
          <p:spPr>
            <a:xfrm>
              <a:off x="6628680" y="14227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34" name="Google Shape;1634;p55"/>
          <p:cNvGrpSpPr/>
          <p:nvPr/>
        </p:nvGrpSpPr>
        <p:grpSpPr>
          <a:xfrm>
            <a:off x="54322" y="4610065"/>
            <a:ext cx="1469010" cy="542687"/>
            <a:chOff x="4687560" y="2019390"/>
            <a:chExt cx="1433880" cy="1549650"/>
          </a:xfrm>
        </p:grpSpPr>
        <p:sp>
          <p:nvSpPr>
            <p:cNvPr id="1635" name="Google Shape;1635;p55"/>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6" name="Google Shape;1636;p55"/>
            <p:cNvSpPr/>
            <p:nvPr/>
          </p:nvSpPr>
          <p:spPr>
            <a:xfrm>
              <a:off x="6031440" y="2019390"/>
              <a:ext cx="90000" cy="1096920"/>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7" name="Google Shape;1637;p55"/>
            <p:cNvSpPr/>
            <p:nvPr/>
          </p:nvSpPr>
          <p:spPr>
            <a:xfrm>
              <a:off x="5433840" y="2706120"/>
              <a:ext cx="90000" cy="754200"/>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8" name="Google Shape;1638;p55"/>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9" name="Google Shape;1639;p55"/>
            <p:cNvSpPr/>
            <p:nvPr/>
          </p:nvSpPr>
          <p:spPr>
            <a:xfrm>
              <a:off x="5732640" y="2050560"/>
              <a:ext cx="90000" cy="347040"/>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0" name="Google Shape;1640;p55"/>
            <p:cNvSpPr/>
            <p:nvPr/>
          </p:nvSpPr>
          <p:spPr>
            <a:xfrm>
              <a:off x="5882040" y="2397600"/>
              <a:ext cx="90000" cy="501120"/>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1" name="Google Shape;1641;p55"/>
            <p:cNvSpPr/>
            <p:nvPr/>
          </p:nvSpPr>
          <p:spPr>
            <a:xfrm>
              <a:off x="4687560" y="3133800"/>
              <a:ext cx="90000" cy="420840"/>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2" name="Google Shape;1642;p55"/>
            <p:cNvSpPr/>
            <p:nvPr/>
          </p:nvSpPr>
          <p:spPr>
            <a:xfrm>
              <a:off x="4836960" y="2959200"/>
              <a:ext cx="90000" cy="174600"/>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3" name="Google Shape;1643;p55"/>
            <p:cNvSpPr/>
            <p:nvPr/>
          </p:nvSpPr>
          <p:spPr>
            <a:xfrm>
              <a:off x="5583240" y="2050560"/>
              <a:ext cx="90000" cy="655920"/>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4" name="Google Shape;1644;p55"/>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645" name="Shape 1645"/>
        <p:cNvGrpSpPr/>
        <p:nvPr/>
      </p:nvGrpSpPr>
      <p:grpSpPr>
        <a:xfrm>
          <a:off x="0" y="0"/>
          <a:ext cx="0" cy="0"/>
          <a:chOff x="0" y="0"/>
          <a:chExt cx="0" cy="0"/>
        </a:xfrm>
      </p:grpSpPr>
      <p:grpSp>
        <p:nvGrpSpPr>
          <p:cNvPr id="1646" name="Google Shape;1646;p56"/>
          <p:cNvGrpSpPr/>
          <p:nvPr/>
        </p:nvGrpSpPr>
        <p:grpSpPr>
          <a:xfrm>
            <a:off x="0" y="0"/>
            <a:ext cx="9143995" cy="5143491"/>
            <a:chOff x="0" y="0"/>
            <a:chExt cx="9143995" cy="5143491"/>
          </a:xfrm>
        </p:grpSpPr>
        <p:sp>
          <p:nvSpPr>
            <p:cNvPr id="1647" name="Google Shape;1647;p56"/>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48" name="Google Shape;1648;p56"/>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49" name="Google Shape;1649;p56"/>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0" name="Google Shape;1650;p56"/>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1" name="Google Shape;1651;p56"/>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2" name="Google Shape;1652;p56"/>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3" name="Google Shape;1653;p56"/>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4" name="Google Shape;1654;p56"/>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5" name="Google Shape;1655;p56"/>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6" name="Google Shape;1656;p56"/>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7" name="Google Shape;1657;p56"/>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8" name="Google Shape;1658;p56"/>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59" name="Google Shape;1659;p56"/>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0" name="Google Shape;1660;p56"/>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1" name="Google Shape;1661;p56"/>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2" name="Google Shape;1662;p56"/>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3" name="Google Shape;1663;p56"/>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4" name="Google Shape;1664;p56"/>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5" name="Google Shape;1665;p56"/>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6" name="Google Shape;1666;p56"/>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7" name="Google Shape;1667;p56"/>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8" name="Google Shape;1668;p56"/>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69" name="Google Shape;1669;p56"/>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0" name="Google Shape;1670;p56"/>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1" name="Google Shape;1671;p56"/>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2" name="Google Shape;1672;p56"/>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3" name="Google Shape;1673;p56"/>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4" name="Google Shape;1674;p56"/>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5" name="Google Shape;1675;p56"/>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6" name="Google Shape;1676;p56"/>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7" name="Google Shape;1677;p56"/>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8" name="Google Shape;1678;p56"/>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79" name="Google Shape;1679;p56"/>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0" name="Google Shape;1680;p56"/>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1" name="Google Shape;1681;p56"/>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2" name="Google Shape;1682;p56"/>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3" name="Google Shape;1683;p56"/>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4" name="Google Shape;1684;p56"/>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5" name="Google Shape;1685;p56"/>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6" name="Google Shape;1686;p56"/>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7" name="Google Shape;1687;p56"/>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8" name="Google Shape;1688;p56"/>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89" name="Google Shape;1689;p56"/>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0" name="Google Shape;1690;p56"/>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1" name="Google Shape;1691;p56"/>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2" name="Google Shape;1692;p56"/>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3" name="Google Shape;1693;p56"/>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4" name="Google Shape;1694;p56"/>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5" name="Google Shape;1695;p56"/>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6" name="Google Shape;1696;p56"/>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7" name="Google Shape;1697;p56"/>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8" name="Google Shape;1698;p56"/>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699" name="Google Shape;1699;p56"/>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0" name="Google Shape;1700;p56"/>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1" name="Google Shape;1701;p56"/>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2" name="Google Shape;1702;p56"/>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3" name="Google Shape;1703;p56"/>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4" name="Google Shape;1704;p56"/>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5" name="Google Shape;1705;p56"/>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6" name="Google Shape;1706;p56"/>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7" name="Google Shape;1707;p56"/>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8" name="Google Shape;1708;p56"/>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09" name="Google Shape;1709;p56"/>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0" name="Google Shape;1710;p56"/>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1" name="Google Shape;1711;p56"/>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2" name="Google Shape;1712;p56"/>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3" name="Google Shape;1713;p56"/>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4" name="Google Shape;1714;p56"/>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5" name="Google Shape;1715;p56"/>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6" name="Google Shape;1716;p56"/>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7" name="Google Shape;1717;p56"/>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8" name="Google Shape;1718;p56"/>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19" name="Google Shape;1719;p56"/>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0" name="Google Shape;1720;p56"/>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1" name="Google Shape;1721;p56"/>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2" name="Google Shape;1722;p56"/>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3" name="Google Shape;1723;p56"/>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4" name="Google Shape;1724;p56"/>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5" name="Google Shape;1725;p56"/>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6" name="Google Shape;1726;p56"/>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7" name="Google Shape;1727;p56"/>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8" name="Google Shape;1728;p56"/>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29" name="Google Shape;1729;p56"/>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0" name="Google Shape;1730;p56"/>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1" name="Google Shape;1731;p56"/>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2" name="Google Shape;1732;p56"/>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3" name="Google Shape;1733;p56"/>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4" name="Google Shape;1734;p56"/>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5" name="Google Shape;1735;p56"/>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6" name="Google Shape;1736;p56"/>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7" name="Google Shape;1737;p56"/>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738" name="Google Shape;1738;p56"/>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1739" name="Google Shape;1739;p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740" name="Google Shape;1740;p56"/>
          <p:cNvGrpSpPr/>
          <p:nvPr/>
        </p:nvGrpSpPr>
        <p:grpSpPr>
          <a:xfrm>
            <a:off x="2298156" y="4651367"/>
            <a:ext cx="4547874" cy="491789"/>
            <a:chOff x="122000" y="4884626"/>
            <a:chExt cx="8899950" cy="258877"/>
          </a:xfrm>
        </p:grpSpPr>
        <p:sp>
          <p:nvSpPr>
            <p:cNvPr id="1741" name="Google Shape;1741;p56"/>
            <p:cNvSpPr/>
            <p:nvPr/>
          </p:nvSpPr>
          <p:spPr>
            <a:xfrm>
              <a:off x="12200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2" name="Google Shape;1742;p56"/>
            <p:cNvSpPr/>
            <p:nvPr/>
          </p:nvSpPr>
          <p:spPr>
            <a:xfrm>
              <a:off x="420441"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3" name="Google Shape;1743;p56"/>
            <p:cNvSpPr/>
            <p:nvPr/>
          </p:nvSpPr>
          <p:spPr>
            <a:xfrm>
              <a:off x="719241"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4" name="Google Shape;1744;p56"/>
            <p:cNvSpPr/>
            <p:nvPr/>
          </p:nvSpPr>
          <p:spPr>
            <a:xfrm>
              <a:off x="1018042"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5" name="Google Shape;1745;p56"/>
            <p:cNvSpPr/>
            <p:nvPr/>
          </p:nvSpPr>
          <p:spPr>
            <a:xfrm>
              <a:off x="1316483"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6" name="Google Shape;1746;p56"/>
            <p:cNvSpPr/>
            <p:nvPr/>
          </p:nvSpPr>
          <p:spPr>
            <a:xfrm>
              <a:off x="1615283"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7" name="Google Shape;1747;p56"/>
            <p:cNvSpPr/>
            <p:nvPr/>
          </p:nvSpPr>
          <p:spPr>
            <a:xfrm>
              <a:off x="22125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8" name="Google Shape;1748;p56"/>
            <p:cNvSpPr/>
            <p:nvPr/>
          </p:nvSpPr>
          <p:spPr>
            <a:xfrm>
              <a:off x="2809766"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9" name="Google Shape;1749;p56"/>
            <p:cNvSpPr/>
            <p:nvPr/>
          </p:nvSpPr>
          <p:spPr>
            <a:xfrm>
              <a:off x="3108567"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0" name="Google Shape;1750;p56"/>
            <p:cNvSpPr/>
            <p:nvPr/>
          </p:nvSpPr>
          <p:spPr>
            <a:xfrm>
              <a:off x="3407008"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1" name="Google Shape;1751;p56"/>
            <p:cNvSpPr/>
            <p:nvPr/>
          </p:nvSpPr>
          <p:spPr>
            <a:xfrm>
              <a:off x="3705808"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2" name="Google Shape;1752;p56"/>
            <p:cNvSpPr/>
            <p:nvPr/>
          </p:nvSpPr>
          <p:spPr>
            <a:xfrm>
              <a:off x="4004609"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3" name="Google Shape;1753;p56"/>
            <p:cNvSpPr/>
            <p:nvPr/>
          </p:nvSpPr>
          <p:spPr>
            <a:xfrm>
              <a:off x="4303050" y="4917447"/>
              <a:ext cx="239400" cy="226056"/>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4" name="Google Shape;1754;p56"/>
            <p:cNvSpPr/>
            <p:nvPr/>
          </p:nvSpPr>
          <p:spPr>
            <a:xfrm>
              <a:off x="1914084"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5" name="Google Shape;1755;p56"/>
            <p:cNvSpPr/>
            <p:nvPr/>
          </p:nvSpPr>
          <p:spPr>
            <a:xfrm>
              <a:off x="2510966"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6" name="Google Shape;1756;p56"/>
            <p:cNvSpPr/>
            <p:nvPr/>
          </p:nvSpPr>
          <p:spPr>
            <a:xfrm flipH="1">
              <a:off x="878255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7" name="Google Shape;1757;p56"/>
            <p:cNvSpPr/>
            <p:nvPr/>
          </p:nvSpPr>
          <p:spPr>
            <a:xfrm flipH="1">
              <a:off x="8484109"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8" name="Google Shape;1758;p56"/>
            <p:cNvSpPr/>
            <p:nvPr/>
          </p:nvSpPr>
          <p:spPr>
            <a:xfrm flipH="1">
              <a:off x="8185309"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9" name="Google Shape;1759;p56"/>
            <p:cNvSpPr/>
            <p:nvPr/>
          </p:nvSpPr>
          <p:spPr>
            <a:xfrm flipH="1">
              <a:off x="7886508"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0" name="Google Shape;1760;p56"/>
            <p:cNvSpPr/>
            <p:nvPr/>
          </p:nvSpPr>
          <p:spPr>
            <a:xfrm flipH="1">
              <a:off x="7587707"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1" name="Google Shape;1761;p56"/>
            <p:cNvSpPr/>
            <p:nvPr/>
          </p:nvSpPr>
          <p:spPr>
            <a:xfrm flipH="1">
              <a:off x="7289267"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2" name="Google Shape;1762;p56"/>
            <p:cNvSpPr/>
            <p:nvPr/>
          </p:nvSpPr>
          <p:spPr>
            <a:xfrm flipH="1">
              <a:off x="66920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3" name="Google Shape;1763;p56"/>
            <p:cNvSpPr/>
            <p:nvPr/>
          </p:nvSpPr>
          <p:spPr>
            <a:xfrm flipH="1">
              <a:off x="6094784"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4" name="Google Shape;1764;p56"/>
            <p:cNvSpPr/>
            <p:nvPr/>
          </p:nvSpPr>
          <p:spPr>
            <a:xfrm flipH="1">
              <a:off x="5795983"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5" name="Google Shape;1765;p56"/>
            <p:cNvSpPr/>
            <p:nvPr/>
          </p:nvSpPr>
          <p:spPr>
            <a:xfrm flipH="1">
              <a:off x="5497542"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6" name="Google Shape;1766;p56"/>
            <p:cNvSpPr/>
            <p:nvPr/>
          </p:nvSpPr>
          <p:spPr>
            <a:xfrm flipH="1">
              <a:off x="5198742"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7" name="Google Shape;1767;p56"/>
            <p:cNvSpPr/>
            <p:nvPr/>
          </p:nvSpPr>
          <p:spPr>
            <a:xfrm flipH="1">
              <a:off x="4899941"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8" name="Google Shape;1768;p56"/>
            <p:cNvSpPr/>
            <p:nvPr/>
          </p:nvSpPr>
          <p:spPr>
            <a:xfrm flipH="1">
              <a:off x="4601500" y="4884626"/>
              <a:ext cx="239400" cy="258876"/>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9" name="Google Shape;1769;p56"/>
            <p:cNvSpPr/>
            <p:nvPr/>
          </p:nvSpPr>
          <p:spPr>
            <a:xfrm flipH="1">
              <a:off x="6990466"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0" name="Google Shape;1770;p56"/>
            <p:cNvSpPr/>
            <p:nvPr/>
          </p:nvSpPr>
          <p:spPr>
            <a:xfrm flipH="1">
              <a:off x="6393584"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771" name="Google Shape;1771;p56"/>
          <p:cNvGrpSpPr/>
          <p:nvPr/>
        </p:nvGrpSpPr>
        <p:grpSpPr>
          <a:xfrm>
            <a:off x="2297975" y="4848940"/>
            <a:ext cx="4547874" cy="294550"/>
            <a:chOff x="122000" y="4884626"/>
            <a:chExt cx="8899950" cy="258877"/>
          </a:xfrm>
        </p:grpSpPr>
        <p:sp>
          <p:nvSpPr>
            <p:cNvPr id="1772" name="Google Shape;1772;p56"/>
            <p:cNvSpPr/>
            <p:nvPr/>
          </p:nvSpPr>
          <p:spPr>
            <a:xfrm>
              <a:off x="12200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3" name="Google Shape;1773;p56"/>
            <p:cNvSpPr/>
            <p:nvPr/>
          </p:nvSpPr>
          <p:spPr>
            <a:xfrm>
              <a:off x="420441"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4" name="Google Shape;1774;p56"/>
            <p:cNvSpPr/>
            <p:nvPr/>
          </p:nvSpPr>
          <p:spPr>
            <a:xfrm>
              <a:off x="719241"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5" name="Google Shape;1775;p56"/>
            <p:cNvSpPr/>
            <p:nvPr/>
          </p:nvSpPr>
          <p:spPr>
            <a:xfrm>
              <a:off x="1018042"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6" name="Google Shape;1776;p56"/>
            <p:cNvSpPr/>
            <p:nvPr/>
          </p:nvSpPr>
          <p:spPr>
            <a:xfrm>
              <a:off x="1316483"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7" name="Google Shape;1777;p56"/>
            <p:cNvSpPr/>
            <p:nvPr/>
          </p:nvSpPr>
          <p:spPr>
            <a:xfrm>
              <a:off x="1615283"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8" name="Google Shape;1778;p56"/>
            <p:cNvSpPr/>
            <p:nvPr/>
          </p:nvSpPr>
          <p:spPr>
            <a:xfrm>
              <a:off x="22125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9" name="Google Shape;1779;p56"/>
            <p:cNvSpPr/>
            <p:nvPr/>
          </p:nvSpPr>
          <p:spPr>
            <a:xfrm>
              <a:off x="2809766"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0" name="Google Shape;1780;p56"/>
            <p:cNvSpPr/>
            <p:nvPr/>
          </p:nvSpPr>
          <p:spPr>
            <a:xfrm>
              <a:off x="3108567"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1" name="Google Shape;1781;p56"/>
            <p:cNvSpPr/>
            <p:nvPr/>
          </p:nvSpPr>
          <p:spPr>
            <a:xfrm>
              <a:off x="3407008"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2" name="Google Shape;1782;p56"/>
            <p:cNvSpPr/>
            <p:nvPr/>
          </p:nvSpPr>
          <p:spPr>
            <a:xfrm>
              <a:off x="3705808"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3" name="Google Shape;1783;p56"/>
            <p:cNvSpPr/>
            <p:nvPr/>
          </p:nvSpPr>
          <p:spPr>
            <a:xfrm>
              <a:off x="4004609"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4" name="Google Shape;1784;p56"/>
            <p:cNvSpPr/>
            <p:nvPr/>
          </p:nvSpPr>
          <p:spPr>
            <a:xfrm>
              <a:off x="4303050" y="4917447"/>
              <a:ext cx="239400" cy="226056"/>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5" name="Google Shape;1785;p56"/>
            <p:cNvSpPr/>
            <p:nvPr/>
          </p:nvSpPr>
          <p:spPr>
            <a:xfrm>
              <a:off x="1914084"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6" name="Google Shape;1786;p56"/>
            <p:cNvSpPr/>
            <p:nvPr/>
          </p:nvSpPr>
          <p:spPr>
            <a:xfrm>
              <a:off x="2510966"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7" name="Google Shape;1787;p56"/>
            <p:cNvSpPr/>
            <p:nvPr/>
          </p:nvSpPr>
          <p:spPr>
            <a:xfrm flipH="1">
              <a:off x="878255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8" name="Google Shape;1788;p56"/>
            <p:cNvSpPr/>
            <p:nvPr/>
          </p:nvSpPr>
          <p:spPr>
            <a:xfrm flipH="1">
              <a:off x="8484109"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9" name="Google Shape;1789;p56"/>
            <p:cNvSpPr/>
            <p:nvPr/>
          </p:nvSpPr>
          <p:spPr>
            <a:xfrm flipH="1">
              <a:off x="8185309"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0" name="Google Shape;1790;p56"/>
            <p:cNvSpPr/>
            <p:nvPr/>
          </p:nvSpPr>
          <p:spPr>
            <a:xfrm flipH="1">
              <a:off x="7886508"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1" name="Google Shape;1791;p56"/>
            <p:cNvSpPr/>
            <p:nvPr/>
          </p:nvSpPr>
          <p:spPr>
            <a:xfrm flipH="1">
              <a:off x="7587707"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2" name="Google Shape;1792;p56"/>
            <p:cNvSpPr/>
            <p:nvPr/>
          </p:nvSpPr>
          <p:spPr>
            <a:xfrm flipH="1">
              <a:off x="7289267"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3" name="Google Shape;1793;p56"/>
            <p:cNvSpPr/>
            <p:nvPr/>
          </p:nvSpPr>
          <p:spPr>
            <a:xfrm flipH="1">
              <a:off x="66920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4" name="Google Shape;1794;p56"/>
            <p:cNvSpPr/>
            <p:nvPr/>
          </p:nvSpPr>
          <p:spPr>
            <a:xfrm flipH="1">
              <a:off x="6094784"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5" name="Google Shape;1795;p56"/>
            <p:cNvSpPr/>
            <p:nvPr/>
          </p:nvSpPr>
          <p:spPr>
            <a:xfrm flipH="1">
              <a:off x="5795983"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6" name="Google Shape;1796;p56"/>
            <p:cNvSpPr/>
            <p:nvPr/>
          </p:nvSpPr>
          <p:spPr>
            <a:xfrm flipH="1">
              <a:off x="5497542"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7" name="Google Shape;1797;p56"/>
            <p:cNvSpPr/>
            <p:nvPr/>
          </p:nvSpPr>
          <p:spPr>
            <a:xfrm flipH="1">
              <a:off x="5198742"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8" name="Google Shape;1798;p56"/>
            <p:cNvSpPr/>
            <p:nvPr/>
          </p:nvSpPr>
          <p:spPr>
            <a:xfrm flipH="1">
              <a:off x="4899941"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9" name="Google Shape;1799;p56"/>
            <p:cNvSpPr/>
            <p:nvPr/>
          </p:nvSpPr>
          <p:spPr>
            <a:xfrm flipH="1">
              <a:off x="4601500" y="4884626"/>
              <a:ext cx="239400" cy="258876"/>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0" name="Google Shape;1800;p56"/>
            <p:cNvSpPr/>
            <p:nvPr/>
          </p:nvSpPr>
          <p:spPr>
            <a:xfrm flipH="1">
              <a:off x="6990466"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1" name="Google Shape;1801;p56"/>
            <p:cNvSpPr/>
            <p:nvPr/>
          </p:nvSpPr>
          <p:spPr>
            <a:xfrm flipH="1">
              <a:off x="6393584"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802" name="Shape 1802"/>
        <p:cNvGrpSpPr/>
        <p:nvPr/>
      </p:nvGrpSpPr>
      <p:grpSpPr>
        <a:xfrm>
          <a:off x="0" y="0"/>
          <a:ext cx="0" cy="0"/>
          <a:chOff x="0" y="0"/>
          <a:chExt cx="0" cy="0"/>
        </a:xfrm>
      </p:grpSpPr>
      <p:grpSp>
        <p:nvGrpSpPr>
          <p:cNvPr id="1803" name="Google Shape;1803;p57"/>
          <p:cNvGrpSpPr/>
          <p:nvPr/>
        </p:nvGrpSpPr>
        <p:grpSpPr>
          <a:xfrm>
            <a:off x="0" y="0"/>
            <a:ext cx="9143995" cy="5143491"/>
            <a:chOff x="0" y="0"/>
            <a:chExt cx="9143995" cy="5143491"/>
          </a:xfrm>
        </p:grpSpPr>
        <p:sp>
          <p:nvSpPr>
            <p:cNvPr id="1804" name="Google Shape;1804;p57"/>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5" name="Google Shape;1805;p57"/>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6" name="Google Shape;1806;p57"/>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7" name="Google Shape;1807;p57"/>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8" name="Google Shape;1808;p57"/>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09" name="Google Shape;1809;p57"/>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0" name="Google Shape;1810;p57"/>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1" name="Google Shape;1811;p57"/>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2" name="Google Shape;1812;p57"/>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3" name="Google Shape;1813;p57"/>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4" name="Google Shape;1814;p57"/>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5" name="Google Shape;1815;p57"/>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6" name="Google Shape;1816;p57"/>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7" name="Google Shape;1817;p57"/>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8" name="Google Shape;1818;p57"/>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19" name="Google Shape;1819;p57"/>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0" name="Google Shape;1820;p57"/>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1" name="Google Shape;1821;p57"/>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2" name="Google Shape;1822;p57"/>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3" name="Google Shape;1823;p57"/>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4" name="Google Shape;1824;p57"/>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5" name="Google Shape;1825;p57"/>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6" name="Google Shape;1826;p57"/>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7" name="Google Shape;1827;p57"/>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8" name="Google Shape;1828;p57"/>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29" name="Google Shape;1829;p57"/>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0" name="Google Shape;1830;p57"/>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1" name="Google Shape;1831;p57"/>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2" name="Google Shape;1832;p57"/>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3" name="Google Shape;1833;p57"/>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4" name="Google Shape;1834;p57"/>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5" name="Google Shape;1835;p57"/>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6" name="Google Shape;1836;p57"/>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7" name="Google Shape;1837;p57"/>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8" name="Google Shape;1838;p57"/>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39" name="Google Shape;1839;p57"/>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0" name="Google Shape;1840;p57"/>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1" name="Google Shape;1841;p57"/>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2" name="Google Shape;1842;p57"/>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3" name="Google Shape;1843;p57"/>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4" name="Google Shape;1844;p57"/>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5" name="Google Shape;1845;p57"/>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6" name="Google Shape;1846;p57"/>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7" name="Google Shape;1847;p57"/>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8" name="Google Shape;1848;p57"/>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49" name="Google Shape;1849;p57"/>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0" name="Google Shape;1850;p57"/>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1" name="Google Shape;1851;p57"/>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2" name="Google Shape;1852;p57"/>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3" name="Google Shape;1853;p57"/>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4" name="Google Shape;1854;p57"/>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5" name="Google Shape;1855;p57"/>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6" name="Google Shape;1856;p57"/>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7" name="Google Shape;1857;p57"/>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8" name="Google Shape;1858;p57"/>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59" name="Google Shape;1859;p57"/>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0" name="Google Shape;1860;p57"/>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1" name="Google Shape;1861;p57"/>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2" name="Google Shape;1862;p57"/>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3" name="Google Shape;1863;p57"/>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4" name="Google Shape;1864;p57"/>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5" name="Google Shape;1865;p57"/>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6" name="Google Shape;1866;p57"/>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7" name="Google Shape;1867;p57"/>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8" name="Google Shape;1868;p57"/>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69" name="Google Shape;1869;p57"/>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0" name="Google Shape;1870;p57"/>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1" name="Google Shape;1871;p57"/>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2" name="Google Shape;1872;p57"/>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3" name="Google Shape;1873;p57"/>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4" name="Google Shape;1874;p57"/>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5" name="Google Shape;1875;p57"/>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6" name="Google Shape;1876;p57"/>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7" name="Google Shape;1877;p57"/>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8" name="Google Shape;1878;p57"/>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79" name="Google Shape;1879;p57"/>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0" name="Google Shape;1880;p57"/>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1" name="Google Shape;1881;p57"/>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2" name="Google Shape;1882;p57"/>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3" name="Google Shape;1883;p57"/>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4" name="Google Shape;1884;p57"/>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5" name="Google Shape;1885;p57"/>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6" name="Google Shape;1886;p57"/>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7" name="Google Shape;1887;p57"/>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8" name="Google Shape;1888;p57"/>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89" name="Google Shape;1889;p57"/>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90" name="Google Shape;1890;p57"/>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91" name="Google Shape;1891;p57"/>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92" name="Google Shape;1892;p57"/>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93" name="Google Shape;1893;p57"/>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94" name="Google Shape;1894;p57"/>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895" name="Google Shape;1895;p57"/>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1896" name="Google Shape;1896;p5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97" name="Google Shape;1897;p57"/>
          <p:cNvSpPr txBox="1"/>
          <p:nvPr>
            <p:ph idx="1" type="subTitle"/>
          </p:nvPr>
        </p:nvSpPr>
        <p:spPr>
          <a:xfrm>
            <a:off x="720049" y="1908125"/>
            <a:ext cx="2379000" cy="198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8" name="Google Shape;1898;p57"/>
          <p:cNvSpPr txBox="1"/>
          <p:nvPr>
            <p:ph idx="2" type="subTitle"/>
          </p:nvPr>
        </p:nvSpPr>
        <p:spPr>
          <a:xfrm>
            <a:off x="3382483" y="1908125"/>
            <a:ext cx="2379000" cy="198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9" name="Google Shape;1899;p57"/>
          <p:cNvSpPr txBox="1"/>
          <p:nvPr>
            <p:ph idx="3" type="subTitle"/>
          </p:nvPr>
        </p:nvSpPr>
        <p:spPr>
          <a:xfrm>
            <a:off x="6044949" y="1908125"/>
            <a:ext cx="2379000" cy="198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0" name="Google Shape;1900;p57"/>
          <p:cNvSpPr txBox="1"/>
          <p:nvPr>
            <p:ph idx="4" type="subTitle"/>
          </p:nvPr>
        </p:nvSpPr>
        <p:spPr>
          <a:xfrm>
            <a:off x="720049" y="1411600"/>
            <a:ext cx="2379000" cy="572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9pPr>
          </a:lstStyle>
          <a:p/>
        </p:txBody>
      </p:sp>
      <p:sp>
        <p:nvSpPr>
          <p:cNvPr id="1901" name="Google Shape;1901;p57"/>
          <p:cNvSpPr txBox="1"/>
          <p:nvPr>
            <p:ph idx="5" type="subTitle"/>
          </p:nvPr>
        </p:nvSpPr>
        <p:spPr>
          <a:xfrm>
            <a:off x="3382488" y="1411600"/>
            <a:ext cx="2379000" cy="572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9pPr>
          </a:lstStyle>
          <a:p/>
        </p:txBody>
      </p:sp>
      <p:sp>
        <p:nvSpPr>
          <p:cNvPr id="1902" name="Google Shape;1902;p57"/>
          <p:cNvSpPr txBox="1"/>
          <p:nvPr>
            <p:ph idx="6" type="subTitle"/>
          </p:nvPr>
        </p:nvSpPr>
        <p:spPr>
          <a:xfrm>
            <a:off x="6044951" y="1411600"/>
            <a:ext cx="2379000" cy="572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9pPr>
          </a:lstStyle>
          <a:p/>
        </p:txBody>
      </p:sp>
      <p:grpSp>
        <p:nvGrpSpPr>
          <p:cNvPr id="1903" name="Google Shape;1903;p57"/>
          <p:cNvGrpSpPr/>
          <p:nvPr/>
        </p:nvGrpSpPr>
        <p:grpSpPr>
          <a:xfrm>
            <a:off x="7904645" y="4603996"/>
            <a:ext cx="1163258" cy="473963"/>
            <a:chOff x="6180480" y="488520"/>
            <a:chExt cx="1135440" cy="1313280"/>
          </a:xfrm>
        </p:grpSpPr>
        <p:sp>
          <p:nvSpPr>
            <p:cNvPr id="1904" name="Google Shape;1904;p57"/>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5" name="Google Shape;1905;p57"/>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6" name="Google Shape;1906;p57"/>
            <p:cNvSpPr/>
            <p:nvPr/>
          </p:nvSpPr>
          <p:spPr>
            <a:xfrm>
              <a:off x="7076520" y="794880"/>
              <a:ext cx="90360" cy="368280"/>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7" name="Google Shape;1907;p57"/>
            <p:cNvSpPr/>
            <p:nvPr/>
          </p:nvSpPr>
          <p:spPr>
            <a:xfrm>
              <a:off x="6927480" y="910440"/>
              <a:ext cx="90000" cy="253080"/>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8" name="Google Shape;1908;p57"/>
            <p:cNvSpPr/>
            <p:nvPr/>
          </p:nvSpPr>
          <p:spPr>
            <a:xfrm>
              <a:off x="7225920" y="488520"/>
              <a:ext cx="90000" cy="306360"/>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9" name="Google Shape;1909;p57"/>
            <p:cNvSpPr/>
            <p:nvPr/>
          </p:nvSpPr>
          <p:spPr>
            <a:xfrm>
              <a:off x="6778080" y="910440"/>
              <a:ext cx="90000" cy="621000"/>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0" name="Google Shape;1910;p57"/>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1" name="Google Shape;1911;p57"/>
            <p:cNvSpPr/>
            <p:nvPr/>
          </p:nvSpPr>
          <p:spPr>
            <a:xfrm>
              <a:off x="6628680" y="14227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12" name="Google Shape;1912;p57"/>
          <p:cNvGrpSpPr/>
          <p:nvPr/>
        </p:nvGrpSpPr>
        <p:grpSpPr>
          <a:xfrm>
            <a:off x="76201" y="4604007"/>
            <a:ext cx="1469010" cy="473974"/>
            <a:chOff x="4687560" y="1801800"/>
            <a:chExt cx="1433880" cy="1767240"/>
          </a:xfrm>
        </p:grpSpPr>
        <p:sp>
          <p:nvSpPr>
            <p:cNvPr id="1913" name="Google Shape;1913;p57"/>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4" name="Google Shape;1914;p57"/>
            <p:cNvSpPr/>
            <p:nvPr/>
          </p:nvSpPr>
          <p:spPr>
            <a:xfrm>
              <a:off x="6031440" y="1801800"/>
              <a:ext cx="90000" cy="1096920"/>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5" name="Google Shape;1915;p57"/>
            <p:cNvSpPr/>
            <p:nvPr/>
          </p:nvSpPr>
          <p:spPr>
            <a:xfrm>
              <a:off x="5433840" y="2706120"/>
              <a:ext cx="90000" cy="754200"/>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6" name="Google Shape;1916;p57"/>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7" name="Google Shape;1917;p57"/>
            <p:cNvSpPr/>
            <p:nvPr/>
          </p:nvSpPr>
          <p:spPr>
            <a:xfrm>
              <a:off x="5732640" y="2050560"/>
              <a:ext cx="90000" cy="347040"/>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8" name="Google Shape;1918;p57"/>
            <p:cNvSpPr/>
            <p:nvPr/>
          </p:nvSpPr>
          <p:spPr>
            <a:xfrm>
              <a:off x="5882040" y="2397600"/>
              <a:ext cx="90000" cy="501120"/>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9" name="Google Shape;1919;p57"/>
            <p:cNvSpPr/>
            <p:nvPr/>
          </p:nvSpPr>
          <p:spPr>
            <a:xfrm>
              <a:off x="4687560" y="3133800"/>
              <a:ext cx="90000" cy="420840"/>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0" name="Google Shape;1920;p57"/>
            <p:cNvSpPr/>
            <p:nvPr/>
          </p:nvSpPr>
          <p:spPr>
            <a:xfrm>
              <a:off x="4836960" y="2959200"/>
              <a:ext cx="90000" cy="174600"/>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1" name="Google Shape;1921;p57"/>
            <p:cNvSpPr/>
            <p:nvPr/>
          </p:nvSpPr>
          <p:spPr>
            <a:xfrm>
              <a:off x="5583240" y="2050560"/>
              <a:ext cx="90000" cy="655920"/>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2" name="Google Shape;1922;p57"/>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923" name="Shape 1923"/>
        <p:cNvGrpSpPr/>
        <p:nvPr/>
      </p:nvGrpSpPr>
      <p:grpSpPr>
        <a:xfrm>
          <a:off x="0" y="0"/>
          <a:ext cx="0" cy="0"/>
          <a:chOff x="0" y="0"/>
          <a:chExt cx="0" cy="0"/>
        </a:xfrm>
      </p:grpSpPr>
      <p:grpSp>
        <p:nvGrpSpPr>
          <p:cNvPr id="1924" name="Google Shape;1924;p58"/>
          <p:cNvGrpSpPr/>
          <p:nvPr/>
        </p:nvGrpSpPr>
        <p:grpSpPr>
          <a:xfrm>
            <a:off x="0" y="0"/>
            <a:ext cx="9143995" cy="5143491"/>
            <a:chOff x="0" y="0"/>
            <a:chExt cx="9143995" cy="5143491"/>
          </a:xfrm>
        </p:grpSpPr>
        <p:sp>
          <p:nvSpPr>
            <p:cNvPr id="1925" name="Google Shape;1925;p58"/>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26" name="Google Shape;1926;p58"/>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27" name="Google Shape;1927;p58"/>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28" name="Google Shape;1928;p58"/>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29" name="Google Shape;1929;p58"/>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0" name="Google Shape;1930;p58"/>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1" name="Google Shape;1931;p58"/>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2" name="Google Shape;1932;p58"/>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3" name="Google Shape;1933;p58"/>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4" name="Google Shape;1934;p58"/>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5" name="Google Shape;1935;p58"/>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6" name="Google Shape;1936;p58"/>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7" name="Google Shape;1937;p58"/>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8" name="Google Shape;1938;p58"/>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39" name="Google Shape;1939;p58"/>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0" name="Google Shape;1940;p58"/>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1" name="Google Shape;1941;p58"/>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2" name="Google Shape;1942;p58"/>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3" name="Google Shape;1943;p58"/>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4" name="Google Shape;1944;p58"/>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5" name="Google Shape;1945;p58"/>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6" name="Google Shape;1946;p58"/>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7" name="Google Shape;1947;p58"/>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8" name="Google Shape;1948;p58"/>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49" name="Google Shape;1949;p58"/>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0" name="Google Shape;1950;p58"/>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1" name="Google Shape;1951;p58"/>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2" name="Google Shape;1952;p58"/>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3" name="Google Shape;1953;p58"/>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4" name="Google Shape;1954;p58"/>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5" name="Google Shape;1955;p58"/>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6" name="Google Shape;1956;p58"/>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7" name="Google Shape;1957;p58"/>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8" name="Google Shape;1958;p58"/>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9" name="Google Shape;1959;p58"/>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0" name="Google Shape;1960;p58"/>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1" name="Google Shape;1961;p58"/>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2" name="Google Shape;1962;p58"/>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3" name="Google Shape;1963;p58"/>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4" name="Google Shape;1964;p58"/>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5" name="Google Shape;1965;p58"/>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6" name="Google Shape;1966;p58"/>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7" name="Google Shape;1967;p58"/>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8" name="Google Shape;1968;p58"/>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69" name="Google Shape;1969;p58"/>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0" name="Google Shape;1970;p58"/>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1" name="Google Shape;1971;p58"/>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2" name="Google Shape;1972;p58"/>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3" name="Google Shape;1973;p58"/>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4" name="Google Shape;1974;p58"/>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5" name="Google Shape;1975;p58"/>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6" name="Google Shape;1976;p58"/>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7" name="Google Shape;1977;p58"/>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8" name="Google Shape;1978;p58"/>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79" name="Google Shape;1979;p58"/>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0" name="Google Shape;1980;p58"/>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1" name="Google Shape;1981;p58"/>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2" name="Google Shape;1982;p58"/>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3" name="Google Shape;1983;p58"/>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4" name="Google Shape;1984;p58"/>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5" name="Google Shape;1985;p58"/>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6" name="Google Shape;1986;p58"/>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7" name="Google Shape;1987;p58"/>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8" name="Google Shape;1988;p58"/>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89" name="Google Shape;1989;p58"/>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0" name="Google Shape;1990;p58"/>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1" name="Google Shape;1991;p58"/>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2" name="Google Shape;1992;p58"/>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3" name="Google Shape;1993;p58"/>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4" name="Google Shape;1994;p58"/>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5" name="Google Shape;1995;p58"/>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6" name="Google Shape;1996;p58"/>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7" name="Google Shape;1997;p58"/>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8" name="Google Shape;1998;p58"/>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99" name="Google Shape;1999;p58"/>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0" name="Google Shape;2000;p58"/>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1" name="Google Shape;2001;p58"/>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2" name="Google Shape;2002;p58"/>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3" name="Google Shape;2003;p58"/>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4" name="Google Shape;2004;p58"/>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5" name="Google Shape;2005;p58"/>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6" name="Google Shape;2006;p58"/>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7" name="Google Shape;2007;p58"/>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8" name="Google Shape;2008;p58"/>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09" name="Google Shape;2009;p58"/>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10" name="Google Shape;2010;p58"/>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11" name="Google Shape;2011;p58"/>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12" name="Google Shape;2012;p58"/>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13" name="Google Shape;2013;p58"/>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14" name="Google Shape;2014;p58"/>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15" name="Google Shape;2015;p58"/>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16" name="Google Shape;2016;p58"/>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2017" name="Google Shape;2017;p58"/>
          <p:cNvSpPr txBox="1"/>
          <p:nvPr>
            <p:ph type="title"/>
          </p:nvPr>
        </p:nvSpPr>
        <p:spPr>
          <a:xfrm>
            <a:off x="3561175" y="539500"/>
            <a:ext cx="4869600" cy="119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2800"/>
              <a:buNone/>
              <a:defRPr sz="7000">
                <a:solidFill>
                  <a:schemeClr val="accen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18" name="Google Shape;2018;p58"/>
          <p:cNvSpPr txBox="1"/>
          <p:nvPr>
            <p:ph idx="1" type="subTitle"/>
          </p:nvPr>
        </p:nvSpPr>
        <p:spPr>
          <a:xfrm>
            <a:off x="3561175" y="1765250"/>
            <a:ext cx="4869600" cy="1196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9" name="Google Shape;2019;p58"/>
          <p:cNvSpPr txBox="1"/>
          <p:nvPr/>
        </p:nvSpPr>
        <p:spPr>
          <a:xfrm>
            <a:off x="3561175" y="3840550"/>
            <a:ext cx="4869600" cy="5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1" i="0" lang="en" sz="1200" u="none" cap="none" strike="noStrike">
                <a:solidFill>
                  <a:schemeClr val="dk2"/>
                </a:solidFill>
                <a:latin typeface="Lato"/>
                <a:ea typeface="Lato"/>
                <a:cs typeface="Lato"/>
                <a:sym typeface="Lato"/>
              </a:rPr>
              <a:t>CREDITS:</a:t>
            </a:r>
            <a:r>
              <a:rPr b="0" i="0" lang="en" sz="1200" u="none" cap="none" strike="noStrike">
                <a:solidFill>
                  <a:schemeClr val="dk2"/>
                </a:solidFill>
                <a:latin typeface="Lato"/>
                <a:ea typeface="Lato"/>
                <a:cs typeface="Lato"/>
                <a:sym typeface="Lato"/>
              </a:rPr>
              <a:t> This presentation template was created by </a:t>
            </a:r>
            <a:r>
              <a:rPr b="1" i="0" lang="en" sz="1200" u="sng" cap="none" strike="noStrike">
                <a:solidFill>
                  <a:schemeClr val="dk2"/>
                </a:solidFill>
                <a:latin typeface="Lato"/>
                <a:ea typeface="Lato"/>
                <a:cs typeface="Lato"/>
                <a:sym typeface="Lato"/>
                <a:hlinkClick r:id="rId2">
                  <a:extLst>
                    <a:ext uri="{A12FA001-AC4F-418D-AE19-62706E023703}">
                      <ahyp:hlinkClr val="tx"/>
                    </a:ext>
                  </a:extLst>
                </a:hlinkClick>
              </a:rPr>
              <a:t>Slidesgo</a:t>
            </a:r>
            <a:r>
              <a:rPr b="0" i="0" lang="en" sz="1200" u="none" cap="none" strike="noStrike">
                <a:solidFill>
                  <a:schemeClr val="dk2"/>
                </a:solidFill>
                <a:latin typeface="Lato"/>
                <a:ea typeface="Lato"/>
                <a:cs typeface="Lato"/>
                <a:sym typeface="Lato"/>
              </a:rPr>
              <a:t>, and includes icons by </a:t>
            </a:r>
            <a:r>
              <a:rPr b="1" i="0" lang="en" sz="1200" u="sng" cap="none" strike="noStrike">
                <a:solidFill>
                  <a:schemeClr val="dk2"/>
                </a:solidFill>
                <a:latin typeface="Lato"/>
                <a:ea typeface="Lato"/>
                <a:cs typeface="Lato"/>
                <a:sym typeface="Lato"/>
                <a:hlinkClick r:id="rId3">
                  <a:extLst>
                    <a:ext uri="{A12FA001-AC4F-418D-AE19-62706E023703}">
                      <ahyp:hlinkClr val="tx"/>
                    </a:ext>
                  </a:extLst>
                </a:hlinkClick>
              </a:rPr>
              <a:t>Flaticon</a:t>
            </a:r>
            <a:r>
              <a:rPr b="0" i="0" lang="en" sz="1200" u="none" cap="none" strike="noStrike">
                <a:solidFill>
                  <a:schemeClr val="dk2"/>
                </a:solidFill>
                <a:latin typeface="Lato"/>
                <a:ea typeface="Lato"/>
                <a:cs typeface="Lato"/>
                <a:sym typeface="Lato"/>
              </a:rPr>
              <a:t>, and infographics &amp; images by </a:t>
            </a:r>
            <a:r>
              <a:rPr b="1" i="0" lang="en" sz="1200" u="sng" cap="none" strike="noStrike">
                <a:solidFill>
                  <a:schemeClr val="dk2"/>
                </a:solidFill>
                <a:latin typeface="Lato"/>
                <a:ea typeface="Lato"/>
                <a:cs typeface="Lato"/>
                <a:sym typeface="Lato"/>
                <a:hlinkClick r:id="rId4">
                  <a:extLst>
                    <a:ext uri="{A12FA001-AC4F-418D-AE19-62706E023703}">
                      <ahyp:hlinkClr val="tx"/>
                    </a:ext>
                  </a:extLst>
                </a:hlinkClick>
              </a:rPr>
              <a:t>Freepik</a:t>
            </a:r>
            <a:r>
              <a:rPr b="0" i="0" lang="en" sz="1200" u="sng" cap="none" strike="noStrike">
                <a:solidFill>
                  <a:schemeClr val="dk2"/>
                </a:solidFill>
                <a:latin typeface="Lato"/>
                <a:ea typeface="Lato"/>
                <a:cs typeface="Lato"/>
                <a:sym typeface="Lato"/>
              </a:rPr>
              <a:t> </a:t>
            </a:r>
            <a:endParaRPr b="1" i="0" sz="1200" u="sng" cap="none" strike="noStrike">
              <a:solidFill>
                <a:schemeClr val="dk2"/>
              </a:solidFill>
              <a:latin typeface="Lato"/>
              <a:ea typeface="Lato"/>
              <a:cs typeface="Lato"/>
              <a:sym typeface="Lato"/>
            </a:endParaRPr>
          </a:p>
        </p:txBody>
      </p:sp>
      <p:grpSp>
        <p:nvGrpSpPr>
          <p:cNvPr id="2020" name="Google Shape;2020;p58"/>
          <p:cNvGrpSpPr/>
          <p:nvPr/>
        </p:nvGrpSpPr>
        <p:grpSpPr>
          <a:xfrm rot="10800000">
            <a:off x="8690758" y="539499"/>
            <a:ext cx="453232" cy="4057298"/>
            <a:chOff x="-18" y="539500"/>
            <a:chExt cx="453232" cy="4057298"/>
          </a:xfrm>
        </p:grpSpPr>
        <p:sp>
          <p:nvSpPr>
            <p:cNvPr id="2021" name="Google Shape;2021;p58"/>
            <p:cNvSpPr/>
            <p:nvPr/>
          </p:nvSpPr>
          <p:spPr>
            <a:xfrm rot="5400000">
              <a:off x="53069" y="1582766"/>
              <a:ext cx="82937" cy="189109"/>
            </a:xfrm>
            <a:custGeom>
              <a:rect b="b" l="l" r="r" t="t"/>
              <a:pathLst>
                <a:path extrusionOk="0" h="1500" w="251">
                  <a:moveTo>
                    <a:pt x="0" y="0"/>
                  </a:moveTo>
                  <a:lnTo>
                    <a:pt x="251" y="0"/>
                  </a:lnTo>
                  <a:lnTo>
                    <a:pt x="251" y="1500"/>
                  </a:lnTo>
                  <a:lnTo>
                    <a:pt x="0" y="150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2" name="Google Shape;2022;p58"/>
            <p:cNvSpPr/>
            <p:nvPr/>
          </p:nvSpPr>
          <p:spPr>
            <a:xfrm rot="5400000">
              <a:off x="127680" y="1919535"/>
              <a:ext cx="82606" cy="338000"/>
            </a:xfrm>
            <a:custGeom>
              <a:rect b="b" l="l" r="r" t="t"/>
              <a:pathLst>
                <a:path extrusionOk="0" h="2681" w="250">
                  <a:moveTo>
                    <a:pt x="0" y="0"/>
                  </a:moveTo>
                  <a:lnTo>
                    <a:pt x="250" y="0"/>
                  </a:lnTo>
                  <a:lnTo>
                    <a:pt x="250" y="2681"/>
                  </a:lnTo>
                  <a:lnTo>
                    <a:pt x="0" y="268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3" name="Google Shape;2023;p58"/>
            <p:cNvSpPr/>
            <p:nvPr/>
          </p:nvSpPr>
          <p:spPr>
            <a:xfrm rot="5400000">
              <a:off x="185130" y="2409932"/>
              <a:ext cx="82937" cy="453231"/>
            </a:xfrm>
            <a:custGeom>
              <a:rect b="b" l="l" r="r" t="t"/>
              <a:pathLst>
                <a:path extrusionOk="0" h="3595" w="251">
                  <a:moveTo>
                    <a:pt x="0" y="0"/>
                  </a:moveTo>
                  <a:lnTo>
                    <a:pt x="251" y="0"/>
                  </a:lnTo>
                  <a:lnTo>
                    <a:pt x="251" y="3595"/>
                  </a:lnTo>
                  <a:lnTo>
                    <a:pt x="0" y="35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4" name="Google Shape;2024;p58"/>
            <p:cNvSpPr/>
            <p:nvPr/>
          </p:nvSpPr>
          <p:spPr>
            <a:xfrm rot="5400000">
              <a:off x="150752" y="3267071"/>
              <a:ext cx="82606" cy="384143"/>
            </a:xfrm>
            <a:custGeom>
              <a:rect b="b" l="l" r="r" t="t"/>
              <a:pathLst>
                <a:path extrusionOk="0" h="3047" w="250">
                  <a:moveTo>
                    <a:pt x="0" y="0"/>
                  </a:moveTo>
                  <a:lnTo>
                    <a:pt x="250" y="0"/>
                  </a:lnTo>
                  <a:lnTo>
                    <a:pt x="250" y="3047"/>
                  </a:lnTo>
                  <a:lnTo>
                    <a:pt x="0" y="304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5" name="Google Shape;2025;p58"/>
            <p:cNvSpPr/>
            <p:nvPr/>
          </p:nvSpPr>
          <p:spPr>
            <a:xfrm rot="5400000">
              <a:off x="90741" y="2778574"/>
              <a:ext cx="82606" cy="264122"/>
            </a:xfrm>
            <a:custGeom>
              <a:rect b="b" l="l" r="r" t="t"/>
              <a:pathLst>
                <a:path extrusionOk="0" h="2095" w="250">
                  <a:moveTo>
                    <a:pt x="0" y="0"/>
                  </a:moveTo>
                  <a:lnTo>
                    <a:pt x="250" y="0"/>
                  </a:lnTo>
                  <a:lnTo>
                    <a:pt x="250" y="2095"/>
                  </a:lnTo>
                  <a:lnTo>
                    <a:pt x="0" y="20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6" name="Google Shape;2026;p58"/>
            <p:cNvSpPr/>
            <p:nvPr/>
          </p:nvSpPr>
          <p:spPr>
            <a:xfrm rot="5400000">
              <a:off x="32370" y="1466670"/>
              <a:ext cx="82606"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7" name="Google Shape;2027;p58"/>
            <p:cNvSpPr/>
            <p:nvPr/>
          </p:nvSpPr>
          <p:spPr>
            <a:xfrm rot="5400000">
              <a:off x="32306" y="1877783"/>
              <a:ext cx="82606"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8" name="Google Shape;2028;p58"/>
            <p:cNvSpPr/>
            <p:nvPr/>
          </p:nvSpPr>
          <p:spPr>
            <a:xfrm rot="5400000">
              <a:off x="97321" y="2360945"/>
              <a:ext cx="82937" cy="277612"/>
            </a:xfrm>
            <a:custGeom>
              <a:rect b="b" l="l" r="r" t="t"/>
              <a:pathLst>
                <a:path extrusionOk="0" h="2202" w="251">
                  <a:moveTo>
                    <a:pt x="0" y="0"/>
                  </a:moveTo>
                  <a:lnTo>
                    <a:pt x="251" y="0"/>
                  </a:lnTo>
                  <a:lnTo>
                    <a:pt x="251" y="2202"/>
                  </a:lnTo>
                  <a:lnTo>
                    <a:pt x="0" y="22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9" name="Google Shape;2029;p58"/>
            <p:cNvSpPr/>
            <p:nvPr/>
          </p:nvSpPr>
          <p:spPr>
            <a:xfrm rot="5400000">
              <a:off x="19447" y="3124122"/>
              <a:ext cx="82606" cy="121534"/>
            </a:xfrm>
            <a:custGeom>
              <a:rect b="b" l="l" r="r" t="t"/>
              <a:pathLst>
                <a:path extrusionOk="0" h="964" w="250">
                  <a:moveTo>
                    <a:pt x="0" y="0"/>
                  </a:moveTo>
                  <a:lnTo>
                    <a:pt x="250" y="0"/>
                  </a:lnTo>
                  <a:lnTo>
                    <a:pt x="250" y="964"/>
                  </a:lnTo>
                  <a:lnTo>
                    <a:pt x="0" y="96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0" name="Google Shape;2030;p58"/>
            <p:cNvSpPr/>
            <p:nvPr/>
          </p:nvSpPr>
          <p:spPr>
            <a:xfrm rot="5400000">
              <a:off x="-10936" y="3839808"/>
              <a:ext cx="82606" cy="60767"/>
            </a:xfrm>
            <a:custGeom>
              <a:rect b="b" l="l" r="r" t="t"/>
              <a:pathLst>
                <a:path extrusionOk="0" h="482" w="250">
                  <a:moveTo>
                    <a:pt x="0" y="0"/>
                  </a:moveTo>
                  <a:lnTo>
                    <a:pt x="250" y="0"/>
                  </a:lnTo>
                  <a:lnTo>
                    <a:pt x="250" y="482"/>
                  </a:lnTo>
                  <a:lnTo>
                    <a:pt x="0" y="48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1" name="Google Shape;2031;p58"/>
            <p:cNvSpPr/>
            <p:nvPr/>
          </p:nvSpPr>
          <p:spPr>
            <a:xfrm rot="5400000">
              <a:off x="36404" y="3655341"/>
              <a:ext cx="82606" cy="155447"/>
            </a:xfrm>
            <a:custGeom>
              <a:rect b="b" l="l" r="r" t="t"/>
              <a:pathLst>
                <a:path extrusionOk="0" h="1233" w="250">
                  <a:moveTo>
                    <a:pt x="0" y="0"/>
                  </a:moveTo>
                  <a:lnTo>
                    <a:pt x="250" y="0"/>
                  </a:lnTo>
                  <a:lnTo>
                    <a:pt x="250" y="1233"/>
                  </a:lnTo>
                  <a:lnTo>
                    <a:pt x="0" y="123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2" name="Google Shape;2032;p58"/>
            <p:cNvSpPr/>
            <p:nvPr/>
          </p:nvSpPr>
          <p:spPr>
            <a:xfrm rot="5400000">
              <a:off x="23001" y="4354047"/>
              <a:ext cx="82937" cy="128972"/>
            </a:xfrm>
            <a:custGeom>
              <a:rect b="b" l="l" r="r" t="t"/>
              <a:pathLst>
                <a:path extrusionOk="0" h="1023" w="251">
                  <a:moveTo>
                    <a:pt x="0" y="0"/>
                  </a:moveTo>
                  <a:lnTo>
                    <a:pt x="251" y="0"/>
                  </a:lnTo>
                  <a:lnTo>
                    <a:pt x="251" y="1023"/>
                  </a:lnTo>
                  <a:lnTo>
                    <a:pt x="0" y="10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3" name="Google Shape;2033;p58"/>
            <p:cNvSpPr/>
            <p:nvPr/>
          </p:nvSpPr>
          <p:spPr>
            <a:xfrm rot="5400000">
              <a:off x="2995" y="4237257"/>
              <a:ext cx="82606" cy="88629"/>
            </a:xfrm>
            <a:custGeom>
              <a:rect b="b" l="l" r="r" t="t"/>
              <a:pathLst>
                <a:path extrusionOk="0" h="703" w="250">
                  <a:moveTo>
                    <a:pt x="0" y="0"/>
                  </a:moveTo>
                  <a:lnTo>
                    <a:pt x="250" y="0"/>
                  </a:lnTo>
                  <a:lnTo>
                    <a:pt x="250" y="703"/>
                  </a:lnTo>
                  <a:lnTo>
                    <a:pt x="0" y="7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4" name="Google Shape;2034;p58"/>
            <p:cNvSpPr/>
            <p:nvPr/>
          </p:nvSpPr>
          <p:spPr>
            <a:xfrm rot="5400000">
              <a:off x="12324" y="4501851"/>
              <a:ext cx="82606" cy="107288"/>
            </a:xfrm>
            <a:custGeom>
              <a:rect b="b" l="l" r="r" t="t"/>
              <a:pathLst>
                <a:path extrusionOk="0" h="851" w="250">
                  <a:moveTo>
                    <a:pt x="0" y="0"/>
                  </a:moveTo>
                  <a:lnTo>
                    <a:pt x="250" y="0"/>
                  </a:lnTo>
                  <a:lnTo>
                    <a:pt x="250" y="851"/>
                  </a:lnTo>
                  <a:lnTo>
                    <a:pt x="0" y="85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5" name="Google Shape;2035;p58"/>
            <p:cNvSpPr/>
            <p:nvPr/>
          </p:nvSpPr>
          <p:spPr>
            <a:xfrm rot="5400000">
              <a:off x="67418" y="4035708"/>
              <a:ext cx="82606" cy="217475"/>
            </a:xfrm>
            <a:custGeom>
              <a:rect b="b" l="l" r="r" t="t"/>
              <a:pathLst>
                <a:path extrusionOk="0" h="1725" w="250">
                  <a:moveTo>
                    <a:pt x="0" y="0"/>
                  </a:moveTo>
                  <a:lnTo>
                    <a:pt x="250" y="0"/>
                  </a:lnTo>
                  <a:lnTo>
                    <a:pt x="250" y="1725"/>
                  </a:lnTo>
                  <a:lnTo>
                    <a:pt x="0" y="172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6" name="Google Shape;2036;p58"/>
            <p:cNvSpPr/>
            <p:nvPr/>
          </p:nvSpPr>
          <p:spPr>
            <a:xfrm rot="5400000">
              <a:off x="46427" y="3234269"/>
              <a:ext cx="82606" cy="175493"/>
            </a:xfrm>
            <a:custGeom>
              <a:rect b="b" l="l" r="r" t="t"/>
              <a:pathLst>
                <a:path extrusionOk="0" h="1392" w="250">
                  <a:moveTo>
                    <a:pt x="0" y="0"/>
                  </a:moveTo>
                  <a:lnTo>
                    <a:pt x="250" y="0"/>
                  </a:lnTo>
                  <a:lnTo>
                    <a:pt x="250" y="1392"/>
                  </a:lnTo>
                  <a:lnTo>
                    <a:pt x="0" y="139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7" name="Google Shape;2037;p58"/>
            <p:cNvSpPr/>
            <p:nvPr/>
          </p:nvSpPr>
          <p:spPr>
            <a:xfrm rot="5400000">
              <a:off x="32370" y="2151973"/>
              <a:ext cx="82606"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8" name="Google Shape;2038;p58"/>
            <p:cNvSpPr/>
            <p:nvPr/>
          </p:nvSpPr>
          <p:spPr>
            <a:xfrm rot="5400000">
              <a:off x="32306" y="1192479"/>
              <a:ext cx="82606"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9" name="Google Shape;2039;p58"/>
            <p:cNvSpPr/>
            <p:nvPr/>
          </p:nvSpPr>
          <p:spPr>
            <a:xfrm rot="5400000">
              <a:off x="6777" y="943756"/>
              <a:ext cx="82606" cy="96193"/>
            </a:xfrm>
            <a:custGeom>
              <a:rect b="b" l="l" r="r" t="t"/>
              <a:pathLst>
                <a:path extrusionOk="0" h="763" w="250">
                  <a:moveTo>
                    <a:pt x="0" y="0"/>
                  </a:moveTo>
                  <a:lnTo>
                    <a:pt x="250" y="0"/>
                  </a:lnTo>
                  <a:lnTo>
                    <a:pt x="250" y="763"/>
                  </a:lnTo>
                  <a:lnTo>
                    <a:pt x="0" y="76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0" name="Google Shape;2040;p58"/>
            <p:cNvSpPr/>
            <p:nvPr/>
          </p:nvSpPr>
          <p:spPr>
            <a:xfrm rot="5400000">
              <a:off x="6549" y="669730"/>
              <a:ext cx="82937" cy="96067"/>
            </a:xfrm>
            <a:custGeom>
              <a:rect b="b" l="l" r="r" t="t"/>
              <a:pathLst>
                <a:path extrusionOk="0" h="762" w="251">
                  <a:moveTo>
                    <a:pt x="0" y="0"/>
                  </a:moveTo>
                  <a:lnTo>
                    <a:pt x="251" y="0"/>
                  </a:lnTo>
                  <a:lnTo>
                    <a:pt x="251" y="762"/>
                  </a:lnTo>
                  <a:lnTo>
                    <a:pt x="0" y="76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1" name="Google Shape;2041;p58"/>
            <p:cNvSpPr/>
            <p:nvPr/>
          </p:nvSpPr>
          <p:spPr>
            <a:xfrm rot="5400000">
              <a:off x="38988" y="774417"/>
              <a:ext cx="82606" cy="160616"/>
            </a:xfrm>
            <a:custGeom>
              <a:rect b="b" l="l" r="r" t="t"/>
              <a:pathLst>
                <a:path extrusionOk="0" h="1274" w="250">
                  <a:moveTo>
                    <a:pt x="0" y="0"/>
                  </a:moveTo>
                  <a:lnTo>
                    <a:pt x="250" y="0"/>
                  </a:lnTo>
                  <a:lnTo>
                    <a:pt x="250" y="1274"/>
                  </a:lnTo>
                  <a:lnTo>
                    <a:pt x="0" y="127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2" name="Google Shape;2042;p58"/>
            <p:cNvSpPr/>
            <p:nvPr/>
          </p:nvSpPr>
          <p:spPr>
            <a:xfrm rot="5400000">
              <a:off x="-10747" y="1372660"/>
              <a:ext cx="82606"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3" name="Google Shape;2043;p58"/>
            <p:cNvSpPr/>
            <p:nvPr/>
          </p:nvSpPr>
          <p:spPr>
            <a:xfrm rot="5400000">
              <a:off x="-10912" y="1783875"/>
              <a:ext cx="82937" cy="61145"/>
            </a:xfrm>
            <a:custGeom>
              <a:rect b="b" l="l" r="r" t="t"/>
              <a:pathLst>
                <a:path extrusionOk="0" h="485" w="251">
                  <a:moveTo>
                    <a:pt x="0" y="0"/>
                  </a:moveTo>
                  <a:lnTo>
                    <a:pt x="251" y="0"/>
                  </a:lnTo>
                  <a:lnTo>
                    <a:pt x="251"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4" name="Google Shape;2044;p58"/>
            <p:cNvSpPr/>
            <p:nvPr/>
          </p:nvSpPr>
          <p:spPr>
            <a:xfrm rot="5400000">
              <a:off x="-10747" y="2332216"/>
              <a:ext cx="82606"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5" name="Google Shape;2045;p58"/>
            <p:cNvSpPr/>
            <p:nvPr/>
          </p:nvSpPr>
          <p:spPr>
            <a:xfrm rot="5400000">
              <a:off x="73532" y="2932910"/>
              <a:ext cx="82606" cy="229704"/>
            </a:xfrm>
            <a:custGeom>
              <a:rect b="b" l="l" r="r" t="t"/>
              <a:pathLst>
                <a:path extrusionOk="0" h="1822" w="250">
                  <a:moveTo>
                    <a:pt x="0" y="0"/>
                  </a:moveTo>
                  <a:lnTo>
                    <a:pt x="250" y="0"/>
                  </a:lnTo>
                  <a:lnTo>
                    <a:pt x="250" y="1822"/>
                  </a:lnTo>
                  <a:lnTo>
                    <a:pt x="0" y="182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6" name="Google Shape;2046;p58"/>
            <p:cNvSpPr/>
            <p:nvPr/>
          </p:nvSpPr>
          <p:spPr>
            <a:xfrm rot="5400000">
              <a:off x="-22283" y="2754471"/>
              <a:ext cx="82606"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7" name="Google Shape;2047;p58"/>
            <p:cNvSpPr/>
            <p:nvPr/>
          </p:nvSpPr>
          <p:spPr>
            <a:xfrm rot="5400000">
              <a:off x="-22448" y="3577067"/>
              <a:ext cx="82937" cy="38074"/>
            </a:xfrm>
            <a:custGeom>
              <a:rect b="b" l="l" r="r" t="t"/>
              <a:pathLst>
                <a:path extrusionOk="0" h="302" w="251">
                  <a:moveTo>
                    <a:pt x="0" y="0"/>
                  </a:moveTo>
                  <a:lnTo>
                    <a:pt x="251" y="0"/>
                  </a:lnTo>
                  <a:lnTo>
                    <a:pt x="251"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8" name="Google Shape;2048;p58"/>
            <p:cNvSpPr/>
            <p:nvPr/>
          </p:nvSpPr>
          <p:spPr>
            <a:xfrm rot="5400000">
              <a:off x="-22283" y="3988282"/>
              <a:ext cx="82606"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9" name="Google Shape;2049;p58"/>
            <p:cNvSpPr/>
            <p:nvPr/>
          </p:nvSpPr>
          <p:spPr>
            <a:xfrm rot="5400000">
              <a:off x="-26065" y="1113724"/>
              <a:ext cx="82606" cy="30510"/>
            </a:xfrm>
            <a:custGeom>
              <a:rect b="b" l="l" r="r" t="t"/>
              <a:pathLst>
                <a:path extrusionOk="0" h="242" w="250">
                  <a:moveTo>
                    <a:pt x="0" y="0"/>
                  </a:moveTo>
                  <a:lnTo>
                    <a:pt x="250" y="0"/>
                  </a:lnTo>
                  <a:lnTo>
                    <a:pt x="250" y="242"/>
                  </a:lnTo>
                  <a:lnTo>
                    <a:pt x="0" y="242"/>
                  </a:lnTo>
                  <a:lnTo>
                    <a:pt x="0" y="0"/>
                  </a:lnTo>
                  <a:close/>
                </a:path>
              </a:pathLst>
            </a:custGeom>
            <a:solidFill>
              <a:schemeClr val="lt2"/>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0" name="Google Shape;2050;p58"/>
            <p:cNvSpPr/>
            <p:nvPr/>
          </p:nvSpPr>
          <p:spPr>
            <a:xfrm rot="5400000">
              <a:off x="78071" y="461412"/>
              <a:ext cx="82606" cy="238781"/>
            </a:xfrm>
            <a:custGeom>
              <a:rect b="b" l="l" r="r" t="t"/>
              <a:pathLst>
                <a:path extrusionOk="0" h="1894" w="250">
                  <a:moveTo>
                    <a:pt x="0" y="0"/>
                  </a:moveTo>
                  <a:lnTo>
                    <a:pt x="250" y="0"/>
                  </a:lnTo>
                  <a:lnTo>
                    <a:pt x="250" y="1894"/>
                  </a:lnTo>
                  <a:lnTo>
                    <a:pt x="0" y="189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51" name="Shape 2051"/>
        <p:cNvGrpSpPr/>
        <p:nvPr/>
      </p:nvGrpSpPr>
      <p:grpSpPr>
        <a:xfrm>
          <a:off x="0" y="0"/>
          <a:ext cx="0" cy="0"/>
          <a:chOff x="0" y="0"/>
          <a:chExt cx="0" cy="0"/>
        </a:xfrm>
      </p:grpSpPr>
      <p:grpSp>
        <p:nvGrpSpPr>
          <p:cNvPr id="2052" name="Google Shape;2052;p62"/>
          <p:cNvGrpSpPr/>
          <p:nvPr/>
        </p:nvGrpSpPr>
        <p:grpSpPr>
          <a:xfrm>
            <a:off x="0" y="0"/>
            <a:ext cx="9143995" cy="5143491"/>
            <a:chOff x="0" y="0"/>
            <a:chExt cx="9143995" cy="5143491"/>
          </a:xfrm>
        </p:grpSpPr>
        <p:sp>
          <p:nvSpPr>
            <p:cNvPr id="2053" name="Google Shape;2053;p62"/>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54" name="Google Shape;2054;p62"/>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55" name="Google Shape;2055;p62"/>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56" name="Google Shape;2056;p62"/>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57" name="Google Shape;2057;p62"/>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58" name="Google Shape;2058;p62"/>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59" name="Google Shape;2059;p62"/>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0" name="Google Shape;2060;p62"/>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1" name="Google Shape;2061;p62"/>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2" name="Google Shape;2062;p62"/>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3" name="Google Shape;2063;p62"/>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4" name="Google Shape;2064;p62"/>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5" name="Google Shape;2065;p62"/>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6" name="Google Shape;2066;p62"/>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7" name="Google Shape;2067;p62"/>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8" name="Google Shape;2068;p62"/>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69" name="Google Shape;2069;p62"/>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0" name="Google Shape;2070;p62"/>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1" name="Google Shape;2071;p62"/>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2" name="Google Shape;2072;p62"/>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3" name="Google Shape;2073;p62"/>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4" name="Google Shape;2074;p62"/>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5" name="Google Shape;2075;p62"/>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6" name="Google Shape;2076;p62"/>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7" name="Google Shape;2077;p62"/>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8" name="Google Shape;2078;p62"/>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79" name="Google Shape;2079;p62"/>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0" name="Google Shape;2080;p62"/>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1" name="Google Shape;2081;p62"/>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2" name="Google Shape;2082;p62"/>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3" name="Google Shape;2083;p62"/>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4" name="Google Shape;2084;p62"/>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5" name="Google Shape;2085;p62"/>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6" name="Google Shape;2086;p62"/>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7" name="Google Shape;2087;p62"/>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8" name="Google Shape;2088;p62"/>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9" name="Google Shape;2089;p62"/>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0" name="Google Shape;2090;p62"/>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1" name="Google Shape;2091;p62"/>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2" name="Google Shape;2092;p62"/>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3" name="Google Shape;2093;p62"/>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4" name="Google Shape;2094;p62"/>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5" name="Google Shape;2095;p62"/>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6" name="Google Shape;2096;p62"/>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7" name="Google Shape;2097;p62"/>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8" name="Google Shape;2098;p62"/>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99" name="Google Shape;2099;p62"/>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0" name="Google Shape;2100;p62"/>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1" name="Google Shape;2101;p62"/>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2" name="Google Shape;2102;p62"/>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3" name="Google Shape;2103;p62"/>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4" name="Google Shape;2104;p62"/>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5" name="Google Shape;2105;p62"/>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6" name="Google Shape;2106;p62"/>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7" name="Google Shape;2107;p62"/>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8" name="Google Shape;2108;p62"/>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09" name="Google Shape;2109;p62"/>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0" name="Google Shape;2110;p62"/>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1" name="Google Shape;2111;p62"/>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2" name="Google Shape;2112;p62"/>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3" name="Google Shape;2113;p62"/>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4" name="Google Shape;2114;p62"/>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5" name="Google Shape;2115;p62"/>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6" name="Google Shape;2116;p62"/>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7" name="Google Shape;2117;p62"/>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8" name="Google Shape;2118;p62"/>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19" name="Google Shape;2119;p62"/>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0" name="Google Shape;2120;p62"/>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1" name="Google Shape;2121;p62"/>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2" name="Google Shape;2122;p62"/>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3" name="Google Shape;2123;p62"/>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4" name="Google Shape;2124;p62"/>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5" name="Google Shape;2125;p62"/>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6" name="Google Shape;2126;p62"/>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7" name="Google Shape;2127;p62"/>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8" name="Google Shape;2128;p62"/>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29" name="Google Shape;2129;p62"/>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0" name="Google Shape;2130;p62"/>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1" name="Google Shape;2131;p62"/>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2" name="Google Shape;2132;p62"/>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3" name="Google Shape;2133;p62"/>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4" name="Google Shape;2134;p62"/>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5" name="Google Shape;2135;p62"/>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6" name="Google Shape;2136;p62"/>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7" name="Google Shape;2137;p62"/>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8" name="Google Shape;2138;p62"/>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39" name="Google Shape;2139;p62"/>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40" name="Google Shape;2140;p62"/>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41" name="Google Shape;2141;p62"/>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42" name="Google Shape;2142;p62"/>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43" name="Google Shape;2143;p62"/>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44" name="Google Shape;2144;p62"/>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2145" name="Google Shape;2145;p6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46" name="Google Shape;2146;p62"/>
          <p:cNvSpPr txBox="1"/>
          <p:nvPr>
            <p:ph idx="1" type="subTitle"/>
          </p:nvPr>
        </p:nvSpPr>
        <p:spPr>
          <a:xfrm>
            <a:off x="5194834" y="3542825"/>
            <a:ext cx="3229200" cy="106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p:txBody>
      </p:sp>
      <p:sp>
        <p:nvSpPr>
          <p:cNvPr id="2147" name="Google Shape;2147;p62"/>
          <p:cNvSpPr txBox="1"/>
          <p:nvPr>
            <p:ph idx="2" type="subTitle"/>
          </p:nvPr>
        </p:nvSpPr>
        <p:spPr>
          <a:xfrm>
            <a:off x="720300" y="3542825"/>
            <a:ext cx="3229200" cy="106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p:txBody>
      </p:sp>
      <p:sp>
        <p:nvSpPr>
          <p:cNvPr id="2148" name="Google Shape;2148;p62"/>
          <p:cNvSpPr txBox="1"/>
          <p:nvPr>
            <p:ph idx="3" type="subTitle"/>
          </p:nvPr>
        </p:nvSpPr>
        <p:spPr>
          <a:xfrm>
            <a:off x="5194825" y="3122525"/>
            <a:ext cx="3229200" cy="572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9pPr>
          </a:lstStyle>
          <a:p/>
        </p:txBody>
      </p:sp>
      <p:sp>
        <p:nvSpPr>
          <p:cNvPr id="2149" name="Google Shape;2149;p62"/>
          <p:cNvSpPr txBox="1"/>
          <p:nvPr>
            <p:ph idx="4" type="subTitle"/>
          </p:nvPr>
        </p:nvSpPr>
        <p:spPr>
          <a:xfrm>
            <a:off x="720000" y="3122525"/>
            <a:ext cx="3229200" cy="572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1pPr>
            <a:lvl2pPr lvl="1"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2pPr>
            <a:lvl3pPr lvl="2"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3pPr>
            <a:lvl4pPr lvl="3"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4pPr>
            <a:lvl5pPr lvl="4"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5pPr>
            <a:lvl6pPr lvl="5"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6pPr>
            <a:lvl7pPr lvl="6"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7pPr>
            <a:lvl8pPr lvl="7"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8pPr>
            <a:lvl9pPr lvl="8" algn="l">
              <a:lnSpc>
                <a:spcPct val="100000"/>
              </a:lnSpc>
              <a:spcBef>
                <a:spcPts val="0"/>
              </a:spcBef>
              <a:spcAft>
                <a:spcPts val="0"/>
              </a:spcAft>
              <a:buClr>
                <a:schemeClr val="accent1"/>
              </a:buClr>
              <a:buSzPts val="1600"/>
              <a:buFont typeface="Outfit ExtraBold"/>
              <a:buNone/>
              <a:defRPr b="1" sz="1600">
                <a:solidFill>
                  <a:schemeClr val="accent1"/>
                </a:solidFill>
                <a:latin typeface="Outfit ExtraBold"/>
                <a:ea typeface="Outfit ExtraBold"/>
                <a:cs typeface="Outfit ExtraBold"/>
                <a:sym typeface="Outfit Extra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50" name="Shape 2150"/>
        <p:cNvGrpSpPr/>
        <p:nvPr/>
      </p:nvGrpSpPr>
      <p:grpSpPr>
        <a:xfrm>
          <a:off x="0" y="0"/>
          <a:ext cx="0" cy="0"/>
          <a:chOff x="0" y="0"/>
          <a:chExt cx="0" cy="0"/>
        </a:xfrm>
      </p:grpSpPr>
      <p:grpSp>
        <p:nvGrpSpPr>
          <p:cNvPr id="2151" name="Google Shape;2151;p63"/>
          <p:cNvGrpSpPr/>
          <p:nvPr/>
        </p:nvGrpSpPr>
        <p:grpSpPr>
          <a:xfrm>
            <a:off x="0" y="0"/>
            <a:ext cx="9143995" cy="5143491"/>
            <a:chOff x="0" y="0"/>
            <a:chExt cx="9143995" cy="5143491"/>
          </a:xfrm>
        </p:grpSpPr>
        <p:sp>
          <p:nvSpPr>
            <p:cNvPr id="2152" name="Google Shape;2152;p63"/>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53" name="Google Shape;2153;p63"/>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54" name="Google Shape;2154;p63"/>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55" name="Google Shape;2155;p63"/>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56" name="Google Shape;2156;p63"/>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57" name="Google Shape;2157;p63"/>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58" name="Google Shape;2158;p63"/>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59" name="Google Shape;2159;p63"/>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0" name="Google Shape;2160;p63"/>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1" name="Google Shape;2161;p63"/>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2" name="Google Shape;2162;p63"/>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3" name="Google Shape;2163;p63"/>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4" name="Google Shape;2164;p63"/>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5" name="Google Shape;2165;p63"/>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6" name="Google Shape;2166;p63"/>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7" name="Google Shape;2167;p63"/>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8" name="Google Shape;2168;p63"/>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69" name="Google Shape;2169;p63"/>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0" name="Google Shape;2170;p63"/>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1" name="Google Shape;2171;p63"/>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2" name="Google Shape;2172;p63"/>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3" name="Google Shape;2173;p63"/>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4" name="Google Shape;2174;p63"/>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5" name="Google Shape;2175;p63"/>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6" name="Google Shape;2176;p63"/>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7" name="Google Shape;2177;p63"/>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8" name="Google Shape;2178;p63"/>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79" name="Google Shape;2179;p63"/>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0" name="Google Shape;2180;p63"/>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1" name="Google Shape;2181;p63"/>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2" name="Google Shape;2182;p63"/>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3" name="Google Shape;2183;p63"/>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4" name="Google Shape;2184;p63"/>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5" name="Google Shape;2185;p63"/>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6" name="Google Shape;2186;p63"/>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7" name="Google Shape;2187;p63"/>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8" name="Google Shape;2188;p63"/>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89" name="Google Shape;2189;p63"/>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0" name="Google Shape;2190;p63"/>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1" name="Google Shape;2191;p63"/>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2" name="Google Shape;2192;p63"/>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3" name="Google Shape;2193;p63"/>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4" name="Google Shape;2194;p63"/>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5" name="Google Shape;2195;p63"/>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6" name="Google Shape;2196;p63"/>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7" name="Google Shape;2197;p63"/>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8" name="Google Shape;2198;p63"/>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199" name="Google Shape;2199;p63"/>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0" name="Google Shape;2200;p63"/>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1" name="Google Shape;2201;p63"/>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2" name="Google Shape;2202;p63"/>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3" name="Google Shape;2203;p63"/>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4" name="Google Shape;2204;p63"/>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5" name="Google Shape;2205;p63"/>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6" name="Google Shape;2206;p63"/>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7" name="Google Shape;2207;p63"/>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8" name="Google Shape;2208;p63"/>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09" name="Google Shape;2209;p63"/>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0" name="Google Shape;2210;p63"/>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1" name="Google Shape;2211;p63"/>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2" name="Google Shape;2212;p63"/>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3" name="Google Shape;2213;p63"/>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4" name="Google Shape;2214;p63"/>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5" name="Google Shape;2215;p63"/>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6" name="Google Shape;2216;p63"/>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7" name="Google Shape;2217;p63"/>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8" name="Google Shape;2218;p63"/>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19" name="Google Shape;2219;p63"/>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0" name="Google Shape;2220;p63"/>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1" name="Google Shape;2221;p63"/>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2" name="Google Shape;2222;p63"/>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3" name="Google Shape;2223;p63"/>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4" name="Google Shape;2224;p63"/>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5" name="Google Shape;2225;p63"/>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6" name="Google Shape;2226;p63"/>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7" name="Google Shape;2227;p63"/>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8" name="Google Shape;2228;p63"/>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29" name="Google Shape;2229;p63"/>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0" name="Google Shape;2230;p63"/>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1" name="Google Shape;2231;p63"/>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2" name="Google Shape;2232;p63"/>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3" name="Google Shape;2233;p63"/>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4" name="Google Shape;2234;p63"/>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5" name="Google Shape;2235;p63"/>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6" name="Google Shape;2236;p63"/>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7" name="Google Shape;2237;p63"/>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8" name="Google Shape;2238;p63"/>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39" name="Google Shape;2239;p63"/>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40" name="Google Shape;2240;p63"/>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41" name="Google Shape;2241;p63"/>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42" name="Google Shape;2242;p63"/>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43" name="Google Shape;2243;p63"/>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sp>
        <p:nvSpPr>
          <p:cNvPr id="2244" name="Google Shape;2244;p63"/>
          <p:cNvSpPr txBox="1"/>
          <p:nvPr>
            <p:ph type="title"/>
          </p:nvPr>
        </p:nvSpPr>
        <p:spPr>
          <a:xfrm>
            <a:off x="2135550" y="1655488"/>
            <a:ext cx="4872900" cy="1161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65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2245" name="Google Shape;2245;p63"/>
          <p:cNvSpPr txBox="1"/>
          <p:nvPr>
            <p:ph idx="1" type="subTitle"/>
          </p:nvPr>
        </p:nvSpPr>
        <p:spPr>
          <a:xfrm>
            <a:off x="2135550" y="2816913"/>
            <a:ext cx="4872900" cy="67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46" name="Shape 2246"/>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47" name="Shape 2247"/>
        <p:cNvGrpSpPr/>
        <p:nvPr/>
      </p:nvGrpSpPr>
      <p:grpSpPr>
        <a:xfrm>
          <a:off x="0" y="0"/>
          <a:ext cx="0" cy="0"/>
          <a:chOff x="0" y="0"/>
          <a:chExt cx="0" cy="0"/>
        </a:xfrm>
      </p:grpSpPr>
      <p:grpSp>
        <p:nvGrpSpPr>
          <p:cNvPr id="2248" name="Google Shape;2248;p65"/>
          <p:cNvGrpSpPr/>
          <p:nvPr/>
        </p:nvGrpSpPr>
        <p:grpSpPr>
          <a:xfrm>
            <a:off x="0" y="0"/>
            <a:ext cx="9143995" cy="5143491"/>
            <a:chOff x="0" y="0"/>
            <a:chExt cx="9143995" cy="5143491"/>
          </a:xfrm>
        </p:grpSpPr>
        <p:sp>
          <p:nvSpPr>
            <p:cNvPr id="2249" name="Google Shape;2249;p65"/>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0" name="Google Shape;2250;p65"/>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1" name="Google Shape;2251;p65"/>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2" name="Google Shape;2252;p65"/>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3" name="Google Shape;2253;p65"/>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4" name="Google Shape;2254;p65"/>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5" name="Google Shape;2255;p65"/>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6" name="Google Shape;2256;p65"/>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7" name="Google Shape;2257;p65"/>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8" name="Google Shape;2258;p65"/>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59" name="Google Shape;2259;p65"/>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0" name="Google Shape;2260;p65"/>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1" name="Google Shape;2261;p65"/>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2" name="Google Shape;2262;p65"/>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3" name="Google Shape;2263;p65"/>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4" name="Google Shape;2264;p65"/>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5" name="Google Shape;2265;p65"/>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6" name="Google Shape;2266;p65"/>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7" name="Google Shape;2267;p65"/>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8" name="Google Shape;2268;p65"/>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69" name="Google Shape;2269;p65"/>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0" name="Google Shape;2270;p65"/>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1" name="Google Shape;2271;p65"/>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2" name="Google Shape;2272;p65"/>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3" name="Google Shape;2273;p65"/>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4" name="Google Shape;2274;p65"/>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5" name="Google Shape;2275;p65"/>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6" name="Google Shape;2276;p65"/>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7" name="Google Shape;2277;p65"/>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8" name="Google Shape;2278;p65"/>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79" name="Google Shape;2279;p65"/>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0" name="Google Shape;2280;p65"/>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1" name="Google Shape;2281;p65"/>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2" name="Google Shape;2282;p65"/>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3" name="Google Shape;2283;p65"/>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4" name="Google Shape;2284;p65"/>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5" name="Google Shape;2285;p65"/>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6" name="Google Shape;2286;p65"/>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7" name="Google Shape;2287;p65"/>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8" name="Google Shape;2288;p65"/>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89" name="Google Shape;2289;p65"/>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0" name="Google Shape;2290;p65"/>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1" name="Google Shape;2291;p65"/>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2" name="Google Shape;2292;p65"/>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3" name="Google Shape;2293;p65"/>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4" name="Google Shape;2294;p65"/>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5" name="Google Shape;2295;p65"/>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6" name="Google Shape;2296;p65"/>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7" name="Google Shape;2297;p65"/>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8" name="Google Shape;2298;p65"/>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299" name="Google Shape;2299;p65"/>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0" name="Google Shape;2300;p65"/>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1" name="Google Shape;2301;p65"/>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2" name="Google Shape;2302;p65"/>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3" name="Google Shape;2303;p65"/>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4" name="Google Shape;2304;p65"/>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5" name="Google Shape;2305;p65"/>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6" name="Google Shape;2306;p65"/>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7" name="Google Shape;2307;p65"/>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8" name="Google Shape;2308;p65"/>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09" name="Google Shape;2309;p65"/>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0" name="Google Shape;2310;p65"/>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1" name="Google Shape;2311;p65"/>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2" name="Google Shape;2312;p65"/>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3" name="Google Shape;2313;p65"/>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4" name="Google Shape;2314;p65"/>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5" name="Google Shape;2315;p65"/>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6" name="Google Shape;2316;p65"/>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7" name="Google Shape;2317;p65"/>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8" name="Google Shape;2318;p65"/>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19" name="Google Shape;2319;p65"/>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0" name="Google Shape;2320;p65"/>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1" name="Google Shape;2321;p65"/>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2" name="Google Shape;2322;p65"/>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3" name="Google Shape;2323;p65"/>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4" name="Google Shape;2324;p65"/>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5" name="Google Shape;2325;p65"/>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6" name="Google Shape;2326;p65"/>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7" name="Google Shape;2327;p65"/>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8" name="Google Shape;2328;p65"/>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29" name="Google Shape;2329;p65"/>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0" name="Google Shape;2330;p65"/>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1" name="Google Shape;2331;p65"/>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2" name="Google Shape;2332;p65"/>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3" name="Google Shape;2333;p65"/>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4" name="Google Shape;2334;p65"/>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5" name="Google Shape;2335;p65"/>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6" name="Google Shape;2336;p65"/>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7" name="Google Shape;2337;p65"/>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8" name="Google Shape;2338;p65"/>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39" name="Google Shape;2339;p65"/>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40" name="Google Shape;2340;p65"/>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grpSp>
        <p:nvGrpSpPr>
          <p:cNvPr id="2341" name="Google Shape;2341;p65"/>
          <p:cNvGrpSpPr/>
          <p:nvPr/>
        </p:nvGrpSpPr>
        <p:grpSpPr>
          <a:xfrm flipH="1" rot="10800000">
            <a:off x="-26" y="539501"/>
            <a:ext cx="713205" cy="4057298"/>
            <a:chOff x="-18" y="539500"/>
            <a:chExt cx="453232" cy="4057298"/>
          </a:xfrm>
        </p:grpSpPr>
        <p:sp>
          <p:nvSpPr>
            <p:cNvPr id="2342" name="Google Shape;2342;p65"/>
            <p:cNvSpPr/>
            <p:nvPr/>
          </p:nvSpPr>
          <p:spPr>
            <a:xfrm rot="5400000">
              <a:off x="53069" y="1582766"/>
              <a:ext cx="82937" cy="189109"/>
            </a:xfrm>
            <a:custGeom>
              <a:rect b="b" l="l" r="r" t="t"/>
              <a:pathLst>
                <a:path extrusionOk="0" h="1500" w="251">
                  <a:moveTo>
                    <a:pt x="0" y="0"/>
                  </a:moveTo>
                  <a:lnTo>
                    <a:pt x="251" y="0"/>
                  </a:lnTo>
                  <a:lnTo>
                    <a:pt x="251" y="1500"/>
                  </a:lnTo>
                  <a:lnTo>
                    <a:pt x="0" y="150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3" name="Google Shape;2343;p65"/>
            <p:cNvSpPr/>
            <p:nvPr/>
          </p:nvSpPr>
          <p:spPr>
            <a:xfrm rot="5400000">
              <a:off x="127680" y="1919535"/>
              <a:ext cx="82606" cy="338000"/>
            </a:xfrm>
            <a:custGeom>
              <a:rect b="b" l="l" r="r" t="t"/>
              <a:pathLst>
                <a:path extrusionOk="0" h="2681" w="250">
                  <a:moveTo>
                    <a:pt x="0" y="0"/>
                  </a:moveTo>
                  <a:lnTo>
                    <a:pt x="250" y="0"/>
                  </a:lnTo>
                  <a:lnTo>
                    <a:pt x="250" y="2681"/>
                  </a:lnTo>
                  <a:lnTo>
                    <a:pt x="0" y="268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4" name="Google Shape;2344;p65"/>
            <p:cNvSpPr/>
            <p:nvPr/>
          </p:nvSpPr>
          <p:spPr>
            <a:xfrm rot="5400000">
              <a:off x="185130" y="2409932"/>
              <a:ext cx="82937" cy="453231"/>
            </a:xfrm>
            <a:custGeom>
              <a:rect b="b" l="l" r="r" t="t"/>
              <a:pathLst>
                <a:path extrusionOk="0" h="3595" w="251">
                  <a:moveTo>
                    <a:pt x="0" y="0"/>
                  </a:moveTo>
                  <a:lnTo>
                    <a:pt x="251" y="0"/>
                  </a:lnTo>
                  <a:lnTo>
                    <a:pt x="251" y="3595"/>
                  </a:lnTo>
                  <a:lnTo>
                    <a:pt x="0" y="35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5" name="Google Shape;2345;p65"/>
            <p:cNvSpPr/>
            <p:nvPr/>
          </p:nvSpPr>
          <p:spPr>
            <a:xfrm rot="5400000">
              <a:off x="150752" y="3267071"/>
              <a:ext cx="82606" cy="384143"/>
            </a:xfrm>
            <a:custGeom>
              <a:rect b="b" l="l" r="r" t="t"/>
              <a:pathLst>
                <a:path extrusionOk="0" h="3047" w="250">
                  <a:moveTo>
                    <a:pt x="0" y="0"/>
                  </a:moveTo>
                  <a:lnTo>
                    <a:pt x="250" y="0"/>
                  </a:lnTo>
                  <a:lnTo>
                    <a:pt x="250" y="3047"/>
                  </a:lnTo>
                  <a:lnTo>
                    <a:pt x="0" y="304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6" name="Google Shape;2346;p65"/>
            <p:cNvSpPr/>
            <p:nvPr/>
          </p:nvSpPr>
          <p:spPr>
            <a:xfrm rot="5400000">
              <a:off x="90741" y="2778574"/>
              <a:ext cx="82606" cy="264122"/>
            </a:xfrm>
            <a:custGeom>
              <a:rect b="b" l="l" r="r" t="t"/>
              <a:pathLst>
                <a:path extrusionOk="0" h="2095" w="250">
                  <a:moveTo>
                    <a:pt x="0" y="0"/>
                  </a:moveTo>
                  <a:lnTo>
                    <a:pt x="250" y="0"/>
                  </a:lnTo>
                  <a:lnTo>
                    <a:pt x="250" y="2095"/>
                  </a:lnTo>
                  <a:lnTo>
                    <a:pt x="0" y="20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7" name="Google Shape;2347;p65"/>
            <p:cNvSpPr/>
            <p:nvPr/>
          </p:nvSpPr>
          <p:spPr>
            <a:xfrm rot="5400000">
              <a:off x="32370" y="1466670"/>
              <a:ext cx="82606"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8" name="Google Shape;2348;p65"/>
            <p:cNvSpPr/>
            <p:nvPr/>
          </p:nvSpPr>
          <p:spPr>
            <a:xfrm rot="5400000">
              <a:off x="32306" y="1877783"/>
              <a:ext cx="82606"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9" name="Google Shape;2349;p65"/>
            <p:cNvSpPr/>
            <p:nvPr/>
          </p:nvSpPr>
          <p:spPr>
            <a:xfrm rot="5400000">
              <a:off x="97321" y="2360945"/>
              <a:ext cx="82937" cy="277612"/>
            </a:xfrm>
            <a:custGeom>
              <a:rect b="b" l="l" r="r" t="t"/>
              <a:pathLst>
                <a:path extrusionOk="0" h="2202" w="251">
                  <a:moveTo>
                    <a:pt x="0" y="0"/>
                  </a:moveTo>
                  <a:lnTo>
                    <a:pt x="251" y="0"/>
                  </a:lnTo>
                  <a:lnTo>
                    <a:pt x="251" y="2202"/>
                  </a:lnTo>
                  <a:lnTo>
                    <a:pt x="0" y="22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0" name="Google Shape;2350;p65"/>
            <p:cNvSpPr/>
            <p:nvPr/>
          </p:nvSpPr>
          <p:spPr>
            <a:xfrm rot="5400000">
              <a:off x="19447" y="3124122"/>
              <a:ext cx="82606" cy="121534"/>
            </a:xfrm>
            <a:custGeom>
              <a:rect b="b" l="l" r="r" t="t"/>
              <a:pathLst>
                <a:path extrusionOk="0" h="964" w="250">
                  <a:moveTo>
                    <a:pt x="0" y="0"/>
                  </a:moveTo>
                  <a:lnTo>
                    <a:pt x="250" y="0"/>
                  </a:lnTo>
                  <a:lnTo>
                    <a:pt x="250" y="964"/>
                  </a:lnTo>
                  <a:lnTo>
                    <a:pt x="0" y="96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1" name="Google Shape;2351;p65"/>
            <p:cNvSpPr/>
            <p:nvPr/>
          </p:nvSpPr>
          <p:spPr>
            <a:xfrm rot="5400000">
              <a:off x="-10936" y="3839808"/>
              <a:ext cx="82606" cy="60767"/>
            </a:xfrm>
            <a:custGeom>
              <a:rect b="b" l="l" r="r" t="t"/>
              <a:pathLst>
                <a:path extrusionOk="0" h="482" w="250">
                  <a:moveTo>
                    <a:pt x="0" y="0"/>
                  </a:moveTo>
                  <a:lnTo>
                    <a:pt x="250" y="0"/>
                  </a:lnTo>
                  <a:lnTo>
                    <a:pt x="250" y="482"/>
                  </a:lnTo>
                  <a:lnTo>
                    <a:pt x="0" y="48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2" name="Google Shape;2352;p65"/>
            <p:cNvSpPr/>
            <p:nvPr/>
          </p:nvSpPr>
          <p:spPr>
            <a:xfrm rot="5400000">
              <a:off x="36404" y="3655341"/>
              <a:ext cx="82606" cy="155447"/>
            </a:xfrm>
            <a:custGeom>
              <a:rect b="b" l="l" r="r" t="t"/>
              <a:pathLst>
                <a:path extrusionOk="0" h="1233" w="250">
                  <a:moveTo>
                    <a:pt x="0" y="0"/>
                  </a:moveTo>
                  <a:lnTo>
                    <a:pt x="250" y="0"/>
                  </a:lnTo>
                  <a:lnTo>
                    <a:pt x="250" y="1233"/>
                  </a:lnTo>
                  <a:lnTo>
                    <a:pt x="0" y="123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3" name="Google Shape;2353;p65"/>
            <p:cNvSpPr/>
            <p:nvPr/>
          </p:nvSpPr>
          <p:spPr>
            <a:xfrm rot="5400000">
              <a:off x="23001" y="4354047"/>
              <a:ext cx="82937" cy="128972"/>
            </a:xfrm>
            <a:custGeom>
              <a:rect b="b" l="l" r="r" t="t"/>
              <a:pathLst>
                <a:path extrusionOk="0" h="1023" w="251">
                  <a:moveTo>
                    <a:pt x="0" y="0"/>
                  </a:moveTo>
                  <a:lnTo>
                    <a:pt x="251" y="0"/>
                  </a:lnTo>
                  <a:lnTo>
                    <a:pt x="251" y="1023"/>
                  </a:lnTo>
                  <a:lnTo>
                    <a:pt x="0" y="10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4" name="Google Shape;2354;p65"/>
            <p:cNvSpPr/>
            <p:nvPr/>
          </p:nvSpPr>
          <p:spPr>
            <a:xfrm rot="5400000">
              <a:off x="2995" y="4237257"/>
              <a:ext cx="82606" cy="88629"/>
            </a:xfrm>
            <a:custGeom>
              <a:rect b="b" l="l" r="r" t="t"/>
              <a:pathLst>
                <a:path extrusionOk="0" h="703" w="250">
                  <a:moveTo>
                    <a:pt x="0" y="0"/>
                  </a:moveTo>
                  <a:lnTo>
                    <a:pt x="250" y="0"/>
                  </a:lnTo>
                  <a:lnTo>
                    <a:pt x="250" y="703"/>
                  </a:lnTo>
                  <a:lnTo>
                    <a:pt x="0" y="7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5" name="Google Shape;2355;p65"/>
            <p:cNvSpPr/>
            <p:nvPr/>
          </p:nvSpPr>
          <p:spPr>
            <a:xfrm rot="5400000">
              <a:off x="12324" y="4501851"/>
              <a:ext cx="82606" cy="107288"/>
            </a:xfrm>
            <a:custGeom>
              <a:rect b="b" l="l" r="r" t="t"/>
              <a:pathLst>
                <a:path extrusionOk="0" h="851" w="250">
                  <a:moveTo>
                    <a:pt x="0" y="0"/>
                  </a:moveTo>
                  <a:lnTo>
                    <a:pt x="250" y="0"/>
                  </a:lnTo>
                  <a:lnTo>
                    <a:pt x="250" y="851"/>
                  </a:lnTo>
                  <a:lnTo>
                    <a:pt x="0" y="85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6" name="Google Shape;2356;p65"/>
            <p:cNvSpPr/>
            <p:nvPr/>
          </p:nvSpPr>
          <p:spPr>
            <a:xfrm rot="5400000">
              <a:off x="67418" y="4035708"/>
              <a:ext cx="82606" cy="217475"/>
            </a:xfrm>
            <a:custGeom>
              <a:rect b="b" l="l" r="r" t="t"/>
              <a:pathLst>
                <a:path extrusionOk="0" h="1725" w="250">
                  <a:moveTo>
                    <a:pt x="0" y="0"/>
                  </a:moveTo>
                  <a:lnTo>
                    <a:pt x="250" y="0"/>
                  </a:lnTo>
                  <a:lnTo>
                    <a:pt x="250" y="1725"/>
                  </a:lnTo>
                  <a:lnTo>
                    <a:pt x="0" y="172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7" name="Google Shape;2357;p65"/>
            <p:cNvSpPr/>
            <p:nvPr/>
          </p:nvSpPr>
          <p:spPr>
            <a:xfrm rot="5400000">
              <a:off x="46427" y="3234269"/>
              <a:ext cx="82606" cy="175493"/>
            </a:xfrm>
            <a:custGeom>
              <a:rect b="b" l="l" r="r" t="t"/>
              <a:pathLst>
                <a:path extrusionOk="0" h="1392" w="250">
                  <a:moveTo>
                    <a:pt x="0" y="0"/>
                  </a:moveTo>
                  <a:lnTo>
                    <a:pt x="250" y="0"/>
                  </a:lnTo>
                  <a:lnTo>
                    <a:pt x="250" y="1392"/>
                  </a:lnTo>
                  <a:lnTo>
                    <a:pt x="0" y="139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8" name="Google Shape;2358;p65"/>
            <p:cNvSpPr/>
            <p:nvPr/>
          </p:nvSpPr>
          <p:spPr>
            <a:xfrm rot="5400000">
              <a:off x="32370" y="2151973"/>
              <a:ext cx="82606"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9" name="Google Shape;2359;p65"/>
            <p:cNvSpPr/>
            <p:nvPr/>
          </p:nvSpPr>
          <p:spPr>
            <a:xfrm rot="5400000">
              <a:off x="32306" y="1192479"/>
              <a:ext cx="82606"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0" name="Google Shape;2360;p65"/>
            <p:cNvSpPr/>
            <p:nvPr/>
          </p:nvSpPr>
          <p:spPr>
            <a:xfrm rot="5400000">
              <a:off x="6777" y="943756"/>
              <a:ext cx="82606" cy="96193"/>
            </a:xfrm>
            <a:custGeom>
              <a:rect b="b" l="l" r="r" t="t"/>
              <a:pathLst>
                <a:path extrusionOk="0" h="763" w="250">
                  <a:moveTo>
                    <a:pt x="0" y="0"/>
                  </a:moveTo>
                  <a:lnTo>
                    <a:pt x="250" y="0"/>
                  </a:lnTo>
                  <a:lnTo>
                    <a:pt x="250" y="763"/>
                  </a:lnTo>
                  <a:lnTo>
                    <a:pt x="0" y="76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1" name="Google Shape;2361;p65"/>
            <p:cNvSpPr/>
            <p:nvPr/>
          </p:nvSpPr>
          <p:spPr>
            <a:xfrm rot="5400000">
              <a:off x="6549" y="669730"/>
              <a:ext cx="82937" cy="96067"/>
            </a:xfrm>
            <a:custGeom>
              <a:rect b="b" l="l" r="r" t="t"/>
              <a:pathLst>
                <a:path extrusionOk="0" h="762" w="251">
                  <a:moveTo>
                    <a:pt x="0" y="0"/>
                  </a:moveTo>
                  <a:lnTo>
                    <a:pt x="251" y="0"/>
                  </a:lnTo>
                  <a:lnTo>
                    <a:pt x="251" y="762"/>
                  </a:lnTo>
                  <a:lnTo>
                    <a:pt x="0" y="76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2" name="Google Shape;2362;p65"/>
            <p:cNvSpPr/>
            <p:nvPr/>
          </p:nvSpPr>
          <p:spPr>
            <a:xfrm rot="5400000">
              <a:off x="38988" y="774417"/>
              <a:ext cx="82606" cy="160616"/>
            </a:xfrm>
            <a:custGeom>
              <a:rect b="b" l="l" r="r" t="t"/>
              <a:pathLst>
                <a:path extrusionOk="0" h="1274" w="250">
                  <a:moveTo>
                    <a:pt x="0" y="0"/>
                  </a:moveTo>
                  <a:lnTo>
                    <a:pt x="250" y="0"/>
                  </a:lnTo>
                  <a:lnTo>
                    <a:pt x="250" y="1274"/>
                  </a:lnTo>
                  <a:lnTo>
                    <a:pt x="0" y="127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3" name="Google Shape;2363;p65"/>
            <p:cNvSpPr/>
            <p:nvPr/>
          </p:nvSpPr>
          <p:spPr>
            <a:xfrm rot="5400000">
              <a:off x="-10747" y="1372660"/>
              <a:ext cx="82606"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4" name="Google Shape;2364;p65"/>
            <p:cNvSpPr/>
            <p:nvPr/>
          </p:nvSpPr>
          <p:spPr>
            <a:xfrm rot="5400000">
              <a:off x="-10912" y="1783875"/>
              <a:ext cx="82937" cy="61145"/>
            </a:xfrm>
            <a:custGeom>
              <a:rect b="b" l="l" r="r" t="t"/>
              <a:pathLst>
                <a:path extrusionOk="0" h="485" w="251">
                  <a:moveTo>
                    <a:pt x="0" y="0"/>
                  </a:moveTo>
                  <a:lnTo>
                    <a:pt x="251" y="0"/>
                  </a:lnTo>
                  <a:lnTo>
                    <a:pt x="251"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5" name="Google Shape;2365;p65"/>
            <p:cNvSpPr/>
            <p:nvPr/>
          </p:nvSpPr>
          <p:spPr>
            <a:xfrm rot="5400000">
              <a:off x="-10747" y="2332216"/>
              <a:ext cx="82606"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6" name="Google Shape;2366;p65"/>
            <p:cNvSpPr/>
            <p:nvPr/>
          </p:nvSpPr>
          <p:spPr>
            <a:xfrm rot="5400000">
              <a:off x="73532" y="2932910"/>
              <a:ext cx="82606" cy="229704"/>
            </a:xfrm>
            <a:custGeom>
              <a:rect b="b" l="l" r="r" t="t"/>
              <a:pathLst>
                <a:path extrusionOk="0" h="1822" w="250">
                  <a:moveTo>
                    <a:pt x="0" y="0"/>
                  </a:moveTo>
                  <a:lnTo>
                    <a:pt x="250" y="0"/>
                  </a:lnTo>
                  <a:lnTo>
                    <a:pt x="250" y="1822"/>
                  </a:lnTo>
                  <a:lnTo>
                    <a:pt x="0" y="182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7" name="Google Shape;2367;p65"/>
            <p:cNvSpPr/>
            <p:nvPr/>
          </p:nvSpPr>
          <p:spPr>
            <a:xfrm rot="5400000">
              <a:off x="-22283" y="2754471"/>
              <a:ext cx="82606"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8" name="Google Shape;2368;p65"/>
            <p:cNvSpPr/>
            <p:nvPr/>
          </p:nvSpPr>
          <p:spPr>
            <a:xfrm rot="5400000">
              <a:off x="-22448" y="3577067"/>
              <a:ext cx="82937" cy="38074"/>
            </a:xfrm>
            <a:custGeom>
              <a:rect b="b" l="l" r="r" t="t"/>
              <a:pathLst>
                <a:path extrusionOk="0" h="302" w="251">
                  <a:moveTo>
                    <a:pt x="0" y="0"/>
                  </a:moveTo>
                  <a:lnTo>
                    <a:pt x="251" y="0"/>
                  </a:lnTo>
                  <a:lnTo>
                    <a:pt x="251"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9" name="Google Shape;2369;p65"/>
            <p:cNvSpPr/>
            <p:nvPr/>
          </p:nvSpPr>
          <p:spPr>
            <a:xfrm rot="5400000">
              <a:off x="-22283" y="3988282"/>
              <a:ext cx="82606"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0" name="Google Shape;2370;p65"/>
            <p:cNvSpPr/>
            <p:nvPr/>
          </p:nvSpPr>
          <p:spPr>
            <a:xfrm rot="5400000">
              <a:off x="-26065" y="1113724"/>
              <a:ext cx="82606" cy="30510"/>
            </a:xfrm>
            <a:custGeom>
              <a:rect b="b" l="l" r="r" t="t"/>
              <a:pathLst>
                <a:path extrusionOk="0" h="242" w="250">
                  <a:moveTo>
                    <a:pt x="0" y="0"/>
                  </a:moveTo>
                  <a:lnTo>
                    <a:pt x="250" y="0"/>
                  </a:lnTo>
                  <a:lnTo>
                    <a:pt x="250" y="242"/>
                  </a:lnTo>
                  <a:lnTo>
                    <a:pt x="0" y="242"/>
                  </a:lnTo>
                  <a:lnTo>
                    <a:pt x="0" y="0"/>
                  </a:lnTo>
                  <a:close/>
                </a:path>
              </a:pathLst>
            </a:custGeom>
            <a:solidFill>
              <a:schemeClr val="lt2"/>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1" name="Google Shape;2371;p65"/>
            <p:cNvSpPr/>
            <p:nvPr/>
          </p:nvSpPr>
          <p:spPr>
            <a:xfrm rot="5400000">
              <a:off x="78071" y="461412"/>
              <a:ext cx="82606" cy="238781"/>
            </a:xfrm>
            <a:custGeom>
              <a:rect b="b" l="l" r="r" t="t"/>
              <a:pathLst>
                <a:path extrusionOk="0" h="1894" w="250">
                  <a:moveTo>
                    <a:pt x="0" y="0"/>
                  </a:moveTo>
                  <a:lnTo>
                    <a:pt x="250" y="0"/>
                  </a:lnTo>
                  <a:lnTo>
                    <a:pt x="250" y="1894"/>
                  </a:lnTo>
                  <a:lnTo>
                    <a:pt x="0" y="189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72" name="Google Shape;2372;p65"/>
          <p:cNvGrpSpPr/>
          <p:nvPr/>
        </p:nvGrpSpPr>
        <p:grpSpPr>
          <a:xfrm>
            <a:off x="-13" y="539500"/>
            <a:ext cx="499461" cy="4057299"/>
            <a:chOff x="-18" y="539500"/>
            <a:chExt cx="453232" cy="4057298"/>
          </a:xfrm>
        </p:grpSpPr>
        <p:sp>
          <p:nvSpPr>
            <p:cNvPr id="2373" name="Google Shape;2373;p65"/>
            <p:cNvSpPr/>
            <p:nvPr/>
          </p:nvSpPr>
          <p:spPr>
            <a:xfrm rot="5400000">
              <a:off x="53069" y="1582766"/>
              <a:ext cx="82937" cy="189109"/>
            </a:xfrm>
            <a:custGeom>
              <a:rect b="b" l="l" r="r" t="t"/>
              <a:pathLst>
                <a:path extrusionOk="0" h="1500" w="251">
                  <a:moveTo>
                    <a:pt x="0" y="0"/>
                  </a:moveTo>
                  <a:lnTo>
                    <a:pt x="251" y="0"/>
                  </a:lnTo>
                  <a:lnTo>
                    <a:pt x="251" y="1500"/>
                  </a:lnTo>
                  <a:lnTo>
                    <a:pt x="0" y="150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4" name="Google Shape;2374;p65"/>
            <p:cNvSpPr/>
            <p:nvPr/>
          </p:nvSpPr>
          <p:spPr>
            <a:xfrm rot="5400000">
              <a:off x="127680" y="1919535"/>
              <a:ext cx="82606" cy="338000"/>
            </a:xfrm>
            <a:custGeom>
              <a:rect b="b" l="l" r="r" t="t"/>
              <a:pathLst>
                <a:path extrusionOk="0" h="2681" w="250">
                  <a:moveTo>
                    <a:pt x="0" y="0"/>
                  </a:moveTo>
                  <a:lnTo>
                    <a:pt x="250" y="0"/>
                  </a:lnTo>
                  <a:lnTo>
                    <a:pt x="250" y="2681"/>
                  </a:lnTo>
                  <a:lnTo>
                    <a:pt x="0" y="268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5" name="Google Shape;2375;p65"/>
            <p:cNvSpPr/>
            <p:nvPr/>
          </p:nvSpPr>
          <p:spPr>
            <a:xfrm rot="5400000">
              <a:off x="185130" y="2409932"/>
              <a:ext cx="82937" cy="453231"/>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6" name="Google Shape;2376;p65"/>
            <p:cNvSpPr/>
            <p:nvPr/>
          </p:nvSpPr>
          <p:spPr>
            <a:xfrm rot="5400000">
              <a:off x="150752" y="3267071"/>
              <a:ext cx="82606" cy="384143"/>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7" name="Google Shape;2377;p65"/>
            <p:cNvSpPr/>
            <p:nvPr/>
          </p:nvSpPr>
          <p:spPr>
            <a:xfrm rot="5400000">
              <a:off x="90741" y="2778574"/>
              <a:ext cx="82606" cy="264122"/>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8" name="Google Shape;2378;p65"/>
            <p:cNvSpPr/>
            <p:nvPr/>
          </p:nvSpPr>
          <p:spPr>
            <a:xfrm rot="5400000">
              <a:off x="32370" y="1466670"/>
              <a:ext cx="82606"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9" name="Google Shape;2379;p65"/>
            <p:cNvSpPr/>
            <p:nvPr/>
          </p:nvSpPr>
          <p:spPr>
            <a:xfrm rot="5400000">
              <a:off x="32306" y="1877783"/>
              <a:ext cx="82606"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0" name="Google Shape;2380;p65"/>
            <p:cNvSpPr/>
            <p:nvPr/>
          </p:nvSpPr>
          <p:spPr>
            <a:xfrm rot="5400000">
              <a:off x="97321" y="2360945"/>
              <a:ext cx="82937" cy="277612"/>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1" name="Google Shape;2381;p65"/>
            <p:cNvSpPr/>
            <p:nvPr/>
          </p:nvSpPr>
          <p:spPr>
            <a:xfrm rot="5400000">
              <a:off x="19447" y="3124122"/>
              <a:ext cx="82606" cy="121534"/>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2" name="Google Shape;2382;p65"/>
            <p:cNvSpPr/>
            <p:nvPr/>
          </p:nvSpPr>
          <p:spPr>
            <a:xfrm rot="5400000">
              <a:off x="-10936" y="3839808"/>
              <a:ext cx="82606" cy="60767"/>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3" name="Google Shape;2383;p65"/>
            <p:cNvSpPr/>
            <p:nvPr/>
          </p:nvSpPr>
          <p:spPr>
            <a:xfrm rot="5400000">
              <a:off x="36404" y="3655341"/>
              <a:ext cx="82606" cy="155447"/>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4" name="Google Shape;2384;p65"/>
            <p:cNvSpPr/>
            <p:nvPr/>
          </p:nvSpPr>
          <p:spPr>
            <a:xfrm rot="5400000">
              <a:off x="23001" y="4354047"/>
              <a:ext cx="82937" cy="128972"/>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5" name="Google Shape;2385;p65"/>
            <p:cNvSpPr/>
            <p:nvPr/>
          </p:nvSpPr>
          <p:spPr>
            <a:xfrm rot="5400000">
              <a:off x="2995" y="4237257"/>
              <a:ext cx="82606" cy="88629"/>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6" name="Google Shape;2386;p65"/>
            <p:cNvSpPr/>
            <p:nvPr/>
          </p:nvSpPr>
          <p:spPr>
            <a:xfrm rot="5400000">
              <a:off x="12324" y="4501851"/>
              <a:ext cx="82606" cy="107288"/>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7" name="Google Shape;2387;p65"/>
            <p:cNvSpPr/>
            <p:nvPr/>
          </p:nvSpPr>
          <p:spPr>
            <a:xfrm rot="5400000">
              <a:off x="67418" y="4035708"/>
              <a:ext cx="82606" cy="217475"/>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8" name="Google Shape;2388;p65"/>
            <p:cNvSpPr/>
            <p:nvPr/>
          </p:nvSpPr>
          <p:spPr>
            <a:xfrm rot="5400000">
              <a:off x="46427" y="3234269"/>
              <a:ext cx="82606" cy="175493"/>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89" name="Google Shape;2389;p65"/>
            <p:cNvSpPr/>
            <p:nvPr/>
          </p:nvSpPr>
          <p:spPr>
            <a:xfrm rot="5400000">
              <a:off x="32370" y="2151973"/>
              <a:ext cx="82606"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0" name="Google Shape;2390;p65"/>
            <p:cNvSpPr/>
            <p:nvPr/>
          </p:nvSpPr>
          <p:spPr>
            <a:xfrm rot="5400000">
              <a:off x="32306" y="1192479"/>
              <a:ext cx="82606"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1" name="Google Shape;2391;p65"/>
            <p:cNvSpPr/>
            <p:nvPr/>
          </p:nvSpPr>
          <p:spPr>
            <a:xfrm rot="5400000">
              <a:off x="6777" y="943756"/>
              <a:ext cx="82606" cy="96193"/>
            </a:xfrm>
            <a:custGeom>
              <a:rect b="b" l="l" r="r" t="t"/>
              <a:pathLst>
                <a:path extrusionOk="0" h="763" w="250">
                  <a:moveTo>
                    <a:pt x="0" y="0"/>
                  </a:moveTo>
                  <a:lnTo>
                    <a:pt x="250" y="0"/>
                  </a:lnTo>
                  <a:lnTo>
                    <a:pt x="250" y="763"/>
                  </a:lnTo>
                  <a:lnTo>
                    <a:pt x="0" y="76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2" name="Google Shape;2392;p65"/>
            <p:cNvSpPr/>
            <p:nvPr/>
          </p:nvSpPr>
          <p:spPr>
            <a:xfrm rot="5400000">
              <a:off x="6549" y="669730"/>
              <a:ext cx="82937" cy="96067"/>
            </a:xfrm>
            <a:custGeom>
              <a:rect b="b" l="l" r="r" t="t"/>
              <a:pathLst>
                <a:path extrusionOk="0" h="762" w="251">
                  <a:moveTo>
                    <a:pt x="0" y="0"/>
                  </a:moveTo>
                  <a:lnTo>
                    <a:pt x="251" y="0"/>
                  </a:lnTo>
                  <a:lnTo>
                    <a:pt x="251" y="762"/>
                  </a:lnTo>
                  <a:lnTo>
                    <a:pt x="0" y="76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3" name="Google Shape;2393;p65"/>
            <p:cNvSpPr/>
            <p:nvPr/>
          </p:nvSpPr>
          <p:spPr>
            <a:xfrm rot="5400000">
              <a:off x="38988" y="774417"/>
              <a:ext cx="82606" cy="160616"/>
            </a:xfrm>
            <a:custGeom>
              <a:rect b="b" l="l" r="r" t="t"/>
              <a:pathLst>
                <a:path extrusionOk="0" h="1274" w="250">
                  <a:moveTo>
                    <a:pt x="0" y="0"/>
                  </a:moveTo>
                  <a:lnTo>
                    <a:pt x="250" y="0"/>
                  </a:lnTo>
                  <a:lnTo>
                    <a:pt x="250" y="1274"/>
                  </a:lnTo>
                  <a:lnTo>
                    <a:pt x="0" y="127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4" name="Google Shape;2394;p65"/>
            <p:cNvSpPr/>
            <p:nvPr/>
          </p:nvSpPr>
          <p:spPr>
            <a:xfrm rot="5400000">
              <a:off x="-10747" y="1372660"/>
              <a:ext cx="82606"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5" name="Google Shape;2395;p65"/>
            <p:cNvSpPr/>
            <p:nvPr/>
          </p:nvSpPr>
          <p:spPr>
            <a:xfrm rot="5400000">
              <a:off x="-10912" y="1783875"/>
              <a:ext cx="82937" cy="61145"/>
            </a:xfrm>
            <a:custGeom>
              <a:rect b="b" l="l" r="r" t="t"/>
              <a:pathLst>
                <a:path extrusionOk="0" h="485" w="251">
                  <a:moveTo>
                    <a:pt x="0" y="0"/>
                  </a:moveTo>
                  <a:lnTo>
                    <a:pt x="251" y="0"/>
                  </a:lnTo>
                  <a:lnTo>
                    <a:pt x="251"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6" name="Google Shape;2396;p65"/>
            <p:cNvSpPr/>
            <p:nvPr/>
          </p:nvSpPr>
          <p:spPr>
            <a:xfrm rot="5400000">
              <a:off x="-10747" y="2332216"/>
              <a:ext cx="82606"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7" name="Google Shape;2397;p65"/>
            <p:cNvSpPr/>
            <p:nvPr/>
          </p:nvSpPr>
          <p:spPr>
            <a:xfrm rot="5400000">
              <a:off x="73532" y="2932910"/>
              <a:ext cx="82606" cy="229704"/>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8" name="Google Shape;2398;p65"/>
            <p:cNvSpPr/>
            <p:nvPr/>
          </p:nvSpPr>
          <p:spPr>
            <a:xfrm rot="5400000">
              <a:off x="-22283" y="2754471"/>
              <a:ext cx="82606"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99" name="Google Shape;2399;p65"/>
            <p:cNvSpPr/>
            <p:nvPr/>
          </p:nvSpPr>
          <p:spPr>
            <a:xfrm rot="5400000">
              <a:off x="-22448" y="3577067"/>
              <a:ext cx="82937" cy="38074"/>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0" name="Google Shape;2400;p65"/>
            <p:cNvSpPr/>
            <p:nvPr/>
          </p:nvSpPr>
          <p:spPr>
            <a:xfrm rot="5400000">
              <a:off x="-22283" y="3988282"/>
              <a:ext cx="82606"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1" name="Google Shape;2401;p65"/>
            <p:cNvSpPr/>
            <p:nvPr/>
          </p:nvSpPr>
          <p:spPr>
            <a:xfrm rot="5400000">
              <a:off x="-26065" y="1113724"/>
              <a:ext cx="82606" cy="30510"/>
            </a:xfrm>
            <a:custGeom>
              <a:rect b="b" l="l" r="r" t="t"/>
              <a:pathLst>
                <a:path extrusionOk="0" h="242" w="250">
                  <a:moveTo>
                    <a:pt x="0" y="0"/>
                  </a:moveTo>
                  <a:lnTo>
                    <a:pt x="250" y="0"/>
                  </a:lnTo>
                  <a:lnTo>
                    <a:pt x="250" y="242"/>
                  </a:lnTo>
                  <a:lnTo>
                    <a:pt x="0" y="242"/>
                  </a:lnTo>
                  <a:lnTo>
                    <a:pt x="0" y="0"/>
                  </a:lnTo>
                  <a:close/>
                </a:path>
              </a:pathLst>
            </a:custGeom>
            <a:solidFill>
              <a:schemeClr val="accent1"/>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2" name="Google Shape;2402;p65"/>
            <p:cNvSpPr/>
            <p:nvPr/>
          </p:nvSpPr>
          <p:spPr>
            <a:xfrm rot="5400000">
              <a:off x="78071" y="461412"/>
              <a:ext cx="82606" cy="238781"/>
            </a:xfrm>
            <a:custGeom>
              <a:rect b="b" l="l" r="r" t="t"/>
              <a:pathLst>
                <a:path extrusionOk="0" h="1894" w="250">
                  <a:moveTo>
                    <a:pt x="0" y="0"/>
                  </a:moveTo>
                  <a:lnTo>
                    <a:pt x="250" y="0"/>
                  </a:lnTo>
                  <a:lnTo>
                    <a:pt x="250" y="1894"/>
                  </a:lnTo>
                  <a:lnTo>
                    <a:pt x="0" y="189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403" name="Google Shape;2403;p65"/>
          <p:cNvGrpSpPr/>
          <p:nvPr/>
        </p:nvGrpSpPr>
        <p:grpSpPr>
          <a:xfrm flipH="1">
            <a:off x="8430796" y="543100"/>
            <a:ext cx="713205" cy="4057299"/>
            <a:chOff x="-18" y="539500"/>
            <a:chExt cx="453232" cy="4057298"/>
          </a:xfrm>
        </p:grpSpPr>
        <p:sp>
          <p:nvSpPr>
            <p:cNvPr id="2404" name="Google Shape;2404;p65"/>
            <p:cNvSpPr/>
            <p:nvPr/>
          </p:nvSpPr>
          <p:spPr>
            <a:xfrm rot="5400000">
              <a:off x="53069" y="1582766"/>
              <a:ext cx="82937" cy="189109"/>
            </a:xfrm>
            <a:custGeom>
              <a:rect b="b" l="l" r="r" t="t"/>
              <a:pathLst>
                <a:path extrusionOk="0" h="1500" w="251">
                  <a:moveTo>
                    <a:pt x="0" y="0"/>
                  </a:moveTo>
                  <a:lnTo>
                    <a:pt x="251" y="0"/>
                  </a:lnTo>
                  <a:lnTo>
                    <a:pt x="251" y="1500"/>
                  </a:lnTo>
                  <a:lnTo>
                    <a:pt x="0" y="150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5" name="Google Shape;2405;p65"/>
            <p:cNvSpPr/>
            <p:nvPr/>
          </p:nvSpPr>
          <p:spPr>
            <a:xfrm rot="5400000">
              <a:off x="127680" y="1919535"/>
              <a:ext cx="82606" cy="338000"/>
            </a:xfrm>
            <a:custGeom>
              <a:rect b="b" l="l" r="r" t="t"/>
              <a:pathLst>
                <a:path extrusionOk="0" h="2681" w="250">
                  <a:moveTo>
                    <a:pt x="0" y="0"/>
                  </a:moveTo>
                  <a:lnTo>
                    <a:pt x="250" y="0"/>
                  </a:lnTo>
                  <a:lnTo>
                    <a:pt x="250" y="2681"/>
                  </a:lnTo>
                  <a:lnTo>
                    <a:pt x="0" y="268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6" name="Google Shape;2406;p65"/>
            <p:cNvSpPr/>
            <p:nvPr/>
          </p:nvSpPr>
          <p:spPr>
            <a:xfrm rot="5400000">
              <a:off x="185130" y="2409932"/>
              <a:ext cx="82937" cy="453231"/>
            </a:xfrm>
            <a:custGeom>
              <a:rect b="b" l="l" r="r" t="t"/>
              <a:pathLst>
                <a:path extrusionOk="0" h="3595" w="251">
                  <a:moveTo>
                    <a:pt x="0" y="0"/>
                  </a:moveTo>
                  <a:lnTo>
                    <a:pt x="251" y="0"/>
                  </a:lnTo>
                  <a:lnTo>
                    <a:pt x="251" y="3595"/>
                  </a:lnTo>
                  <a:lnTo>
                    <a:pt x="0" y="35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7" name="Google Shape;2407;p65"/>
            <p:cNvSpPr/>
            <p:nvPr/>
          </p:nvSpPr>
          <p:spPr>
            <a:xfrm rot="5400000">
              <a:off x="150752" y="3267071"/>
              <a:ext cx="82606" cy="384143"/>
            </a:xfrm>
            <a:custGeom>
              <a:rect b="b" l="l" r="r" t="t"/>
              <a:pathLst>
                <a:path extrusionOk="0" h="3047" w="250">
                  <a:moveTo>
                    <a:pt x="0" y="0"/>
                  </a:moveTo>
                  <a:lnTo>
                    <a:pt x="250" y="0"/>
                  </a:lnTo>
                  <a:lnTo>
                    <a:pt x="250" y="3047"/>
                  </a:lnTo>
                  <a:lnTo>
                    <a:pt x="0" y="304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8" name="Google Shape;2408;p65"/>
            <p:cNvSpPr/>
            <p:nvPr/>
          </p:nvSpPr>
          <p:spPr>
            <a:xfrm rot="5400000">
              <a:off x="90741" y="2778574"/>
              <a:ext cx="82606" cy="264122"/>
            </a:xfrm>
            <a:custGeom>
              <a:rect b="b" l="l" r="r" t="t"/>
              <a:pathLst>
                <a:path extrusionOk="0" h="2095" w="250">
                  <a:moveTo>
                    <a:pt x="0" y="0"/>
                  </a:moveTo>
                  <a:lnTo>
                    <a:pt x="250" y="0"/>
                  </a:lnTo>
                  <a:lnTo>
                    <a:pt x="250" y="2095"/>
                  </a:lnTo>
                  <a:lnTo>
                    <a:pt x="0" y="20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9" name="Google Shape;2409;p65"/>
            <p:cNvSpPr/>
            <p:nvPr/>
          </p:nvSpPr>
          <p:spPr>
            <a:xfrm rot="5400000">
              <a:off x="32370" y="1466670"/>
              <a:ext cx="82606"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0" name="Google Shape;2410;p65"/>
            <p:cNvSpPr/>
            <p:nvPr/>
          </p:nvSpPr>
          <p:spPr>
            <a:xfrm rot="5400000">
              <a:off x="32306" y="1877783"/>
              <a:ext cx="82606"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1" name="Google Shape;2411;p65"/>
            <p:cNvSpPr/>
            <p:nvPr/>
          </p:nvSpPr>
          <p:spPr>
            <a:xfrm rot="5400000">
              <a:off x="97321" y="2360945"/>
              <a:ext cx="82937" cy="277612"/>
            </a:xfrm>
            <a:custGeom>
              <a:rect b="b" l="l" r="r" t="t"/>
              <a:pathLst>
                <a:path extrusionOk="0" h="2202" w="251">
                  <a:moveTo>
                    <a:pt x="0" y="0"/>
                  </a:moveTo>
                  <a:lnTo>
                    <a:pt x="251" y="0"/>
                  </a:lnTo>
                  <a:lnTo>
                    <a:pt x="251" y="2202"/>
                  </a:lnTo>
                  <a:lnTo>
                    <a:pt x="0" y="22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2" name="Google Shape;2412;p65"/>
            <p:cNvSpPr/>
            <p:nvPr/>
          </p:nvSpPr>
          <p:spPr>
            <a:xfrm rot="5400000">
              <a:off x="19447" y="3124122"/>
              <a:ext cx="82606" cy="121534"/>
            </a:xfrm>
            <a:custGeom>
              <a:rect b="b" l="l" r="r" t="t"/>
              <a:pathLst>
                <a:path extrusionOk="0" h="964" w="250">
                  <a:moveTo>
                    <a:pt x="0" y="0"/>
                  </a:moveTo>
                  <a:lnTo>
                    <a:pt x="250" y="0"/>
                  </a:lnTo>
                  <a:lnTo>
                    <a:pt x="250" y="964"/>
                  </a:lnTo>
                  <a:lnTo>
                    <a:pt x="0" y="96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3" name="Google Shape;2413;p65"/>
            <p:cNvSpPr/>
            <p:nvPr/>
          </p:nvSpPr>
          <p:spPr>
            <a:xfrm rot="5400000">
              <a:off x="-10936" y="3839808"/>
              <a:ext cx="82606" cy="60767"/>
            </a:xfrm>
            <a:custGeom>
              <a:rect b="b" l="l" r="r" t="t"/>
              <a:pathLst>
                <a:path extrusionOk="0" h="482" w="250">
                  <a:moveTo>
                    <a:pt x="0" y="0"/>
                  </a:moveTo>
                  <a:lnTo>
                    <a:pt x="250" y="0"/>
                  </a:lnTo>
                  <a:lnTo>
                    <a:pt x="250" y="482"/>
                  </a:lnTo>
                  <a:lnTo>
                    <a:pt x="0" y="48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4" name="Google Shape;2414;p65"/>
            <p:cNvSpPr/>
            <p:nvPr/>
          </p:nvSpPr>
          <p:spPr>
            <a:xfrm rot="5400000">
              <a:off x="36404" y="3655341"/>
              <a:ext cx="82606" cy="155447"/>
            </a:xfrm>
            <a:custGeom>
              <a:rect b="b" l="l" r="r" t="t"/>
              <a:pathLst>
                <a:path extrusionOk="0" h="1233" w="250">
                  <a:moveTo>
                    <a:pt x="0" y="0"/>
                  </a:moveTo>
                  <a:lnTo>
                    <a:pt x="250" y="0"/>
                  </a:lnTo>
                  <a:lnTo>
                    <a:pt x="250" y="1233"/>
                  </a:lnTo>
                  <a:lnTo>
                    <a:pt x="0" y="123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5" name="Google Shape;2415;p65"/>
            <p:cNvSpPr/>
            <p:nvPr/>
          </p:nvSpPr>
          <p:spPr>
            <a:xfrm rot="5400000">
              <a:off x="23001" y="4354047"/>
              <a:ext cx="82937" cy="128972"/>
            </a:xfrm>
            <a:custGeom>
              <a:rect b="b" l="l" r="r" t="t"/>
              <a:pathLst>
                <a:path extrusionOk="0" h="1023" w="251">
                  <a:moveTo>
                    <a:pt x="0" y="0"/>
                  </a:moveTo>
                  <a:lnTo>
                    <a:pt x="251" y="0"/>
                  </a:lnTo>
                  <a:lnTo>
                    <a:pt x="251" y="1023"/>
                  </a:lnTo>
                  <a:lnTo>
                    <a:pt x="0" y="10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6" name="Google Shape;2416;p65"/>
            <p:cNvSpPr/>
            <p:nvPr/>
          </p:nvSpPr>
          <p:spPr>
            <a:xfrm rot="5400000">
              <a:off x="2995" y="4237257"/>
              <a:ext cx="82606" cy="88629"/>
            </a:xfrm>
            <a:custGeom>
              <a:rect b="b" l="l" r="r" t="t"/>
              <a:pathLst>
                <a:path extrusionOk="0" h="703" w="250">
                  <a:moveTo>
                    <a:pt x="0" y="0"/>
                  </a:moveTo>
                  <a:lnTo>
                    <a:pt x="250" y="0"/>
                  </a:lnTo>
                  <a:lnTo>
                    <a:pt x="250" y="703"/>
                  </a:lnTo>
                  <a:lnTo>
                    <a:pt x="0" y="7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7" name="Google Shape;2417;p65"/>
            <p:cNvSpPr/>
            <p:nvPr/>
          </p:nvSpPr>
          <p:spPr>
            <a:xfrm rot="5400000">
              <a:off x="12324" y="4501851"/>
              <a:ext cx="82606" cy="107288"/>
            </a:xfrm>
            <a:custGeom>
              <a:rect b="b" l="l" r="r" t="t"/>
              <a:pathLst>
                <a:path extrusionOk="0" h="851" w="250">
                  <a:moveTo>
                    <a:pt x="0" y="0"/>
                  </a:moveTo>
                  <a:lnTo>
                    <a:pt x="250" y="0"/>
                  </a:lnTo>
                  <a:lnTo>
                    <a:pt x="250" y="851"/>
                  </a:lnTo>
                  <a:lnTo>
                    <a:pt x="0" y="85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8" name="Google Shape;2418;p65"/>
            <p:cNvSpPr/>
            <p:nvPr/>
          </p:nvSpPr>
          <p:spPr>
            <a:xfrm rot="5400000">
              <a:off x="67418" y="4035708"/>
              <a:ext cx="82606" cy="217475"/>
            </a:xfrm>
            <a:custGeom>
              <a:rect b="b" l="l" r="r" t="t"/>
              <a:pathLst>
                <a:path extrusionOk="0" h="1725" w="250">
                  <a:moveTo>
                    <a:pt x="0" y="0"/>
                  </a:moveTo>
                  <a:lnTo>
                    <a:pt x="250" y="0"/>
                  </a:lnTo>
                  <a:lnTo>
                    <a:pt x="250" y="1725"/>
                  </a:lnTo>
                  <a:lnTo>
                    <a:pt x="0" y="172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9" name="Google Shape;2419;p65"/>
            <p:cNvSpPr/>
            <p:nvPr/>
          </p:nvSpPr>
          <p:spPr>
            <a:xfrm rot="5400000">
              <a:off x="46427" y="3234269"/>
              <a:ext cx="82606" cy="175493"/>
            </a:xfrm>
            <a:custGeom>
              <a:rect b="b" l="l" r="r" t="t"/>
              <a:pathLst>
                <a:path extrusionOk="0" h="1392" w="250">
                  <a:moveTo>
                    <a:pt x="0" y="0"/>
                  </a:moveTo>
                  <a:lnTo>
                    <a:pt x="250" y="0"/>
                  </a:lnTo>
                  <a:lnTo>
                    <a:pt x="250" y="1392"/>
                  </a:lnTo>
                  <a:lnTo>
                    <a:pt x="0" y="139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0" name="Google Shape;2420;p65"/>
            <p:cNvSpPr/>
            <p:nvPr/>
          </p:nvSpPr>
          <p:spPr>
            <a:xfrm rot="5400000">
              <a:off x="32370" y="2151973"/>
              <a:ext cx="82606" cy="147379"/>
            </a:xfrm>
            <a:custGeom>
              <a:rect b="b" l="l" r="r" t="t"/>
              <a:pathLst>
                <a:path extrusionOk="0" h="1169" w="250">
                  <a:moveTo>
                    <a:pt x="0" y="0"/>
                  </a:moveTo>
                  <a:lnTo>
                    <a:pt x="250" y="0"/>
                  </a:lnTo>
                  <a:lnTo>
                    <a:pt x="250" y="1169"/>
                  </a:lnTo>
                  <a:lnTo>
                    <a:pt x="0" y="116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1" name="Google Shape;2421;p65"/>
            <p:cNvSpPr/>
            <p:nvPr/>
          </p:nvSpPr>
          <p:spPr>
            <a:xfrm rot="5400000">
              <a:off x="32306" y="1192479"/>
              <a:ext cx="82606" cy="147253"/>
            </a:xfrm>
            <a:custGeom>
              <a:rect b="b" l="l" r="r" t="t"/>
              <a:pathLst>
                <a:path extrusionOk="0" h="1168" w="250">
                  <a:moveTo>
                    <a:pt x="0" y="0"/>
                  </a:moveTo>
                  <a:lnTo>
                    <a:pt x="250" y="0"/>
                  </a:lnTo>
                  <a:lnTo>
                    <a:pt x="250" y="1168"/>
                  </a:lnTo>
                  <a:lnTo>
                    <a:pt x="0" y="11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2" name="Google Shape;2422;p65"/>
            <p:cNvSpPr/>
            <p:nvPr/>
          </p:nvSpPr>
          <p:spPr>
            <a:xfrm rot="5400000">
              <a:off x="6777" y="943756"/>
              <a:ext cx="82606" cy="96193"/>
            </a:xfrm>
            <a:custGeom>
              <a:rect b="b" l="l" r="r" t="t"/>
              <a:pathLst>
                <a:path extrusionOk="0" h="763" w="250">
                  <a:moveTo>
                    <a:pt x="0" y="0"/>
                  </a:moveTo>
                  <a:lnTo>
                    <a:pt x="250" y="0"/>
                  </a:lnTo>
                  <a:lnTo>
                    <a:pt x="250" y="763"/>
                  </a:lnTo>
                  <a:lnTo>
                    <a:pt x="0" y="76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3" name="Google Shape;2423;p65"/>
            <p:cNvSpPr/>
            <p:nvPr/>
          </p:nvSpPr>
          <p:spPr>
            <a:xfrm rot="5400000">
              <a:off x="6549" y="669730"/>
              <a:ext cx="82937" cy="96067"/>
            </a:xfrm>
            <a:custGeom>
              <a:rect b="b" l="l" r="r" t="t"/>
              <a:pathLst>
                <a:path extrusionOk="0" h="762" w="251">
                  <a:moveTo>
                    <a:pt x="0" y="0"/>
                  </a:moveTo>
                  <a:lnTo>
                    <a:pt x="251" y="0"/>
                  </a:lnTo>
                  <a:lnTo>
                    <a:pt x="251" y="762"/>
                  </a:lnTo>
                  <a:lnTo>
                    <a:pt x="0" y="76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4" name="Google Shape;2424;p65"/>
            <p:cNvSpPr/>
            <p:nvPr/>
          </p:nvSpPr>
          <p:spPr>
            <a:xfrm rot="5400000">
              <a:off x="38988" y="774417"/>
              <a:ext cx="82606" cy="160616"/>
            </a:xfrm>
            <a:custGeom>
              <a:rect b="b" l="l" r="r" t="t"/>
              <a:pathLst>
                <a:path extrusionOk="0" h="1274" w="250">
                  <a:moveTo>
                    <a:pt x="0" y="0"/>
                  </a:moveTo>
                  <a:lnTo>
                    <a:pt x="250" y="0"/>
                  </a:lnTo>
                  <a:lnTo>
                    <a:pt x="250" y="1274"/>
                  </a:lnTo>
                  <a:lnTo>
                    <a:pt x="0" y="127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5" name="Google Shape;2425;p65"/>
            <p:cNvSpPr/>
            <p:nvPr/>
          </p:nvSpPr>
          <p:spPr>
            <a:xfrm rot="5400000">
              <a:off x="-10747" y="1372660"/>
              <a:ext cx="82606"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6" name="Google Shape;2426;p65"/>
            <p:cNvSpPr/>
            <p:nvPr/>
          </p:nvSpPr>
          <p:spPr>
            <a:xfrm rot="5400000">
              <a:off x="-10912" y="1783875"/>
              <a:ext cx="82937" cy="61145"/>
            </a:xfrm>
            <a:custGeom>
              <a:rect b="b" l="l" r="r" t="t"/>
              <a:pathLst>
                <a:path extrusionOk="0" h="485" w="251">
                  <a:moveTo>
                    <a:pt x="0" y="0"/>
                  </a:moveTo>
                  <a:lnTo>
                    <a:pt x="251" y="0"/>
                  </a:lnTo>
                  <a:lnTo>
                    <a:pt x="251"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7" name="Google Shape;2427;p65"/>
            <p:cNvSpPr/>
            <p:nvPr/>
          </p:nvSpPr>
          <p:spPr>
            <a:xfrm rot="5400000">
              <a:off x="-10747" y="2332216"/>
              <a:ext cx="82606" cy="61145"/>
            </a:xfrm>
            <a:custGeom>
              <a:rect b="b" l="l" r="r" t="t"/>
              <a:pathLst>
                <a:path extrusionOk="0" h="485" w="250">
                  <a:moveTo>
                    <a:pt x="0" y="0"/>
                  </a:moveTo>
                  <a:lnTo>
                    <a:pt x="250" y="0"/>
                  </a:lnTo>
                  <a:lnTo>
                    <a:pt x="250" y="485"/>
                  </a:lnTo>
                  <a:lnTo>
                    <a:pt x="0" y="48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8" name="Google Shape;2428;p65"/>
            <p:cNvSpPr/>
            <p:nvPr/>
          </p:nvSpPr>
          <p:spPr>
            <a:xfrm rot="5400000">
              <a:off x="73532" y="2932910"/>
              <a:ext cx="82606" cy="229704"/>
            </a:xfrm>
            <a:custGeom>
              <a:rect b="b" l="l" r="r" t="t"/>
              <a:pathLst>
                <a:path extrusionOk="0" h="1822" w="250">
                  <a:moveTo>
                    <a:pt x="0" y="0"/>
                  </a:moveTo>
                  <a:lnTo>
                    <a:pt x="250" y="0"/>
                  </a:lnTo>
                  <a:lnTo>
                    <a:pt x="250" y="1822"/>
                  </a:lnTo>
                  <a:lnTo>
                    <a:pt x="0" y="182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29" name="Google Shape;2429;p65"/>
            <p:cNvSpPr/>
            <p:nvPr/>
          </p:nvSpPr>
          <p:spPr>
            <a:xfrm rot="5400000">
              <a:off x="-22283" y="2754471"/>
              <a:ext cx="82606"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0" name="Google Shape;2430;p65"/>
            <p:cNvSpPr/>
            <p:nvPr/>
          </p:nvSpPr>
          <p:spPr>
            <a:xfrm rot="5400000">
              <a:off x="-22448" y="3577067"/>
              <a:ext cx="82937" cy="38074"/>
            </a:xfrm>
            <a:custGeom>
              <a:rect b="b" l="l" r="r" t="t"/>
              <a:pathLst>
                <a:path extrusionOk="0" h="302" w="251">
                  <a:moveTo>
                    <a:pt x="0" y="0"/>
                  </a:moveTo>
                  <a:lnTo>
                    <a:pt x="251" y="0"/>
                  </a:lnTo>
                  <a:lnTo>
                    <a:pt x="251"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1" name="Google Shape;2431;p65"/>
            <p:cNvSpPr/>
            <p:nvPr/>
          </p:nvSpPr>
          <p:spPr>
            <a:xfrm rot="5400000">
              <a:off x="-22283" y="3988282"/>
              <a:ext cx="82606" cy="38074"/>
            </a:xfrm>
            <a:custGeom>
              <a:rect b="b" l="l" r="r" t="t"/>
              <a:pathLst>
                <a:path extrusionOk="0" h="302" w="250">
                  <a:moveTo>
                    <a:pt x="0" y="0"/>
                  </a:moveTo>
                  <a:lnTo>
                    <a:pt x="250" y="0"/>
                  </a:lnTo>
                  <a:lnTo>
                    <a:pt x="250" y="302"/>
                  </a:lnTo>
                  <a:lnTo>
                    <a:pt x="0" y="3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2" name="Google Shape;2432;p65"/>
            <p:cNvSpPr/>
            <p:nvPr/>
          </p:nvSpPr>
          <p:spPr>
            <a:xfrm rot="5400000">
              <a:off x="-26065" y="1113724"/>
              <a:ext cx="82606" cy="30510"/>
            </a:xfrm>
            <a:custGeom>
              <a:rect b="b" l="l" r="r" t="t"/>
              <a:pathLst>
                <a:path extrusionOk="0" h="242" w="250">
                  <a:moveTo>
                    <a:pt x="0" y="0"/>
                  </a:moveTo>
                  <a:lnTo>
                    <a:pt x="250" y="0"/>
                  </a:lnTo>
                  <a:lnTo>
                    <a:pt x="250" y="242"/>
                  </a:lnTo>
                  <a:lnTo>
                    <a:pt x="0" y="242"/>
                  </a:lnTo>
                  <a:lnTo>
                    <a:pt x="0" y="0"/>
                  </a:lnTo>
                  <a:close/>
                </a:path>
              </a:pathLst>
            </a:custGeom>
            <a:solidFill>
              <a:schemeClr val="lt2"/>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3" name="Google Shape;2433;p65"/>
            <p:cNvSpPr/>
            <p:nvPr/>
          </p:nvSpPr>
          <p:spPr>
            <a:xfrm rot="5400000">
              <a:off x="78071" y="461412"/>
              <a:ext cx="82606" cy="238781"/>
            </a:xfrm>
            <a:custGeom>
              <a:rect b="b" l="l" r="r" t="t"/>
              <a:pathLst>
                <a:path extrusionOk="0" h="1894" w="250">
                  <a:moveTo>
                    <a:pt x="0" y="0"/>
                  </a:moveTo>
                  <a:lnTo>
                    <a:pt x="250" y="0"/>
                  </a:lnTo>
                  <a:lnTo>
                    <a:pt x="250" y="1894"/>
                  </a:lnTo>
                  <a:lnTo>
                    <a:pt x="0" y="189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434" name="Google Shape;2434;p65"/>
          <p:cNvGrpSpPr/>
          <p:nvPr/>
        </p:nvGrpSpPr>
        <p:grpSpPr>
          <a:xfrm rot="10800000">
            <a:off x="8644526" y="543101"/>
            <a:ext cx="499461" cy="4057298"/>
            <a:chOff x="-18" y="539500"/>
            <a:chExt cx="453232" cy="4057298"/>
          </a:xfrm>
        </p:grpSpPr>
        <p:sp>
          <p:nvSpPr>
            <p:cNvPr id="2435" name="Google Shape;2435;p65"/>
            <p:cNvSpPr/>
            <p:nvPr/>
          </p:nvSpPr>
          <p:spPr>
            <a:xfrm rot="5400000">
              <a:off x="53069" y="1582766"/>
              <a:ext cx="82937" cy="189109"/>
            </a:xfrm>
            <a:custGeom>
              <a:rect b="b" l="l" r="r" t="t"/>
              <a:pathLst>
                <a:path extrusionOk="0" h="1500" w="251">
                  <a:moveTo>
                    <a:pt x="0" y="0"/>
                  </a:moveTo>
                  <a:lnTo>
                    <a:pt x="251" y="0"/>
                  </a:lnTo>
                  <a:lnTo>
                    <a:pt x="251" y="1500"/>
                  </a:lnTo>
                  <a:lnTo>
                    <a:pt x="0" y="150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6" name="Google Shape;2436;p65"/>
            <p:cNvSpPr/>
            <p:nvPr/>
          </p:nvSpPr>
          <p:spPr>
            <a:xfrm rot="5400000">
              <a:off x="127680" y="1919535"/>
              <a:ext cx="82606" cy="338000"/>
            </a:xfrm>
            <a:custGeom>
              <a:rect b="b" l="l" r="r" t="t"/>
              <a:pathLst>
                <a:path extrusionOk="0" h="2681" w="250">
                  <a:moveTo>
                    <a:pt x="0" y="0"/>
                  </a:moveTo>
                  <a:lnTo>
                    <a:pt x="250" y="0"/>
                  </a:lnTo>
                  <a:lnTo>
                    <a:pt x="250" y="2681"/>
                  </a:lnTo>
                  <a:lnTo>
                    <a:pt x="0" y="268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7" name="Google Shape;2437;p65"/>
            <p:cNvSpPr/>
            <p:nvPr/>
          </p:nvSpPr>
          <p:spPr>
            <a:xfrm rot="5400000">
              <a:off x="185130" y="2409932"/>
              <a:ext cx="82937" cy="453231"/>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8" name="Google Shape;2438;p65"/>
            <p:cNvSpPr/>
            <p:nvPr/>
          </p:nvSpPr>
          <p:spPr>
            <a:xfrm rot="5400000">
              <a:off x="150752" y="3267071"/>
              <a:ext cx="82606" cy="384143"/>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9" name="Google Shape;2439;p65"/>
            <p:cNvSpPr/>
            <p:nvPr/>
          </p:nvSpPr>
          <p:spPr>
            <a:xfrm rot="5400000">
              <a:off x="90741" y="2778574"/>
              <a:ext cx="82606" cy="264122"/>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0" name="Google Shape;2440;p65"/>
            <p:cNvSpPr/>
            <p:nvPr/>
          </p:nvSpPr>
          <p:spPr>
            <a:xfrm rot="5400000">
              <a:off x="32370" y="1466670"/>
              <a:ext cx="82606"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1" name="Google Shape;2441;p65"/>
            <p:cNvSpPr/>
            <p:nvPr/>
          </p:nvSpPr>
          <p:spPr>
            <a:xfrm rot="5400000">
              <a:off x="32306" y="1877783"/>
              <a:ext cx="82606"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2" name="Google Shape;2442;p65"/>
            <p:cNvSpPr/>
            <p:nvPr/>
          </p:nvSpPr>
          <p:spPr>
            <a:xfrm rot="5400000">
              <a:off x="97321" y="2360945"/>
              <a:ext cx="82937" cy="277612"/>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3" name="Google Shape;2443;p65"/>
            <p:cNvSpPr/>
            <p:nvPr/>
          </p:nvSpPr>
          <p:spPr>
            <a:xfrm rot="5400000">
              <a:off x="19447" y="3124122"/>
              <a:ext cx="82606" cy="121534"/>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4" name="Google Shape;2444;p65"/>
            <p:cNvSpPr/>
            <p:nvPr/>
          </p:nvSpPr>
          <p:spPr>
            <a:xfrm rot="5400000">
              <a:off x="-10936" y="3839808"/>
              <a:ext cx="82606" cy="60767"/>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5" name="Google Shape;2445;p65"/>
            <p:cNvSpPr/>
            <p:nvPr/>
          </p:nvSpPr>
          <p:spPr>
            <a:xfrm rot="5400000">
              <a:off x="36404" y="3655341"/>
              <a:ext cx="82606" cy="155447"/>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6" name="Google Shape;2446;p65"/>
            <p:cNvSpPr/>
            <p:nvPr/>
          </p:nvSpPr>
          <p:spPr>
            <a:xfrm rot="5400000">
              <a:off x="23001" y="4354047"/>
              <a:ext cx="82937" cy="128972"/>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7" name="Google Shape;2447;p65"/>
            <p:cNvSpPr/>
            <p:nvPr/>
          </p:nvSpPr>
          <p:spPr>
            <a:xfrm rot="5400000">
              <a:off x="2995" y="4237257"/>
              <a:ext cx="82606" cy="88629"/>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8" name="Google Shape;2448;p65"/>
            <p:cNvSpPr/>
            <p:nvPr/>
          </p:nvSpPr>
          <p:spPr>
            <a:xfrm rot="5400000">
              <a:off x="12324" y="4501851"/>
              <a:ext cx="82606" cy="107288"/>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49" name="Google Shape;2449;p65"/>
            <p:cNvSpPr/>
            <p:nvPr/>
          </p:nvSpPr>
          <p:spPr>
            <a:xfrm rot="5400000">
              <a:off x="67418" y="4035708"/>
              <a:ext cx="82606" cy="217475"/>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0" name="Google Shape;2450;p65"/>
            <p:cNvSpPr/>
            <p:nvPr/>
          </p:nvSpPr>
          <p:spPr>
            <a:xfrm rot="5400000">
              <a:off x="46427" y="3234269"/>
              <a:ext cx="82606" cy="175493"/>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1" name="Google Shape;2451;p65"/>
            <p:cNvSpPr/>
            <p:nvPr/>
          </p:nvSpPr>
          <p:spPr>
            <a:xfrm rot="5400000">
              <a:off x="32370" y="2151973"/>
              <a:ext cx="82606"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2" name="Google Shape;2452;p65"/>
            <p:cNvSpPr/>
            <p:nvPr/>
          </p:nvSpPr>
          <p:spPr>
            <a:xfrm rot="5400000">
              <a:off x="32306" y="1192479"/>
              <a:ext cx="82606"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3" name="Google Shape;2453;p65"/>
            <p:cNvSpPr/>
            <p:nvPr/>
          </p:nvSpPr>
          <p:spPr>
            <a:xfrm rot="5400000">
              <a:off x="6777" y="943756"/>
              <a:ext cx="82606" cy="96193"/>
            </a:xfrm>
            <a:custGeom>
              <a:rect b="b" l="l" r="r" t="t"/>
              <a:pathLst>
                <a:path extrusionOk="0" h="763" w="250">
                  <a:moveTo>
                    <a:pt x="0" y="0"/>
                  </a:moveTo>
                  <a:lnTo>
                    <a:pt x="250" y="0"/>
                  </a:lnTo>
                  <a:lnTo>
                    <a:pt x="250" y="763"/>
                  </a:lnTo>
                  <a:lnTo>
                    <a:pt x="0" y="76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4" name="Google Shape;2454;p65"/>
            <p:cNvSpPr/>
            <p:nvPr/>
          </p:nvSpPr>
          <p:spPr>
            <a:xfrm rot="5400000">
              <a:off x="6549" y="669730"/>
              <a:ext cx="82937" cy="96067"/>
            </a:xfrm>
            <a:custGeom>
              <a:rect b="b" l="l" r="r" t="t"/>
              <a:pathLst>
                <a:path extrusionOk="0" h="762" w="251">
                  <a:moveTo>
                    <a:pt x="0" y="0"/>
                  </a:moveTo>
                  <a:lnTo>
                    <a:pt x="251" y="0"/>
                  </a:lnTo>
                  <a:lnTo>
                    <a:pt x="251" y="762"/>
                  </a:lnTo>
                  <a:lnTo>
                    <a:pt x="0" y="76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5" name="Google Shape;2455;p65"/>
            <p:cNvSpPr/>
            <p:nvPr/>
          </p:nvSpPr>
          <p:spPr>
            <a:xfrm rot="5400000">
              <a:off x="38988" y="774417"/>
              <a:ext cx="82606" cy="160616"/>
            </a:xfrm>
            <a:custGeom>
              <a:rect b="b" l="l" r="r" t="t"/>
              <a:pathLst>
                <a:path extrusionOk="0" h="1274" w="250">
                  <a:moveTo>
                    <a:pt x="0" y="0"/>
                  </a:moveTo>
                  <a:lnTo>
                    <a:pt x="250" y="0"/>
                  </a:lnTo>
                  <a:lnTo>
                    <a:pt x="250" y="1274"/>
                  </a:lnTo>
                  <a:lnTo>
                    <a:pt x="0" y="127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6" name="Google Shape;2456;p65"/>
            <p:cNvSpPr/>
            <p:nvPr/>
          </p:nvSpPr>
          <p:spPr>
            <a:xfrm rot="5400000">
              <a:off x="-10747" y="1372660"/>
              <a:ext cx="82606"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7" name="Google Shape;2457;p65"/>
            <p:cNvSpPr/>
            <p:nvPr/>
          </p:nvSpPr>
          <p:spPr>
            <a:xfrm rot="5400000">
              <a:off x="-10912" y="1783875"/>
              <a:ext cx="82937" cy="61145"/>
            </a:xfrm>
            <a:custGeom>
              <a:rect b="b" l="l" r="r" t="t"/>
              <a:pathLst>
                <a:path extrusionOk="0" h="485" w="251">
                  <a:moveTo>
                    <a:pt x="0" y="0"/>
                  </a:moveTo>
                  <a:lnTo>
                    <a:pt x="251" y="0"/>
                  </a:lnTo>
                  <a:lnTo>
                    <a:pt x="251"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8" name="Google Shape;2458;p65"/>
            <p:cNvSpPr/>
            <p:nvPr/>
          </p:nvSpPr>
          <p:spPr>
            <a:xfrm rot="5400000">
              <a:off x="-10747" y="2332216"/>
              <a:ext cx="82606"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59" name="Google Shape;2459;p65"/>
            <p:cNvSpPr/>
            <p:nvPr/>
          </p:nvSpPr>
          <p:spPr>
            <a:xfrm rot="5400000">
              <a:off x="73532" y="2932910"/>
              <a:ext cx="82606" cy="229704"/>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0" name="Google Shape;2460;p65"/>
            <p:cNvSpPr/>
            <p:nvPr/>
          </p:nvSpPr>
          <p:spPr>
            <a:xfrm rot="5400000">
              <a:off x="-22283" y="2754471"/>
              <a:ext cx="82606"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1" name="Google Shape;2461;p65"/>
            <p:cNvSpPr/>
            <p:nvPr/>
          </p:nvSpPr>
          <p:spPr>
            <a:xfrm rot="5400000">
              <a:off x="-22448" y="3577067"/>
              <a:ext cx="82937" cy="38074"/>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2" name="Google Shape;2462;p65"/>
            <p:cNvSpPr/>
            <p:nvPr/>
          </p:nvSpPr>
          <p:spPr>
            <a:xfrm rot="5400000">
              <a:off x="-22283" y="3988282"/>
              <a:ext cx="82606"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3" name="Google Shape;2463;p65"/>
            <p:cNvSpPr/>
            <p:nvPr/>
          </p:nvSpPr>
          <p:spPr>
            <a:xfrm rot="5400000">
              <a:off x="-26065" y="1113724"/>
              <a:ext cx="82606" cy="30510"/>
            </a:xfrm>
            <a:custGeom>
              <a:rect b="b" l="l" r="r" t="t"/>
              <a:pathLst>
                <a:path extrusionOk="0" h="242" w="250">
                  <a:moveTo>
                    <a:pt x="0" y="0"/>
                  </a:moveTo>
                  <a:lnTo>
                    <a:pt x="250" y="0"/>
                  </a:lnTo>
                  <a:lnTo>
                    <a:pt x="250" y="242"/>
                  </a:lnTo>
                  <a:lnTo>
                    <a:pt x="0" y="242"/>
                  </a:lnTo>
                  <a:lnTo>
                    <a:pt x="0" y="0"/>
                  </a:lnTo>
                  <a:close/>
                </a:path>
              </a:pathLst>
            </a:custGeom>
            <a:solidFill>
              <a:schemeClr val="accent1"/>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4" name="Google Shape;2464;p65"/>
            <p:cNvSpPr/>
            <p:nvPr/>
          </p:nvSpPr>
          <p:spPr>
            <a:xfrm rot="5400000">
              <a:off x="78071" y="461412"/>
              <a:ext cx="82606" cy="238781"/>
            </a:xfrm>
            <a:custGeom>
              <a:rect b="b" l="l" r="r" t="t"/>
              <a:pathLst>
                <a:path extrusionOk="0" h="1894" w="250">
                  <a:moveTo>
                    <a:pt x="0" y="0"/>
                  </a:moveTo>
                  <a:lnTo>
                    <a:pt x="250" y="0"/>
                  </a:lnTo>
                  <a:lnTo>
                    <a:pt x="250" y="1894"/>
                  </a:lnTo>
                  <a:lnTo>
                    <a:pt x="0" y="189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465" name="Shape 2465"/>
        <p:cNvGrpSpPr/>
        <p:nvPr/>
      </p:nvGrpSpPr>
      <p:grpSpPr>
        <a:xfrm>
          <a:off x="0" y="0"/>
          <a:ext cx="0" cy="0"/>
          <a:chOff x="0" y="0"/>
          <a:chExt cx="0" cy="0"/>
        </a:xfrm>
      </p:grpSpPr>
      <p:grpSp>
        <p:nvGrpSpPr>
          <p:cNvPr id="2466" name="Google Shape;2466;p66"/>
          <p:cNvGrpSpPr/>
          <p:nvPr/>
        </p:nvGrpSpPr>
        <p:grpSpPr>
          <a:xfrm>
            <a:off x="0" y="0"/>
            <a:ext cx="9143995" cy="5143491"/>
            <a:chOff x="0" y="0"/>
            <a:chExt cx="9143995" cy="5143491"/>
          </a:xfrm>
        </p:grpSpPr>
        <p:sp>
          <p:nvSpPr>
            <p:cNvPr id="2467" name="Google Shape;2467;p66"/>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68" name="Google Shape;2468;p66"/>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69" name="Google Shape;2469;p66"/>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0" name="Google Shape;2470;p66"/>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1" name="Google Shape;2471;p66"/>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2" name="Google Shape;2472;p66"/>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3" name="Google Shape;2473;p66"/>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4" name="Google Shape;2474;p66"/>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5" name="Google Shape;2475;p66"/>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6" name="Google Shape;2476;p66"/>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7" name="Google Shape;2477;p66"/>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8" name="Google Shape;2478;p66"/>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79" name="Google Shape;2479;p66"/>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0" name="Google Shape;2480;p66"/>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1" name="Google Shape;2481;p66"/>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2" name="Google Shape;2482;p66"/>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3" name="Google Shape;2483;p66"/>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4" name="Google Shape;2484;p66"/>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5" name="Google Shape;2485;p66"/>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6" name="Google Shape;2486;p66"/>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7" name="Google Shape;2487;p66"/>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8" name="Google Shape;2488;p66"/>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89" name="Google Shape;2489;p66"/>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0" name="Google Shape;2490;p66"/>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1" name="Google Shape;2491;p66"/>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2" name="Google Shape;2492;p66"/>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3" name="Google Shape;2493;p66"/>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4" name="Google Shape;2494;p66"/>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5" name="Google Shape;2495;p66"/>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6" name="Google Shape;2496;p66"/>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7" name="Google Shape;2497;p66"/>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8" name="Google Shape;2498;p66"/>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499" name="Google Shape;2499;p66"/>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0" name="Google Shape;2500;p66"/>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1" name="Google Shape;2501;p66"/>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2" name="Google Shape;2502;p66"/>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3" name="Google Shape;2503;p66"/>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4" name="Google Shape;2504;p66"/>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5" name="Google Shape;2505;p66"/>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6" name="Google Shape;2506;p66"/>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7" name="Google Shape;2507;p66"/>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8" name="Google Shape;2508;p66"/>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09" name="Google Shape;2509;p66"/>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0" name="Google Shape;2510;p66"/>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1" name="Google Shape;2511;p66"/>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2" name="Google Shape;2512;p66"/>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3" name="Google Shape;2513;p66"/>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4" name="Google Shape;2514;p66"/>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5" name="Google Shape;2515;p66"/>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6" name="Google Shape;2516;p66"/>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7" name="Google Shape;2517;p66"/>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8" name="Google Shape;2518;p66"/>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19" name="Google Shape;2519;p66"/>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0" name="Google Shape;2520;p66"/>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1" name="Google Shape;2521;p66"/>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2" name="Google Shape;2522;p66"/>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3" name="Google Shape;2523;p66"/>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4" name="Google Shape;2524;p66"/>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5" name="Google Shape;2525;p66"/>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6" name="Google Shape;2526;p66"/>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7" name="Google Shape;2527;p66"/>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8" name="Google Shape;2528;p66"/>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29" name="Google Shape;2529;p66"/>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0" name="Google Shape;2530;p66"/>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1" name="Google Shape;2531;p66"/>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2" name="Google Shape;2532;p66"/>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3" name="Google Shape;2533;p66"/>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4" name="Google Shape;2534;p66"/>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5" name="Google Shape;2535;p66"/>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6" name="Google Shape;2536;p66"/>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7" name="Google Shape;2537;p66"/>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8" name="Google Shape;2538;p66"/>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39" name="Google Shape;2539;p66"/>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0" name="Google Shape;2540;p66"/>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1" name="Google Shape;2541;p66"/>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2" name="Google Shape;2542;p66"/>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3" name="Google Shape;2543;p66"/>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4" name="Google Shape;2544;p66"/>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5" name="Google Shape;2545;p66"/>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6" name="Google Shape;2546;p66"/>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7" name="Google Shape;2547;p66"/>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8" name="Google Shape;2548;p66"/>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49" name="Google Shape;2549;p66"/>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0" name="Google Shape;2550;p66"/>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1" name="Google Shape;2551;p66"/>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2" name="Google Shape;2552;p66"/>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3" name="Google Shape;2553;p66"/>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4" name="Google Shape;2554;p66"/>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5" name="Google Shape;2555;p66"/>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6" name="Google Shape;2556;p66"/>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chemeClr val="accent2"/>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7" name="Google Shape;2557;p66"/>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558" name="Google Shape;2558;p66"/>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chemeClr val="accent2"/>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grpSp>
      <p:grpSp>
        <p:nvGrpSpPr>
          <p:cNvPr id="2559" name="Google Shape;2559;p66"/>
          <p:cNvGrpSpPr/>
          <p:nvPr/>
        </p:nvGrpSpPr>
        <p:grpSpPr>
          <a:xfrm>
            <a:off x="7980795" y="4448478"/>
            <a:ext cx="1163258" cy="618818"/>
            <a:chOff x="6180480" y="488520"/>
            <a:chExt cx="1135440" cy="1313280"/>
          </a:xfrm>
        </p:grpSpPr>
        <p:sp>
          <p:nvSpPr>
            <p:cNvPr id="2560" name="Google Shape;2560;p66"/>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1" name="Google Shape;2561;p66"/>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2" name="Google Shape;2562;p66"/>
            <p:cNvSpPr/>
            <p:nvPr/>
          </p:nvSpPr>
          <p:spPr>
            <a:xfrm>
              <a:off x="7076520" y="794880"/>
              <a:ext cx="90360" cy="368280"/>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3" name="Google Shape;2563;p66"/>
            <p:cNvSpPr/>
            <p:nvPr/>
          </p:nvSpPr>
          <p:spPr>
            <a:xfrm>
              <a:off x="6927480" y="910440"/>
              <a:ext cx="90000" cy="253080"/>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4" name="Google Shape;2564;p66"/>
            <p:cNvSpPr/>
            <p:nvPr/>
          </p:nvSpPr>
          <p:spPr>
            <a:xfrm>
              <a:off x="7225920" y="488520"/>
              <a:ext cx="90000" cy="306360"/>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5" name="Google Shape;2565;p66"/>
            <p:cNvSpPr/>
            <p:nvPr/>
          </p:nvSpPr>
          <p:spPr>
            <a:xfrm>
              <a:off x="6778080" y="910440"/>
              <a:ext cx="90000" cy="621000"/>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6" name="Google Shape;2566;p66"/>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7" name="Google Shape;2567;p66"/>
            <p:cNvSpPr/>
            <p:nvPr/>
          </p:nvSpPr>
          <p:spPr>
            <a:xfrm>
              <a:off x="6628680" y="14227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568" name="Google Shape;2568;p66"/>
          <p:cNvGrpSpPr/>
          <p:nvPr/>
        </p:nvGrpSpPr>
        <p:grpSpPr>
          <a:xfrm>
            <a:off x="54301" y="23066"/>
            <a:ext cx="1469010" cy="516564"/>
            <a:chOff x="4687560" y="1801800"/>
            <a:chExt cx="1433880" cy="1767240"/>
          </a:xfrm>
        </p:grpSpPr>
        <p:sp>
          <p:nvSpPr>
            <p:cNvPr id="2569" name="Google Shape;2569;p66"/>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0" name="Google Shape;2570;p66"/>
            <p:cNvSpPr/>
            <p:nvPr/>
          </p:nvSpPr>
          <p:spPr>
            <a:xfrm>
              <a:off x="6031440" y="1801800"/>
              <a:ext cx="90000" cy="1096920"/>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1" name="Google Shape;2571;p66"/>
            <p:cNvSpPr/>
            <p:nvPr/>
          </p:nvSpPr>
          <p:spPr>
            <a:xfrm>
              <a:off x="5433840" y="2706120"/>
              <a:ext cx="90000" cy="754200"/>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2" name="Google Shape;2572;p66"/>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3" name="Google Shape;2573;p66"/>
            <p:cNvSpPr/>
            <p:nvPr/>
          </p:nvSpPr>
          <p:spPr>
            <a:xfrm>
              <a:off x="5732640" y="2050560"/>
              <a:ext cx="90000" cy="347040"/>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4" name="Google Shape;2574;p66"/>
            <p:cNvSpPr/>
            <p:nvPr/>
          </p:nvSpPr>
          <p:spPr>
            <a:xfrm>
              <a:off x="5882040" y="2397600"/>
              <a:ext cx="90000" cy="501120"/>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5" name="Google Shape;2575;p66"/>
            <p:cNvSpPr/>
            <p:nvPr/>
          </p:nvSpPr>
          <p:spPr>
            <a:xfrm>
              <a:off x="4687560" y="3133800"/>
              <a:ext cx="90000" cy="420840"/>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6" name="Google Shape;2576;p66"/>
            <p:cNvSpPr/>
            <p:nvPr/>
          </p:nvSpPr>
          <p:spPr>
            <a:xfrm>
              <a:off x="4836960" y="2959200"/>
              <a:ext cx="90000" cy="174600"/>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7" name="Google Shape;2577;p66"/>
            <p:cNvSpPr/>
            <p:nvPr/>
          </p:nvSpPr>
          <p:spPr>
            <a:xfrm>
              <a:off x="5583240" y="2050560"/>
              <a:ext cx="90000" cy="655920"/>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8" name="Google Shape;2578;p66"/>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spTree>
      <p:nvGrpSpPr>
        <p:cNvPr id="2579" name="Shape 2579"/>
        <p:cNvGrpSpPr/>
        <p:nvPr/>
      </p:nvGrpSpPr>
      <p:grpSpPr>
        <a:xfrm>
          <a:off x="0" y="0"/>
          <a:ext cx="0" cy="0"/>
          <a:chOff x="0" y="0"/>
          <a:chExt cx="0" cy="0"/>
        </a:xfrm>
      </p:grpSpPr>
      <p:grpSp>
        <p:nvGrpSpPr>
          <p:cNvPr id="2580" name="Google Shape;2580;g3d4502adc0c_0_2829"/>
          <p:cNvGrpSpPr/>
          <p:nvPr/>
        </p:nvGrpSpPr>
        <p:grpSpPr>
          <a:xfrm>
            <a:off x="0" y="0"/>
            <a:ext cx="9143995" cy="5143491"/>
            <a:chOff x="0" y="0"/>
            <a:chExt cx="9143995" cy="5143491"/>
          </a:xfrm>
        </p:grpSpPr>
        <p:sp>
          <p:nvSpPr>
            <p:cNvPr id="2581" name="Google Shape;2581;g3d4502adc0c_0_2829"/>
            <p:cNvSpPr/>
            <p:nvPr/>
          </p:nvSpPr>
          <p:spPr>
            <a:xfrm>
              <a:off x="0" y="19319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82" name="Google Shape;2582;g3d4502adc0c_0_2829"/>
            <p:cNvSpPr/>
            <p:nvPr/>
          </p:nvSpPr>
          <p:spPr>
            <a:xfrm>
              <a:off x="0" y="401120"/>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83" name="Google Shape;2583;g3d4502adc0c_0_2829"/>
            <p:cNvSpPr/>
            <p:nvPr/>
          </p:nvSpPr>
          <p:spPr>
            <a:xfrm>
              <a:off x="0" y="60904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84" name="Google Shape;2584;g3d4502adc0c_0_2829"/>
            <p:cNvSpPr/>
            <p:nvPr/>
          </p:nvSpPr>
          <p:spPr>
            <a:xfrm>
              <a:off x="0" y="81697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85" name="Google Shape;2585;g3d4502adc0c_0_2829"/>
            <p:cNvSpPr/>
            <p:nvPr/>
          </p:nvSpPr>
          <p:spPr>
            <a:xfrm>
              <a:off x="0" y="102408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86" name="Google Shape;2586;g3d4502adc0c_0_2829"/>
            <p:cNvSpPr/>
            <p:nvPr/>
          </p:nvSpPr>
          <p:spPr>
            <a:xfrm>
              <a:off x="0" y="123201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87" name="Google Shape;2587;g3d4502adc0c_0_2829"/>
            <p:cNvSpPr/>
            <p:nvPr/>
          </p:nvSpPr>
          <p:spPr>
            <a:xfrm>
              <a:off x="0" y="143994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88" name="Google Shape;2588;g3d4502adc0c_0_2829"/>
            <p:cNvSpPr/>
            <p:nvPr/>
          </p:nvSpPr>
          <p:spPr>
            <a:xfrm>
              <a:off x="0" y="164786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89" name="Google Shape;2589;g3d4502adc0c_0_2829"/>
            <p:cNvSpPr/>
            <p:nvPr/>
          </p:nvSpPr>
          <p:spPr>
            <a:xfrm>
              <a:off x="0" y="1854977"/>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0" name="Google Shape;2590;g3d4502adc0c_0_2829"/>
            <p:cNvSpPr/>
            <p:nvPr/>
          </p:nvSpPr>
          <p:spPr>
            <a:xfrm>
              <a:off x="0" y="206290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1" name="Google Shape;2591;g3d4502adc0c_0_2829"/>
            <p:cNvSpPr/>
            <p:nvPr/>
          </p:nvSpPr>
          <p:spPr>
            <a:xfrm>
              <a:off x="0" y="227083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2" name="Google Shape;2592;g3d4502adc0c_0_2829"/>
            <p:cNvSpPr/>
            <p:nvPr/>
          </p:nvSpPr>
          <p:spPr>
            <a:xfrm>
              <a:off x="0" y="247876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3" name="Google Shape;2593;g3d4502adc0c_0_2829"/>
            <p:cNvSpPr/>
            <p:nvPr/>
          </p:nvSpPr>
          <p:spPr>
            <a:xfrm>
              <a:off x="0" y="2686688"/>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4" name="Google Shape;2594;g3d4502adc0c_0_2829"/>
            <p:cNvSpPr/>
            <p:nvPr/>
          </p:nvSpPr>
          <p:spPr>
            <a:xfrm>
              <a:off x="0" y="289461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5" name="Google Shape;2595;g3d4502adc0c_0_2829"/>
            <p:cNvSpPr/>
            <p:nvPr/>
          </p:nvSpPr>
          <p:spPr>
            <a:xfrm>
              <a:off x="0" y="3102544"/>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6" name="Google Shape;2596;g3d4502adc0c_0_2829"/>
            <p:cNvSpPr/>
            <p:nvPr/>
          </p:nvSpPr>
          <p:spPr>
            <a:xfrm>
              <a:off x="0" y="330965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7" name="Google Shape;2597;g3d4502adc0c_0_2829"/>
            <p:cNvSpPr/>
            <p:nvPr/>
          </p:nvSpPr>
          <p:spPr>
            <a:xfrm>
              <a:off x="0" y="351758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8" name="Google Shape;2598;g3d4502adc0c_0_2829"/>
            <p:cNvSpPr/>
            <p:nvPr/>
          </p:nvSpPr>
          <p:spPr>
            <a:xfrm>
              <a:off x="0" y="3725509"/>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599" name="Google Shape;2599;g3d4502adc0c_0_2829"/>
            <p:cNvSpPr/>
            <p:nvPr/>
          </p:nvSpPr>
          <p:spPr>
            <a:xfrm>
              <a:off x="0" y="393343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0" name="Google Shape;2600;g3d4502adc0c_0_2829"/>
            <p:cNvSpPr/>
            <p:nvPr/>
          </p:nvSpPr>
          <p:spPr>
            <a:xfrm>
              <a:off x="0" y="4140545"/>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1" name="Google Shape;2601;g3d4502adc0c_0_2829"/>
            <p:cNvSpPr/>
            <p:nvPr/>
          </p:nvSpPr>
          <p:spPr>
            <a:xfrm>
              <a:off x="0" y="4348473"/>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2" name="Google Shape;2602;g3d4502adc0c_0_2829"/>
            <p:cNvSpPr/>
            <p:nvPr/>
          </p:nvSpPr>
          <p:spPr>
            <a:xfrm>
              <a:off x="0" y="4556401"/>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3" name="Google Shape;2603;g3d4502adc0c_0_2829"/>
            <p:cNvSpPr/>
            <p:nvPr/>
          </p:nvSpPr>
          <p:spPr>
            <a:xfrm>
              <a:off x="0" y="4764329"/>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4" name="Google Shape;2604;g3d4502adc0c_0_2829"/>
            <p:cNvSpPr/>
            <p:nvPr/>
          </p:nvSpPr>
          <p:spPr>
            <a:xfrm>
              <a:off x="0" y="4972256"/>
              <a:ext cx="8792700"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5" name="Google Shape;2605;g3d4502adc0c_0_2829"/>
            <p:cNvSpPr/>
            <p:nvPr/>
          </p:nvSpPr>
          <p:spPr>
            <a:xfrm>
              <a:off x="867684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6" name="Google Shape;2606;g3d4502adc0c_0_2829"/>
            <p:cNvSpPr/>
            <p:nvPr/>
          </p:nvSpPr>
          <p:spPr>
            <a:xfrm>
              <a:off x="847046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7" name="Google Shape;2607;g3d4502adc0c_0_2829"/>
            <p:cNvSpPr/>
            <p:nvPr/>
          </p:nvSpPr>
          <p:spPr>
            <a:xfrm>
              <a:off x="826327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8" name="Google Shape;2608;g3d4502adc0c_0_2829"/>
            <p:cNvSpPr/>
            <p:nvPr/>
          </p:nvSpPr>
          <p:spPr>
            <a:xfrm>
              <a:off x="805608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09" name="Google Shape;2609;g3d4502adc0c_0_2829"/>
            <p:cNvSpPr/>
            <p:nvPr/>
          </p:nvSpPr>
          <p:spPr>
            <a:xfrm>
              <a:off x="784888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0" name="Google Shape;2610;g3d4502adc0c_0_2829"/>
            <p:cNvSpPr/>
            <p:nvPr/>
          </p:nvSpPr>
          <p:spPr>
            <a:xfrm>
              <a:off x="764169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1" name="Google Shape;2611;g3d4502adc0c_0_2829"/>
            <p:cNvSpPr/>
            <p:nvPr/>
          </p:nvSpPr>
          <p:spPr>
            <a:xfrm>
              <a:off x="743450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2" name="Google Shape;2612;g3d4502adc0c_0_2829"/>
            <p:cNvSpPr/>
            <p:nvPr/>
          </p:nvSpPr>
          <p:spPr>
            <a:xfrm>
              <a:off x="722730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3" name="Google Shape;2613;g3d4502adc0c_0_2829"/>
            <p:cNvSpPr/>
            <p:nvPr/>
          </p:nvSpPr>
          <p:spPr>
            <a:xfrm>
              <a:off x="702093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4" name="Google Shape;2614;g3d4502adc0c_0_2829"/>
            <p:cNvSpPr/>
            <p:nvPr/>
          </p:nvSpPr>
          <p:spPr>
            <a:xfrm>
              <a:off x="681373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5" name="Google Shape;2615;g3d4502adc0c_0_2829"/>
            <p:cNvSpPr/>
            <p:nvPr/>
          </p:nvSpPr>
          <p:spPr>
            <a:xfrm>
              <a:off x="660654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6" name="Google Shape;2616;g3d4502adc0c_0_2829"/>
            <p:cNvSpPr/>
            <p:nvPr/>
          </p:nvSpPr>
          <p:spPr>
            <a:xfrm>
              <a:off x="639934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7" name="Google Shape;2617;g3d4502adc0c_0_2829"/>
            <p:cNvSpPr/>
            <p:nvPr/>
          </p:nvSpPr>
          <p:spPr>
            <a:xfrm>
              <a:off x="619297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8" name="Google Shape;2618;g3d4502adc0c_0_2829"/>
            <p:cNvSpPr/>
            <p:nvPr/>
          </p:nvSpPr>
          <p:spPr>
            <a:xfrm>
              <a:off x="598577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19" name="Google Shape;2619;g3d4502adc0c_0_2829"/>
            <p:cNvSpPr/>
            <p:nvPr/>
          </p:nvSpPr>
          <p:spPr>
            <a:xfrm>
              <a:off x="577858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0" name="Google Shape;2620;g3d4502adc0c_0_2829"/>
            <p:cNvSpPr/>
            <p:nvPr/>
          </p:nvSpPr>
          <p:spPr>
            <a:xfrm>
              <a:off x="557139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1" name="Google Shape;2621;g3d4502adc0c_0_2829"/>
            <p:cNvSpPr/>
            <p:nvPr/>
          </p:nvSpPr>
          <p:spPr>
            <a:xfrm>
              <a:off x="536501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2" name="Google Shape;2622;g3d4502adc0c_0_2829"/>
            <p:cNvSpPr/>
            <p:nvPr/>
          </p:nvSpPr>
          <p:spPr>
            <a:xfrm>
              <a:off x="515863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3" name="Google Shape;2623;g3d4502adc0c_0_2829"/>
            <p:cNvSpPr/>
            <p:nvPr/>
          </p:nvSpPr>
          <p:spPr>
            <a:xfrm>
              <a:off x="495144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4" name="Google Shape;2624;g3d4502adc0c_0_2829"/>
            <p:cNvSpPr/>
            <p:nvPr/>
          </p:nvSpPr>
          <p:spPr>
            <a:xfrm>
              <a:off x="474424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5" name="Google Shape;2625;g3d4502adc0c_0_2829"/>
            <p:cNvSpPr/>
            <p:nvPr/>
          </p:nvSpPr>
          <p:spPr>
            <a:xfrm>
              <a:off x="4537053"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6" name="Google Shape;2626;g3d4502adc0c_0_2829"/>
            <p:cNvSpPr/>
            <p:nvPr/>
          </p:nvSpPr>
          <p:spPr>
            <a:xfrm>
              <a:off x="432986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7" name="Google Shape;2627;g3d4502adc0c_0_2829"/>
            <p:cNvSpPr/>
            <p:nvPr/>
          </p:nvSpPr>
          <p:spPr>
            <a:xfrm>
              <a:off x="412266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8" name="Google Shape;2628;g3d4502adc0c_0_2829"/>
            <p:cNvSpPr/>
            <p:nvPr/>
          </p:nvSpPr>
          <p:spPr>
            <a:xfrm>
              <a:off x="391628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29" name="Google Shape;2629;g3d4502adc0c_0_2829"/>
            <p:cNvSpPr/>
            <p:nvPr/>
          </p:nvSpPr>
          <p:spPr>
            <a:xfrm>
              <a:off x="370909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0" name="Google Shape;2630;g3d4502adc0c_0_2829"/>
            <p:cNvSpPr/>
            <p:nvPr/>
          </p:nvSpPr>
          <p:spPr>
            <a:xfrm>
              <a:off x="350190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1" name="Google Shape;2631;g3d4502adc0c_0_2829"/>
            <p:cNvSpPr/>
            <p:nvPr/>
          </p:nvSpPr>
          <p:spPr>
            <a:xfrm>
              <a:off x="329470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2" name="Google Shape;2632;g3d4502adc0c_0_2829"/>
            <p:cNvSpPr/>
            <p:nvPr/>
          </p:nvSpPr>
          <p:spPr>
            <a:xfrm>
              <a:off x="308751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3" name="Google Shape;2633;g3d4502adc0c_0_2829"/>
            <p:cNvSpPr/>
            <p:nvPr/>
          </p:nvSpPr>
          <p:spPr>
            <a:xfrm>
              <a:off x="288113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4" name="Google Shape;2634;g3d4502adc0c_0_2829"/>
            <p:cNvSpPr/>
            <p:nvPr/>
          </p:nvSpPr>
          <p:spPr>
            <a:xfrm>
              <a:off x="267394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5" name="Google Shape;2635;g3d4502adc0c_0_2829"/>
            <p:cNvSpPr/>
            <p:nvPr/>
          </p:nvSpPr>
          <p:spPr>
            <a:xfrm>
              <a:off x="2466748"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6" name="Google Shape;2636;g3d4502adc0c_0_2829"/>
            <p:cNvSpPr/>
            <p:nvPr/>
          </p:nvSpPr>
          <p:spPr>
            <a:xfrm>
              <a:off x="225955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7" name="Google Shape;2637;g3d4502adc0c_0_2829"/>
            <p:cNvSpPr/>
            <p:nvPr/>
          </p:nvSpPr>
          <p:spPr>
            <a:xfrm>
              <a:off x="2052361"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8" name="Google Shape;2638;g3d4502adc0c_0_2829"/>
            <p:cNvSpPr/>
            <p:nvPr/>
          </p:nvSpPr>
          <p:spPr>
            <a:xfrm>
              <a:off x="1845983"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39" name="Google Shape;2639;g3d4502adc0c_0_2829"/>
            <p:cNvSpPr/>
            <p:nvPr/>
          </p:nvSpPr>
          <p:spPr>
            <a:xfrm>
              <a:off x="163879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0" name="Google Shape;2640;g3d4502adc0c_0_2829"/>
            <p:cNvSpPr/>
            <p:nvPr/>
          </p:nvSpPr>
          <p:spPr>
            <a:xfrm>
              <a:off x="143159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1" name="Google Shape;2641;g3d4502adc0c_0_2829"/>
            <p:cNvSpPr/>
            <p:nvPr/>
          </p:nvSpPr>
          <p:spPr>
            <a:xfrm>
              <a:off x="1224402"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2" name="Google Shape;2642;g3d4502adc0c_0_2829"/>
            <p:cNvSpPr/>
            <p:nvPr/>
          </p:nvSpPr>
          <p:spPr>
            <a:xfrm>
              <a:off x="1017209"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3" name="Google Shape;2643;g3d4502adc0c_0_2829"/>
            <p:cNvSpPr/>
            <p:nvPr/>
          </p:nvSpPr>
          <p:spPr>
            <a:xfrm>
              <a:off x="810015"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4" name="Google Shape;2644;g3d4502adc0c_0_2829"/>
            <p:cNvSpPr/>
            <p:nvPr/>
          </p:nvSpPr>
          <p:spPr>
            <a:xfrm>
              <a:off x="603637"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5" name="Google Shape;2645;g3d4502adc0c_0_2829"/>
            <p:cNvSpPr/>
            <p:nvPr/>
          </p:nvSpPr>
          <p:spPr>
            <a:xfrm>
              <a:off x="396444"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6" name="Google Shape;2646;g3d4502adc0c_0_2829"/>
            <p:cNvSpPr/>
            <p:nvPr/>
          </p:nvSpPr>
          <p:spPr>
            <a:xfrm>
              <a:off x="18925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7" name="Google Shape;2647;g3d4502adc0c_0_2829"/>
            <p:cNvSpPr/>
            <p:nvPr/>
          </p:nvSpPr>
          <p:spPr>
            <a:xfrm>
              <a:off x="8716176" y="19320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8" name="Google Shape;2648;g3d4502adc0c_0_2829"/>
            <p:cNvSpPr/>
            <p:nvPr/>
          </p:nvSpPr>
          <p:spPr>
            <a:xfrm>
              <a:off x="8716176" y="40112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49" name="Google Shape;2649;g3d4502adc0c_0_2829"/>
            <p:cNvSpPr/>
            <p:nvPr/>
          </p:nvSpPr>
          <p:spPr>
            <a:xfrm>
              <a:off x="8716176" y="60905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0" name="Google Shape;2650;g3d4502adc0c_0_2829"/>
            <p:cNvSpPr/>
            <p:nvPr/>
          </p:nvSpPr>
          <p:spPr>
            <a:xfrm>
              <a:off x="8716176" y="81698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1" name="Google Shape;2651;g3d4502adc0c_0_2829"/>
            <p:cNvSpPr/>
            <p:nvPr/>
          </p:nvSpPr>
          <p:spPr>
            <a:xfrm>
              <a:off x="8716176" y="102409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2" name="Google Shape;2652;g3d4502adc0c_0_2829"/>
            <p:cNvSpPr/>
            <p:nvPr/>
          </p:nvSpPr>
          <p:spPr>
            <a:xfrm>
              <a:off x="8716176" y="123201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3" name="Google Shape;2653;g3d4502adc0c_0_2829"/>
            <p:cNvSpPr/>
            <p:nvPr/>
          </p:nvSpPr>
          <p:spPr>
            <a:xfrm>
              <a:off x="8716176" y="143994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4" name="Google Shape;2654;g3d4502adc0c_0_2829"/>
            <p:cNvSpPr/>
            <p:nvPr/>
          </p:nvSpPr>
          <p:spPr>
            <a:xfrm>
              <a:off x="8716176" y="164787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5" name="Google Shape;2655;g3d4502adc0c_0_2829"/>
            <p:cNvSpPr/>
            <p:nvPr/>
          </p:nvSpPr>
          <p:spPr>
            <a:xfrm>
              <a:off x="8716176" y="185498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6" name="Google Shape;2656;g3d4502adc0c_0_2829"/>
            <p:cNvSpPr/>
            <p:nvPr/>
          </p:nvSpPr>
          <p:spPr>
            <a:xfrm>
              <a:off x="8716176" y="2062907"/>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7" name="Google Shape;2657;g3d4502adc0c_0_2829"/>
            <p:cNvSpPr/>
            <p:nvPr/>
          </p:nvSpPr>
          <p:spPr>
            <a:xfrm>
              <a:off x="8716176" y="2270834"/>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8" name="Google Shape;2658;g3d4502adc0c_0_2829"/>
            <p:cNvSpPr/>
            <p:nvPr/>
          </p:nvSpPr>
          <p:spPr>
            <a:xfrm>
              <a:off x="8716176" y="247876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59" name="Google Shape;2659;g3d4502adc0c_0_2829"/>
            <p:cNvSpPr/>
            <p:nvPr/>
          </p:nvSpPr>
          <p:spPr>
            <a:xfrm>
              <a:off x="8716176" y="268668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0" name="Google Shape;2660;g3d4502adc0c_0_2829"/>
            <p:cNvSpPr/>
            <p:nvPr/>
          </p:nvSpPr>
          <p:spPr>
            <a:xfrm>
              <a:off x="8716176" y="289461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1" name="Google Shape;2661;g3d4502adc0c_0_2829"/>
            <p:cNvSpPr/>
            <p:nvPr/>
          </p:nvSpPr>
          <p:spPr>
            <a:xfrm>
              <a:off x="8716176" y="310254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2" name="Google Shape;2662;g3d4502adc0c_0_2829"/>
            <p:cNvSpPr/>
            <p:nvPr/>
          </p:nvSpPr>
          <p:spPr>
            <a:xfrm>
              <a:off x="8716176" y="330965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3" name="Google Shape;2663;g3d4502adc0c_0_2829"/>
            <p:cNvSpPr/>
            <p:nvPr/>
          </p:nvSpPr>
          <p:spPr>
            <a:xfrm>
              <a:off x="8716176" y="351757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4" name="Google Shape;2664;g3d4502adc0c_0_2829"/>
            <p:cNvSpPr/>
            <p:nvPr/>
          </p:nvSpPr>
          <p:spPr>
            <a:xfrm>
              <a:off x="8716176" y="372550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5" name="Google Shape;2665;g3d4502adc0c_0_2829"/>
            <p:cNvSpPr/>
            <p:nvPr/>
          </p:nvSpPr>
          <p:spPr>
            <a:xfrm>
              <a:off x="8716176" y="393343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6" name="Google Shape;2666;g3d4502adc0c_0_2829"/>
            <p:cNvSpPr/>
            <p:nvPr/>
          </p:nvSpPr>
          <p:spPr>
            <a:xfrm>
              <a:off x="8716176" y="4140541"/>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7" name="Google Shape;2667;g3d4502adc0c_0_2829"/>
            <p:cNvSpPr/>
            <p:nvPr/>
          </p:nvSpPr>
          <p:spPr>
            <a:xfrm>
              <a:off x="8716176" y="4348469"/>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8" name="Google Shape;2668;g3d4502adc0c_0_2829"/>
            <p:cNvSpPr/>
            <p:nvPr/>
          </p:nvSpPr>
          <p:spPr>
            <a:xfrm>
              <a:off x="8716176" y="4556396"/>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69" name="Google Shape;2669;g3d4502adc0c_0_2829"/>
            <p:cNvSpPr/>
            <p:nvPr/>
          </p:nvSpPr>
          <p:spPr>
            <a:xfrm>
              <a:off x="8716176" y="4764323"/>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70" name="Google Shape;2670;g3d4502adc0c_0_2829"/>
            <p:cNvSpPr/>
            <p:nvPr/>
          </p:nvSpPr>
          <p:spPr>
            <a:xfrm>
              <a:off x="8716176" y="4972250"/>
              <a:ext cx="427819" cy="0"/>
            </a:xfrm>
            <a:custGeom>
              <a:rect b="b" l="l" r="r" t="t"/>
              <a:pathLst>
                <a:path extrusionOk="0" fill="none" h="120000" w="10779">
                  <a:moveTo>
                    <a:pt x="0" y="0"/>
                  </a:moveTo>
                  <a:lnTo>
                    <a:pt x="10779" y="0"/>
                  </a:lnTo>
                  <a:lnTo>
                    <a:pt x="10779" y="0"/>
                  </a:lnTo>
                </a:path>
              </a:pathLst>
            </a:custGeom>
            <a:noFill/>
            <a:ln cap="flat" cmpd="sng" w="9525">
              <a:solidFill>
                <a:srgbClr val="FFFFFF"/>
              </a:solidFill>
              <a:prstDash val="dashDot"/>
              <a:miter lim="8000"/>
              <a:headEnd len="sm" w="sm" type="none"/>
              <a:tailEnd len="sm" w="sm" type="none"/>
            </a:ln>
          </p:spPr>
          <p:txBody>
            <a:bodyPr anchorCtr="1" anchor="ctr" bIns="0" lIns="83575" spcFirstLastPara="1" rIns="83575" wrap="square" tIns="0">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71" name="Google Shape;2671;g3d4502adc0c_0_2829"/>
            <p:cNvSpPr/>
            <p:nvPr/>
          </p:nvSpPr>
          <p:spPr>
            <a:xfrm>
              <a:off x="9071500"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sp>
          <p:nvSpPr>
            <p:cNvPr id="2672" name="Google Shape;2672;g3d4502adc0c_0_2829"/>
            <p:cNvSpPr/>
            <p:nvPr/>
          </p:nvSpPr>
          <p:spPr>
            <a:xfrm>
              <a:off x="8864306" y="0"/>
              <a:ext cx="0" cy="5143491"/>
            </a:xfrm>
            <a:custGeom>
              <a:rect b="b" l="l" r="r" t="t"/>
              <a:pathLst>
                <a:path extrusionOk="0" fill="none" h="12813" w="120000">
                  <a:moveTo>
                    <a:pt x="0" y="0"/>
                  </a:moveTo>
                  <a:lnTo>
                    <a:pt x="0" y="12813"/>
                  </a:lnTo>
                  <a:lnTo>
                    <a:pt x="0" y="12813"/>
                  </a:lnTo>
                </a:path>
              </a:pathLst>
            </a:custGeom>
            <a:noFill/>
            <a:ln cap="flat" cmpd="sng" w="9525">
              <a:solidFill>
                <a:srgbClr val="FFFFFF"/>
              </a:solidFill>
              <a:prstDash val="dashDot"/>
              <a:miter lim="8000"/>
              <a:headEnd len="sm" w="sm" type="none"/>
              <a:tailEnd len="sm" w="sm" type="none"/>
            </a:ln>
          </p:spPr>
          <p:txBody>
            <a:bodyPr anchorCtr="1" anchor="ctr" bIns="42775" lIns="83575" spcFirstLastPara="1" rIns="83575" wrap="square" tIns="42775">
              <a:noAutofit/>
            </a:bodyPr>
            <a:lstStyle/>
            <a:p>
              <a:pPr indent="0" lvl="0" marL="0" marR="0" rtl="0" algn="l">
                <a:spcBef>
                  <a:spcPts val="0"/>
                </a:spcBef>
                <a:spcAft>
                  <a:spcPts val="0"/>
                </a:spcAft>
                <a:buNone/>
              </a:pPr>
              <a:r>
                <a:t/>
              </a:r>
              <a:endParaRPr b="0" sz="1600" strike="noStrike">
                <a:solidFill>
                  <a:srgbClr val="000000"/>
                </a:solidFill>
                <a:latin typeface="Arial"/>
                <a:ea typeface="Arial"/>
                <a:cs typeface="Arial"/>
                <a:sym typeface="Arial"/>
              </a:endParaRPr>
            </a:p>
          </p:txBody>
        </p:sp>
      </p:grpSp>
      <p:sp>
        <p:nvSpPr>
          <p:cNvPr id="2673" name="Google Shape;2673;g3d4502adc0c_0_2829"/>
          <p:cNvSpPr txBox="1"/>
          <p:nvPr>
            <p:ph hasCustomPrompt="1" type="title"/>
          </p:nvPr>
        </p:nvSpPr>
        <p:spPr>
          <a:xfrm>
            <a:off x="1284000" y="1057549"/>
            <a:ext cx="6576000" cy="1716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Font typeface="Outfit ExtraBold"/>
              <a:buNone/>
              <a:defRPr b="0" sz="6000">
                <a:solidFill>
                  <a:schemeClr val="accent1"/>
                </a:solidFill>
                <a:latin typeface="Outfit ExtraBold"/>
                <a:ea typeface="Outfit ExtraBold"/>
                <a:cs typeface="Outfit ExtraBold"/>
                <a:sym typeface="Outfit Extra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674" name="Google Shape;2674;g3d4502adc0c_0_2829"/>
          <p:cNvSpPr txBox="1"/>
          <p:nvPr>
            <p:ph idx="1" type="subTitle"/>
          </p:nvPr>
        </p:nvSpPr>
        <p:spPr>
          <a:xfrm>
            <a:off x="1284000" y="2774099"/>
            <a:ext cx="6576000" cy="4971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1pPr>
            <a:lvl2pPr lvl="1"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2pPr>
            <a:lvl3pPr lvl="2"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3pPr>
            <a:lvl4pPr lvl="3"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4pPr>
            <a:lvl5pPr lvl="4"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5pPr>
            <a:lvl6pPr lvl="5"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6pPr>
            <a:lvl7pPr lvl="6"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7pPr>
            <a:lvl8pPr lvl="7"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8pPr>
            <a:lvl9pPr lvl="8" marR="0" rtl="0" algn="l">
              <a:lnSpc>
                <a:spcPct val="100000"/>
              </a:lnSpc>
              <a:spcBef>
                <a:spcPts val="0"/>
              </a:spcBef>
              <a:spcAft>
                <a:spcPts val="0"/>
              </a:spcAft>
              <a:buClr>
                <a:schemeClr val="dk1"/>
              </a:buClr>
              <a:buSzPts val="2800"/>
              <a:buFont typeface="Outfit ExtraBold"/>
              <a:buNone/>
              <a:defRPr b="1" i="0" sz="2800" u="none" cap="none" strike="noStrike">
                <a:solidFill>
                  <a:schemeClr val="dk1"/>
                </a:solidFill>
                <a:latin typeface="Outfit ExtraBold"/>
                <a:ea typeface="Outfit ExtraBold"/>
                <a:cs typeface="Outfit ExtraBold"/>
                <a:sym typeface="Outfit ExtraBold"/>
              </a:defRPr>
            </a:lvl9pPr>
          </a:lstStyle>
          <a:p/>
        </p:txBody>
      </p:sp>
      <p:sp>
        <p:nvSpPr>
          <p:cNvPr id="7" name="Google Shape;7;p4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1pPr>
            <a:lvl2pPr indent="-317500" lvl="1" marL="914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2pPr>
            <a:lvl3pPr indent="-317500" lvl="2" marL="1371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3pPr>
            <a:lvl4pPr indent="-317500" lvl="3" marL="1828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4pPr>
            <a:lvl5pPr indent="-317500" lvl="4" marL="22860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5pPr>
            <a:lvl6pPr indent="-317500" lvl="5" marL="2743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6pPr>
            <a:lvl7pPr indent="-317500" lvl="6" marL="3200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7pPr>
            <a:lvl8pPr indent="-317500" lvl="7" marL="3657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8pPr>
            <a:lvl9pPr indent="-317500" lvl="8" marL="4114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mc:AlternateContent>
    <mc:Choice Requires="p14">
      <p:transition spd="med">
        <p14:flip dir="l"/>
      </p:transition>
    </mc:Choice>
    <mc:Fallback>
      <p:transition spd="med">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hyperlink" Target="https://nces.ed.gov/programs/coe/indicator/coj/status-dropout-rat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research.com/education/high-school-dropout-rate" TargetMode="External"/><Relationship Id="rId4" Type="http://schemas.openxmlformats.org/officeDocument/2006/relationships/hyperlink" Target="https://www.statista.com/statistics/233162/us-poverty-rate-by-education/" TargetMode="External"/><Relationship Id="rId5" Type="http://schemas.openxmlformats.org/officeDocument/2006/relationships/hyperlink" Target="https://nces.ed.gov/programs/dropout/intro.as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8" name="Shape 2678"/>
        <p:cNvGrpSpPr/>
        <p:nvPr/>
      </p:nvGrpSpPr>
      <p:grpSpPr>
        <a:xfrm>
          <a:off x="0" y="0"/>
          <a:ext cx="0" cy="0"/>
          <a:chOff x="0" y="0"/>
          <a:chExt cx="0" cy="0"/>
        </a:xfrm>
      </p:grpSpPr>
      <p:sp>
        <p:nvSpPr>
          <p:cNvPr id="2679" name="Google Shape;2679;p1"/>
          <p:cNvSpPr txBox="1"/>
          <p:nvPr>
            <p:ph idx="1" type="subTitle"/>
          </p:nvPr>
        </p:nvSpPr>
        <p:spPr>
          <a:xfrm>
            <a:off x="685950" y="1559850"/>
            <a:ext cx="7772100" cy="825000"/>
          </a:xfrm>
          <a:prstGeom prst="rect">
            <a:avLst/>
          </a:prstGeom>
          <a:noFill/>
          <a:ln>
            <a:noFill/>
          </a:ln>
        </p:spPr>
        <p:txBody>
          <a:bodyPr anchorCtr="0" anchor="t" bIns="91425" lIns="91425" spcFirstLastPara="1" rIns="91425" wrap="square" tIns="91425">
            <a:noAutofit/>
          </a:bodyPr>
          <a:lstStyle/>
          <a:p>
            <a:pPr indent="0" lvl="0" marL="0" rtl="0" algn="ctr">
              <a:spcBef>
                <a:spcPts val="1200"/>
              </a:spcBef>
              <a:spcAft>
                <a:spcPts val="1200"/>
              </a:spcAft>
              <a:buNone/>
            </a:pPr>
            <a:r>
              <a:rPr lang="en">
                <a:solidFill>
                  <a:srgbClr val="334155"/>
                </a:solidFill>
                <a:latin typeface="Calibri"/>
                <a:ea typeface="Calibri"/>
                <a:cs typeface="Calibri"/>
                <a:sym typeface="Calibri"/>
              </a:rPr>
              <a:t>Predicting dropout risk using HSLS:09 longitudinal data to enable early intervention and support at-risk students.</a:t>
            </a:r>
            <a:endParaRPr>
              <a:solidFill>
                <a:srgbClr val="334155"/>
              </a:solidFill>
              <a:latin typeface="Calibri"/>
              <a:ea typeface="Calibri"/>
              <a:cs typeface="Calibri"/>
              <a:sym typeface="Calibri"/>
            </a:endParaRPr>
          </a:p>
        </p:txBody>
      </p:sp>
      <p:sp>
        <p:nvSpPr>
          <p:cNvPr id="2680" name="Google Shape;2680;p1"/>
          <p:cNvSpPr txBox="1"/>
          <p:nvPr/>
        </p:nvSpPr>
        <p:spPr>
          <a:xfrm>
            <a:off x="1581075" y="430150"/>
            <a:ext cx="6256200" cy="1398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2400"/>
              </a:spcBef>
              <a:spcAft>
                <a:spcPts val="0"/>
              </a:spcAft>
              <a:buNone/>
            </a:pPr>
            <a:r>
              <a:rPr b="1" lang="en" sz="2300"/>
              <a:t>Early Warning for High School Dropout:     A Machine Learning Approach</a:t>
            </a:r>
            <a:endParaRPr b="1" sz="2300"/>
          </a:p>
          <a:p>
            <a:pPr indent="0" lvl="0" marL="0" rtl="0" algn="ctr">
              <a:spcBef>
                <a:spcPts val="600"/>
              </a:spcBef>
              <a:spcAft>
                <a:spcPts val="0"/>
              </a:spcAft>
              <a:buNone/>
            </a:pPr>
            <a:r>
              <a:t/>
            </a:r>
            <a:endParaRPr>
              <a:solidFill>
                <a:schemeClr val="dk1"/>
              </a:solidFill>
              <a:latin typeface="Lato"/>
              <a:ea typeface="Lato"/>
              <a:cs typeface="Lato"/>
              <a:sym typeface="Lato"/>
            </a:endParaRPr>
          </a:p>
        </p:txBody>
      </p:sp>
      <p:sp>
        <p:nvSpPr>
          <p:cNvPr id="2681" name="Google Shape;2681;p1"/>
          <p:cNvSpPr txBox="1"/>
          <p:nvPr/>
        </p:nvSpPr>
        <p:spPr>
          <a:xfrm>
            <a:off x="713250" y="4355000"/>
            <a:ext cx="2874000" cy="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000">
                <a:solidFill>
                  <a:schemeClr val="dk1"/>
                </a:solidFill>
                <a:latin typeface="Lato"/>
                <a:ea typeface="Lato"/>
                <a:cs typeface="Lato"/>
                <a:sym typeface="Lato"/>
              </a:rPr>
              <a:t>April 4, 2026</a:t>
            </a:r>
            <a:endParaRPr sz="1000">
              <a:solidFill>
                <a:schemeClr val="dk1"/>
              </a:solidFill>
              <a:latin typeface="Lato"/>
              <a:ea typeface="Lato"/>
              <a:cs typeface="Lato"/>
              <a:sym typeface="Lato"/>
            </a:endParaRPr>
          </a:p>
          <a:p>
            <a:pPr indent="0" lvl="0" marL="0" rtl="0" algn="l">
              <a:lnSpc>
                <a:spcPct val="115000"/>
              </a:lnSpc>
              <a:spcBef>
                <a:spcPts val="1200"/>
              </a:spcBef>
              <a:spcAft>
                <a:spcPts val="0"/>
              </a:spcAft>
              <a:buNone/>
            </a:pPr>
            <a:r>
              <a:t/>
            </a:r>
            <a:endParaRPr sz="1000">
              <a:solidFill>
                <a:schemeClr val="dk1"/>
              </a:solidFill>
              <a:latin typeface="Lato"/>
              <a:ea typeface="Lato"/>
              <a:cs typeface="Lato"/>
              <a:sym typeface="Lato"/>
            </a:endParaRPr>
          </a:p>
          <a:p>
            <a:pPr indent="0" lvl="0" marL="0" rtl="0" algn="l">
              <a:spcBef>
                <a:spcPts val="1200"/>
              </a:spcBef>
              <a:spcAft>
                <a:spcPts val="0"/>
              </a:spcAft>
              <a:buNone/>
            </a:pPr>
            <a:r>
              <a:t/>
            </a:r>
            <a:endParaRPr sz="1000">
              <a:solidFill>
                <a:schemeClr val="dk1"/>
              </a:solidFill>
              <a:latin typeface="Lato"/>
              <a:ea typeface="Lato"/>
              <a:cs typeface="Lato"/>
              <a:sym typeface="Lato"/>
            </a:endParaRPr>
          </a:p>
        </p:txBody>
      </p:sp>
      <p:sp>
        <p:nvSpPr>
          <p:cNvPr id="2682" name="Google Shape;2682;p1"/>
          <p:cNvSpPr txBox="1"/>
          <p:nvPr/>
        </p:nvSpPr>
        <p:spPr>
          <a:xfrm>
            <a:off x="1231050" y="2384850"/>
            <a:ext cx="6681900" cy="1391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a:t>Nafe Abubaker</a:t>
            </a:r>
            <a:br>
              <a:rPr lang="en"/>
            </a:br>
            <a:r>
              <a:rPr lang="en"/>
              <a:t>Afaf Amwas</a:t>
            </a:r>
            <a:br>
              <a:rPr lang="en"/>
            </a:br>
            <a:r>
              <a:rPr lang="en"/>
              <a:t>Ayham Al-Duwairy</a:t>
            </a:r>
            <a:br>
              <a:rPr lang="en"/>
            </a:br>
            <a:r>
              <a:rPr lang="en"/>
              <a:t>Heba Qasem</a:t>
            </a:r>
            <a:br>
              <a:rPr lang="en"/>
            </a:br>
            <a:r>
              <a:rPr lang="en"/>
              <a:t>Tala Hliqawi</a:t>
            </a:r>
            <a:endParaRPr/>
          </a:p>
        </p:txBody>
      </p:sp>
      <p:sp>
        <p:nvSpPr>
          <p:cNvPr id="2683" name="Google Shape;2683;p1"/>
          <p:cNvSpPr txBox="1"/>
          <p:nvPr/>
        </p:nvSpPr>
        <p:spPr>
          <a:xfrm>
            <a:off x="5584050" y="4355000"/>
            <a:ext cx="2874000" cy="3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Lato"/>
                <a:ea typeface="Lato"/>
                <a:cs typeface="Lato"/>
                <a:sym typeface="Lato"/>
              </a:rPr>
              <a:t>Group 1</a:t>
            </a:r>
            <a:endParaRPr sz="1000">
              <a:solidFill>
                <a:schemeClr val="dk1"/>
              </a:solidFill>
              <a:latin typeface="Lato"/>
              <a:ea typeface="Lato"/>
              <a:cs typeface="Lato"/>
              <a:sym typeface="Lato"/>
            </a:endParaRPr>
          </a:p>
        </p:txBody>
      </p:sp>
    </p:spTree>
  </p:cSld>
  <p:clrMapOvr>
    <a:masterClrMapping/>
  </p:clrMapOvr>
  <mc:AlternateContent>
    <mc:Choice Requires="p14">
      <p:transition p14:dur="1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7" name="Shape 2687"/>
        <p:cNvGrpSpPr/>
        <p:nvPr/>
      </p:nvGrpSpPr>
      <p:grpSpPr>
        <a:xfrm>
          <a:off x="0" y="0"/>
          <a:ext cx="0" cy="0"/>
          <a:chOff x="0" y="0"/>
          <a:chExt cx="0" cy="0"/>
        </a:xfrm>
      </p:grpSpPr>
      <p:sp>
        <p:nvSpPr>
          <p:cNvPr id="2688" name="Google Shape;2688;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Table of contents</a:t>
            </a:r>
            <a:endParaRPr/>
          </a:p>
        </p:txBody>
      </p:sp>
      <p:sp>
        <p:nvSpPr>
          <p:cNvPr id="2689" name="Google Shape;2689;p3"/>
          <p:cNvSpPr txBox="1"/>
          <p:nvPr>
            <p:ph idx="5" type="title"/>
          </p:nvPr>
        </p:nvSpPr>
        <p:spPr>
          <a:xfrm>
            <a:off x="839104" y="1268175"/>
            <a:ext cx="658860" cy="606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000"/>
              <a:buNone/>
            </a:pPr>
            <a:r>
              <a:rPr lang="en"/>
              <a:t>01</a:t>
            </a:r>
            <a:endParaRPr/>
          </a:p>
        </p:txBody>
      </p:sp>
      <p:sp>
        <p:nvSpPr>
          <p:cNvPr id="2690" name="Google Shape;2690;p3"/>
          <p:cNvSpPr txBox="1"/>
          <p:nvPr>
            <p:ph idx="13" type="subTitle"/>
          </p:nvPr>
        </p:nvSpPr>
        <p:spPr>
          <a:xfrm>
            <a:off x="1533288" y="2347950"/>
            <a:ext cx="2867400" cy="447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
              <a:t>Dataset</a:t>
            </a:r>
            <a:endParaRPr/>
          </a:p>
        </p:txBody>
      </p:sp>
      <p:sp>
        <p:nvSpPr>
          <p:cNvPr id="2691" name="Google Shape;2691;p3"/>
          <p:cNvSpPr txBox="1"/>
          <p:nvPr>
            <p:ph idx="14" type="subTitle"/>
          </p:nvPr>
        </p:nvSpPr>
        <p:spPr>
          <a:xfrm>
            <a:off x="5775100" y="1317570"/>
            <a:ext cx="3579000" cy="70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EDA insights</a:t>
            </a:r>
            <a:endParaRPr/>
          </a:p>
          <a:p>
            <a:pPr indent="0" lvl="0" marL="0" rtl="0" algn="l">
              <a:lnSpc>
                <a:spcPct val="115000"/>
              </a:lnSpc>
              <a:spcBef>
                <a:spcPts val="0"/>
              </a:spcBef>
              <a:spcAft>
                <a:spcPts val="0"/>
              </a:spcAft>
              <a:buSzPts val="2400"/>
              <a:buNone/>
            </a:pPr>
            <a:r>
              <a:t/>
            </a:r>
            <a:endParaRPr/>
          </a:p>
        </p:txBody>
      </p:sp>
      <p:sp>
        <p:nvSpPr>
          <p:cNvPr id="2692" name="Google Shape;2692;p3"/>
          <p:cNvSpPr txBox="1"/>
          <p:nvPr>
            <p:ph idx="15" type="subTitle"/>
          </p:nvPr>
        </p:nvSpPr>
        <p:spPr>
          <a:xfrm>
            <a:off x="2905766" y="4305400"/>
            <a:ext cx="4026600" cy="447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
              <a:t>Business Recommendation &amp; Next Steps</a:t>
            </a:r>
            <a:endParaRPr/>
          </a:p>
        </p:txBody>
      </p:sp>
      <p:sp>
        <p:nvSpPr>
          <p:cNvPr id="2693" name="Google Shape;2693;p3"/>
          <p:cNvSpPr txBox="1"/>
          <p:nvPr/>
        </p:nvSpPr>
        <p:spPr>
          <a:xfrm>
            <a:off x="839104" y="2293189"/>
            <a:ext cx="658860" cy="606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Outfit ExtraBold"/>
              <a:buNone/>
            </a:pPr>
            <a:r>
              <a:rPr b="1" i="0" lang="en" sz="1600" u="none" cap="none" strike="noStrike">
                <a:solidFill>
                  <a:schemeClr val="accent1"/>
                </a:solidFill>
                <a:latin typeface="Outfit ExtraBold"/>
                <a:ea typeface="Outfit ExtraBold"/>
                <a:cs typeface="Outfit ExtraBold"/>
                <a:sym typeface="Outfit ExtraBold"/>
              </a:rPr>
              <a:t>02</a:t>
            </a:r>
            <a:endParaRPr/>
          </a:p>
        </p:txBody>
      </p:sp>
      <p:sp>
        <p:nvSpPr>
          <p:cNvPr id="2694" name="Google Shape;2694;p3"/>
          <p:cNvSpPr txBox="1"/>
          <p:nvPr/>
        </p:nvSpPr>
        <p:spPr>
          <a:xfrm>
            <a:off x="839104" y="3314923"/>
            <a:ext cx="658860" cy="606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Outfit ExtraBold"/>
              <a:buNone/>
            </a:pPr>
            <a:r>
              <a:rPr b="1" i="0" lang="en" sz="1600" u="none" cap="none" strike="noStrike">
                <a:solidFill>
                  <a:schemeClr val="accent1"/>
                </a:solidFill>
                <a:latin typeface="Outfit ExtraBold"/>
                <a:ea typeface="Outfit ExtraBold"/>
                <a:cs typeface="Outfit ExtraBold"/>
                <a:sym typeface="Outfit ExtraBold"/>
              </a:rPr>
              <a:t>03</a:t>
            </a:r>
            <a:endParaRPr/>
          </a:p>
        </p:txBody>
      </p:sp>
      <p:sp>
        <p:nvSpPr>
          <p:cNvPr id="2695" name="Google Shape;2695;p3"/>
          <p:cNvSpPr txBox="1"/>
          <p:nvPr/>
        </p:nvSpPr>
        <p:spPr>
          <a:xfrm>
            <a:off x="1533250" y="3314924"/>
            <a:ext cx="3540600" cy="5043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Clr>
                <a:schemeClr val="accent1"/>
              </a:buClr>
              <a:buSzPts val="2400"/>
              <a:buFont typeface="Outfit ExtraBold"/>
              <a:buNone/>
            </a:pPr>
            <a:r>
              <a:rPr b="1" lang="en" sz="1600">
                <a:solidFill>
                  <a:schemeClr val="accent1"/>
                </a:solidFill>
                <a:latin typeface="Outfit ExtraBold"/>
                <a:ea typeface="Outfit ExtraBold"/>
                <a:cs typeface="Outfit ExtraBold"/>
                <a:sym typeface="Outfit ExtraBold"/>
              </a:rPr>
              <a:t>Columns Selection &amp; Data Cleaning</a:t>
            </a:r>
            <a:endParaRPr/>
          </a:p>
        </p:txBody>
      </p:sp>
      <p:sp>
        <p:nvSpPr>
          <p:cNvPr id="2696" name="Google Shape;2696;p3"/>
          <p:cNvSpPr txBox="1"/>
          <p:nvPr/>
        </p:nvSpPr>
        <p:spPr>
          <a:xfrm>
            <a:off x="1533241" y="1317577"/>
            <a:ext cx="2867400" cy="4476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Clr>
                <a:schemeClr val="accent1"/>
              </a:buClr>
              <a:buSzPts val="2400"/>
              <a:buFont typeface="Outfit ExtraBold"/>
              <a:buNone/>
            </a:pPr>
            <a:r>
              <a:rPr b="1" i="0" lang="en" sz="1600" u="none" cap="none" strike="noStrike">
                <a:solidFill>
                  <a:schemeClr val="accent1"/>
                </a:solidFill>
                <a:latin typeface="Outfit ExtraBold"/>
                <a:ea typeface="Outfit ExtraBold"/>
                <a:cs typeface="Outfit ExtraBold"/>
                <a:sym typeface="Outfit ExtraBold"/>
              </a:rPr>
              <a:t>Problem Statement</a:t>
            </a:r>
            <a:endParaRPr/>
          </a:p>
        </p:txBody>
      </p:sp>
      <p:sp>
        <p:nvSpPr>
          <p:cNvPr id="2697" name="Google Shape;2697;p3"/>
          <p:cNvSpPr txBox="1"/>
          <p:nvPr/>
        </p:nvSpPr>
        <p:spPr>
          <a:xfrm>
            <a:off x="5039532" y="1270331"/>
            <a:ext cx="658800" cy="606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Outfit ExtraBold"/>
              <a:buNone/>
            </a:pPr>
            <a:r>
              <a:rPr b="1" i="0" lang="en" sz="1600" u="none" cap="none" strike="noStrike">
                <a:solidFill>
                  <a:schemeClr val="accent1"/>
                </a:solidFill>
                <a:latin typeface="Outfit ExtraBold"/>
                <a:ea typeface="Outfit ExtraBold"/>
                <a:cs typeface="Outfit ExtraBold"/>
                <a:sym typeface="Outfit ExtraBold"/>
              </a:rPr>
              <a:t>04</a:t>
            </a:r>
            <a:endParaRPr/>
          </a:p>
        </p:txBody>
      </p:sp>
      <p:sp>
        <p:nvSpPr>
          <p:cNvPr id="2698" name="Google Shape;2698;p3"/>
          <p:cNvSpPr txBox="1"/>
          <p:nvPr/>
        </p:nvSpPr>
        <p:spPr>
          <a:xfrm>
            <a:off x="5039532" y="3361671"/>
            <a:ext cx="658800" cy="606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Outfit ExtraBold"/>
              <a:buNone/>
            </a:pPr>
            <a:r>
              <a:rPr b="1" i="0" lang="en" sz="1600" u="none" cap="none" strike="noStrike">
                <a:solidFill>
                  <a:schemeClr val="accent1"/>
                </a:solidFill>
                <a:latin typeface="Outfit ExtraBold"/>
                <a:ea typeface="Outfit ExtraBold"/>
                <a:cs typeface="Outfit ExtraBold"/>
                <a:sym typeface="Outfit ExtraBold"/>
              </a:rPr>
              <a:t>0</a:t>
            </a:r>
            <a:r>
              <a:rPr b="1" lang="en" sz="1600">
                <a:solidFill>
                  <a:schemeClr val="accent1"/>
                </a:solidFill>
                <a:latin typeface="Outfit ExtraBold"/>
                <a:ea typeface="Outfit ExtraBold"/>
                <a:cs typeface="Outfit ExtraBold"/>
                <a:sym typeface="Outfit ExtraBold"/>
              </a:rPr>
              <a:t>6</a:t>
            </a:r>
            <a:endParaRPr/>
          </a:p>
        </p:txBody>
      </p:sp>
      <p:sp>
        <p:nvSpPr>
          <p:cNvPr id="2699" name="Google Shape;2699;p3"/>
          <p:cNvSpPr txBox="1"/>
          <p:nvPr/>
        </p:nvSpPr>
        <p:spPr>
          <a:xfrm>
            <a:off x="2211645" y="4270411"/>
            <a:ext cx="658800" cy="606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Outfit ExtraBold"/>
              <a:buNone/>
            </a:pPr>
            <a:r>
              <a:rPr b="1" i="0" lang="en" sz="1600" u="none" cap="none" strike="noStrike">
                <a:solidFill>
                  <a:schemeClr val="accent1"/>
                </a:solidFill>
                <a:latin typeface="Outfit ExtraBold"/>
                <a:ea typeface="Outfit ExtraBold"/>
                <a:cs typeface="Outfit ExtraBold"/>
                <a:sym typeface="Outfit ExtraBold"/>
              </a:rPr>
              <a:t>0</a:t>
            </a:r>
            <a:r>
              <a:rPr b="1" lang="en" sz="1600">
                <a:solidFill>
                  <a:schemeClr val="accent1"/>
                </a:solidFill>
                <a:latin typeface="Outfit ExtraBold"/>
                <a:ea typeface="Outfit ExtraBold"/>
                <a:cs typeface="Outfit ExtraBold"/>
                <a:sym typeface="Outfit ExtraBold"/>
              </a:rPr>
              <a:t>7</a:t>
            </a:r>
            <a:endParaRPr/>
          </a:p>
        </p:txBody>
      </p:sp>
      <p:sp>
        <p:nvSpPr>
          <p:cNvPr id="2700" name="Google Shape;2700;p3"/>
          <p:cNvSpPr txBox="1"/>
          <p:nvPr/>
        </p:nvSpPr>
        <p:spPr>
          <a:xfrm>
            <a:off x="5775100" y="3415928"/>
            <a:ext cx="3055500" cy="4476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Clr>
                <a:schemeClr val="accent1"/>
              </a:buClr>
              <a:buSzPts val="2400"/>
              <a:buFont typeface="Outfit ExtraBold"/>
              <a:buNone/>
            </a:pPr>
            <a:r>
              <a:rPr b="1" i="0" lang="en" sz="1600" u="none" cap="none" strike="noStrike">
                <a:solidFill>
                  <a:schemeClr val="accent1"/>
                </a:solidFill>
                <a:latin typeface="Outfit ExtraBold"/>
                <a:ea typeface="Outfit ExtraBold"/>
                <a:cs typeface="Outfit ExtraBold"/>
                <a:sym typeface="Outfit ExtraBold"/>
              </a:rPr>
              <a:t>Modeling and Results</a:t>
            </a:r>
            <a:endParaRPr/>
          </a:p>
        </p:txBody>
      </p:sp>
      <p:sp>
        <p:nvSpPr>
          <p:cNvPr id="2701" name="Google Shape;2701;p3"/>
          <p:cNvSpPr txBox="1"/>
          <p:nvPr/>
        </p:nvSpPr>
        <p:spPr>
          <a:xfrm>
            <a:off x="5039532" y="2268747"/>
            <a:ext cx="658800" cy="606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Outfit ExtraBold"/>
              <a:buNone/>
            </a:pPr>
            <a:r>
              <a:rPr b="1" i="0" lang="en" sz="1600" u="none" cap="none" strike="noStrike">
                <a:solidFill>
                  <a:schemeClr val="accent1"/>
                </a:solidFill>
                <a:latin typeface="Outfit ExtraBold"/>
                <a:ea typeface="Outfit ExtraBold"/>
                <a:cs typeface="Outfit ExtraBold"/>
                <a:sym typeface="Outfit ExtraBold"/>
              </a:rPr>
              <a:t>0</a:t>
            </a:r>
            <a:r>
              <a:rPr b="1" lang="en" sz="1600">
                <a:solidFill>
                  <a:schemeClr val="accent1"/>
                </a:solidFill>
                <a:latin typeface="Outfit ExtraBold"/>
                <a:ea typeface="Outfit ExtraBold"/>
                <a:cs typeface="Outfit ExtraBold"/>
                <a:sym typeface="Outfit ExtraBold"/>
              </a:rPr>
              <a:t>5</a:t>
            </a:r>
            <a:endParaRPr/>
          </a:p>
        </p:txBody>
      </p:sp>
      <p:sp>
        <p:nvSpPr>
          <p:cNvPr id="2702" name="Google Shape;2702;p3"/>
          <p:cNvSpPr txBox="1"/>
          <p:nvPr/>
        </p:nvSpPr>
        <p:spPr>
          <a:xfrm>
            <a:off x="5775100" y="2323003"/>
            <a:ext cx="3055500" cy="4476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600">
                <a:solidFill>
                  <a:schemeClr val="accent1"/>
                </a:solidFill>
                <a:latin typeface="Outfit ExtraBold"/>
                <a:ea typeface="Outfit ExtraBold"/>
                <a:cs typeface="Outfit ExtraBold"/>
                <a:sym typeface="Outfit ExtraBold"/>
              </a:rPr>
              <a:t>Feature Selection</a:t>
            </a:r>
            <a:endParaRPr b="1" sz="1600">
              <a:solidFill>
                <a:schemeClr val="accent1"/>
              </a:solidFill>
              <a:latin typeface="Outfit ExtraBold"/>
              <a:ea typeface="Outfit ExtraBold"/>
              <a:cs typeface="Outfit ExtraBold"/>
              <a:sym typeface="Outfit ExtraBold"/>
            </a:endParaRPr>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6" name="Shape 2706"/>
        <p:cNvGrpSpPr/>
        <p:nvPr/>
      </p:nvGrpSpPr>
      <p:grpSpPr>
        <a:xfrm>
          <a:off x="0" y="0"/>
          <a:ext cx="0" cy="0"/>
          <a:chOff x="0" y="0"/>
          <a:chExt cx="0" cy="0"/>
        </a:xfrm>
      </p:grpSpPr>
      <p:sp>
        <p:nvSpPr>
          <p:cNvPr id="2707" name="Google Shape;2707;p5"/>
          <p:cNvSpPr txBox="1"/>
          <p:nvPr>
            <p:ph type="title"/>
          </p:nvPr>
        </p:nvSpPr>
        <p:spPr>
          <a:xfrm>
            <a:off x="713225" y="2121000"/>
            <a:ext cx="7717500" cy="1511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a:t>Problem Statement</a:t>
            </a:r>
            <a:endParaRPr/>
          </a:p>
        </p:txBody>
      </p:sp>
      <p:sp>
        <p:nvSpPr>
          <p:cNvPr id="2708" name="Google Shape;2708;p5"/>
          <p:cNvSpPr txBox="1"/>
          <p:nvPr>
            <p:ph idx="2" type="title"/>
          </p:nvPr>
        </p:nvSpPr>
        <p:spPr>
          <a:xfrm>
            <a:off x="3574350" y="539500"/>
            <a:ext cx="1652100" cy="166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01</a:t>
            </a:r>
            <a:endParaRPr/>
          </a:p>
        </p:txBody>
      </p:sp>
      <p:grpSp>
        <p:nvGrpSpPr>
          <p:cNvPr id="2709" name="Google Shape;2709;p5"/>
          <p:cNvGrpSpPr/>
          <p:nvPr/>
        </p:nvGrpSpPr>
        <p:grpSpPr>
          <a:xfrm>
            <a:off x="3333124" y="539512"/>
            <a:ext cx="397957" cy="491303"/>
            <a:chOff x="4986000" y="2166120"/>
            <a:chExt cx="388440" cy="1402920"/>
          </a:xfrm>
        </p:grpSpPr>
        <p:sp>
          <p:nvSpPr>
            <p:cNvPr id="2710" name="Google Shape;2710;p5"/>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1" name="Google Shape;2711;p5"/>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2" name="Google Shape;2712;p5"/>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13" name="Google Shape;2713;p5"/>
          <p:cNvGrpSpPr/>
          <p:nvPr/>
        </p:nvGrpSpPr>
        <p:grpSpPr>
          <a:xfrm>
            <a:off x="4984310" y="1974862"/>
            <a:ext cx="398326" cy="280942"/>
            <a:chOff x="6180480" y="1249200"/>
            <a:chExt cx="388800" cy="552600"/>
          </a:xfrm>
        </p:grpSpPr>
        <p:sp>
          <p:nvSpPr>
            <p:cNvPr id="2714" name="Google Shape;2714;p5"/>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5" name="Google Shape;2715;p5"/>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6" name="Google Shape;2716;p5"/>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0" name="Shape 2720"/>
        <p:cNvGrpSpPr/>
        <p:nvPr/>
      </p:nvGrpSpPr>
      <p:grpSpPr>
        <a:xfrm>
          <a:off x="0" y="0"/>
          <a:ext cx="0" cy="0"/>
          <a:chOff x="0" y="0"/>
          <a:chExt cx="0" cy="0"/>
        </a:xfrm>
      </p:grpSpPr>
      <p:grpSp>
        <p:nvGrpSpPr>
          <p:cNvPr id="2721" name="Google Shape;2721;g3d45d748a52_2_6"/>
          <p:cNvGrpSpPr/>
          <p:nvPr/>
        </p:nvGrpSpPr>
        <p:grpSpPr>
          <a:xfrm>
            <a:off x="122000" y="4917447"/>
            <a:ext cx="4420450" cy="226056"/>
            <a:chOff x="122000" y="4917447"/>
            <a:chExt cx="4420450" cy="226056"/>
          </a:xfrm>
        </p:grpSpPr>
        <p:sp>
          <p:nvSpPr>
            <p:cNvPr id="2722" name="Google Shape;2722;g3d45d748a52_2_6"/>
            <p:cNvSpPr/>
            <p:nvPr/>
          </p:nvSpPr>
          <p:spPr>
            <a:xfrm>
              <a:off x="12200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3" name="Google Shape;2723;g3d45d748a52_2_6"/>
            <p:cNvSpPr/>
            <p:nvPr/>
          </p:nvSpPr>
          <p:spPr>
            <a:xfrm>
              <a:off x="420441"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4" name="Google Shape;2724;g3d45d748a52_2_6"/>
            <p:cNvSpPr/>
            <p:nvPr/>
          </p:nvSpPr>
          <p:spPr>
            <a:xfrm>
              <a:off x="719241"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5" name="Google Shape;2725;g3d45d748a52_2_6"/>
            <p:cNvSpPr/>
            <p:nvPr/>
          </p:nvSpPr>
          <p:spPr>
            <a:xfrm>
              <a:off x="1018042"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6" name="Google Shape;2726;g3d45d748a52_2_6"/>
            <p:cNvSpPr/>
            <p:nvPr/>
          </p:nvSpPr>
          <p:spPr>
            <a:xfrm>
              <a:off x="1316483"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7" name="Google Shape;2727;g3d45d748a52_2_6"/>
            <p:cNvSpPr/>
            <p:nvPr/>
          </p:nvSpPr>
          <p:spPr>
            <a:xfrm>
              <a:off x="1615283"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8" name="Google Shape;2728;g3d45d748a52_2_6"/>
            <p:cNvSpPr/>
            <p:nvPr/>
          </p:nvSpPr>
          <p:spPr>
            <a:xfrm>
              <a:off x="22125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9" name="Google Shape;2729;g3d45d748a52_2_6"/>
            <p:cNvSpPr/>
            <p:nvPr/>
          </p:nvSpPr>
          <p:spPr>
            <a:xfrm>
              <a:off x="2809766"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0" name="Google Shape;2730;g3d45d748a52_2_6"/>
            <p:cNvSpPr/>
            <p:nvPr/>
          </p:nvSpPr>
          <p:spPr>
            <a:xfrm>
              <a:off x="3108567"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1" name="Google Shape;2731;g3d45d748a52_2_6"/>
            <p:cNvSpPr/>
            <p:nvPr/>
          </p:nvSpPr>
          <p:spPr>
            <a:xfrm>
              <a:off x="3407008"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2" name="Google Shape;2732;g3d45d748a52_2_6"/>
            <p:cNvSpPr/>
            <p:nvPr/>
          </p:nvSpPr>
          <p:spPr>
            <a:xfrm>
              <a:off x="3705808"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3" name="Google Shape;2733;g3d45d748a52_2_6"/>
            <p:cNvSpPr/>
            <p:nvPr/>
          </p:nvSpPr>
          <p:spPr>
            <a:xfrm>
              <a:off x="4004609"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4" name="Google Shape;2734;g3d45d748a52_2_6"/>
            <p:cNvSpPr/>
            <p:nvPr/>
          </p:nvSpPr>
          <p:spPr>
            <a:xfrm>
              <a:off x="4303050" y="4917447"/>
              <a:ext cx="239400" cy="226056"/>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5" name="Google Shape;2735;g3d45d748a52_2_6"/>
            <p:cNvSpPr/>
            <p:nvPr/>
          </p:nvSpPr>
          <p:spPr>
            <a:xfrm>
              <a:off x="1914084"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6" name="Google Shape;2736;g3d45d748a52_2_6"/>
            <p:cNvSpPr/>
            <p:nvPr/>
          </p:nvSpPr>
          <p:spPr>
            <a:xfrm>
              <a:off x="2510966"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37" name="Google Shape;2737;g3d45d748a52_2_6"/>
          <p:cNvGrpSpPr/>
          <p:nvPr/>
        </p:nvGrpSpPr>
        <p:grpSpPr>
          <a:xfrm>
            <a:off x="122025" y="5036327"/>
            <a:ext cx="4420450" cy="107173"/>
            <a:chOff x="122000" y="4917447"/>
            <a:chExt cx="4420450" cy="226056"/>
          </a:xfrm>
        </p:grpSpPr>
        <p:sp>
          <p:nvSpPr>
            <p:cNvPr id="2738" name="Google Shape;2738;g3d45d748a52_2_6"/>
            <p:cNvSpPr/>
            <p:nvPr/>
          </p:nvSpPr>
          <p:spPr>
            <a:xfrm>
              <a:off x="12200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9" name="Google Shape;2739;g3d45d748a52_2_6"/>
            <p:cNvSpPr/>
            <p:nvPr/>
          </p:nvSpPr>
          <p:spPr>
            <a:xfrm>
              <a:off x="420441"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0" name="Google Shape;2740;g3d45d748a52_2_6"/>
            <p:cNvSpPr/>
            <p:nvPr/>
          </p:nvSpPr>
          <p:spPr>
            <a:xfrm>
              <a:off x="719241"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1" name="Google Shape;2741;g3d45d748a52_2_6"/>
            <p:cNvSpPr/>
            <p:nvPr/>
          </p:nvSpPr>
          <p:spPr>
            <a:xfrm>
              <a:off x="1018042"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2" name="Google Shape;2742;g3d45d748a52_2_6"/>
            <p:cNvSpPr/>
            <p:nvPr/>
          </p:nvSpPr>
          <p:spPr>
            <a:xfrm>
              <a:off x="1316483"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3" name="Google Shape;2743;g3d45d748a52_2_6"/>
            <p:cNvSpPr/>
            <p:nvPr/>
          </p:nvSpPr>
          <p:spPr>
            <a:xfrm>
              <a:off x="1615283"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4" name="Google Shape;2744;g3d45d748a52_2_6"/>
            <p:cNvSpPr/>
            <p:nvPr/>
          </p:nvSpPr>
          <p:spPr>
            <a:xfrm>
              <a:off x="22125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5" name="Google Shape;2745;g3d45d748a52_2_6"/>
            <p:cNvSpPr/>
            <p:nvPr/>
          </p:nvSpPr>
          <p:spPr>
            <a:xfrm>
              <a:off x="2809766"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6" name="Google Shape;2746;g3d45d748a52_2_6"/>
            <p:cNvSpPr/>
            <p:nvPr/>
          </p:nvSpPr>
          <p:spPr>
            <a:xfrm>
              <a:off x="3108567"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7" name="Google Shape;2747;g3d45d748a52_2_6"/>
            <p:cNvSpPr/>
            <p:nvPr/>
          </p:nvSpPr>
          <p:spPr>
            <a:xfrm>
              <a:off x="3407008"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8" name="Google Shape;2748;g3d45d748a52_2_6"/>
            <p:cNvSpPr/>
            <p:nvPr/>
          </p:nvSpPr>
          <p:spPr>
            <a:xfrm>
              <a:off x="3705808"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9" name="Google Shape;2749;g3d45d748a52_2_6"/>
            <p:cNvSpPr/>
            <p:nvPr/>
          </p:nvSpPr>
          <p:spPr>
            <a:xfrm>
              <a:off x="4004609"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0" name="Google Shape;2750;g3d45d748a52_2_6"/>
            <p:cNvSpPr/>
            <p:nvPr/>
          </p:nvSpPr>
          <p:spPr>
            <a:xfrm>
              <a:off x="4303050" y="4917447"/>
              <a:ext cx="239400" cy="226056"/>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1" name="Google Shape;2751;g3d45d748a52_2_6"/>
            <p:cNvSpPr/>
            <p:nvPr/>
          </p:nvSpPr>
          <p:spPr>
            <a:xfrm>
              <a:off x="1914084"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2" name="Google Shape;2752;g3d45d748a52_2_6"/>
            <p:cNvSpPr/>
            <p:nvPr/>
          </p:nvSpPr>
          <p:spPr>
            <a:xfrm>
              <a:off x="2510966"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753" name="Google Shape;2753;g3d45d748a52_2_6"/>
          <p:cNvGrpSpPr/>
          <p:nvPr/>
        </p:nvGrpSpPr>
        <p:grpSpPr>
          <a:xfrm>
            <a:off x="4601525" y="5020755"/>
            <a:ext cx="4420450" cy="122734"/>
            <a:chOff x="4601500" y="4884626"/>
            <a:chExt cx="4420450" cy="258877"/>
          </a:xfrm>
        </p:grpSpPr>
        <p:sp>
          <p:nvSpPr>
            <p:cNvPr id="2754" name="Google Shape;2754;g3d45d748a52_2_6"/>
            <p:cNvSpPr/>
            <p:nvPr/>
          </p:nvSpPr>
          <p:spPr>
            <a:xfrm flipH="1">
              <a:off x="8782550" y="5120767"/>
              <a:ext cx="239400" cy="22734"/>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5" name="Google Shape;2755;g3d45d748a52_2_6"/>
            <p:cNvSpPr/>
            <p:nvPr/>
          </p:nvSpPr>
          <p:spPr>
            <a:xfrm flipH="1">
              <a:off x="8484109" y="5093416"/>
              <a:ext cx="239400" cy="50085"/>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6" name="Google Shape;2756;g3d45d748a52_2_6"/>
            <p:cNvSpPr/>
            <p:nvPr/>
          </p:nvSpPr>
          <p:spPr>
            <a:xfrm flipH="1">
              <a:off x="8185309" y="5077403"/>
              <a:ext cx="239400" cy="6609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7" name="Google Shape;2757;g3d45d748a52_2_6"/>
            <p:cNvSpPr/>
            <p:nvPr/>
          </p:nvSpPr>
          <p:spPr>
            <a:xfrm flipH="1">
              <a:off x="7886508" y="5048825"/>
              <a:ext cx="239400" cy="94677"/>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8" name="Google Shape;2758;g3d45d748a52_2_6"/>
            <p:cNvSpPr/>
            <p:nvPr/>
          </p:nvSpPr>
          <p:spPr>
            <a:xfrm flipH="1">
              <a:off x="7587707" y="5020539"/>
              <a:ext cx="239760" cy="122963"/>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59" name="Google Shape;2759;g3d45d748a52_2_6"/>
            <p:cNvSpPr/>
            <p:nvPr/>
          </p:nvSpPr>
          <p:spPr>
            <a:xfrm flipH="1">
              <a:off x="7289267" y="5009493"/>
              <a:ext cx="239400" cy="134009"/>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0" name="Google Shape;2760;g3d45d748a52_2_6"/>
            <p:cNvSpPr/>
            <p:nvPr/>
          </p:nvSpPr>
          <p:spPr>
            <a:xfrm flipH="1">
              <a:off x="6692025" y="4988980"/>
              <a:ext cx="239400" cy="154522"/>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1" name="Google Shape;2761;g3d45d748a52_2_6"/>
            <p:cNvSpPr/>
            <p:nvPr/>
          </p:nvSpPr>
          <p:spPr>
            <a:xfrm flipH="1">
              <a:off x="6094784" y="4980623"/>
              <a:ext cx="239400" cy="162879"/>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2" name="Google Shape;2762;g3d45d748a52_2_6"/>
            <p:cNvSpPr/>
            <p:nvPr/>
          </p:nvSpPr>
          <p:spPr>
            <a:xfrm flipH="1">
              <a:off x="5795983" y="4966948"/>
              <a:ext cx="239400" cy="17655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3" name="Google Shape;2763;g3d45d748a52_2_6"/>
            <p:cNvSpPr/>
            <p:nvPr/>
          </p:nvSpPr>
          <p:spPr>
            <a:xfrm flipH="1">
              <a:off x="5497542" y="4938486"/>
              <a:ext cx="239400" cy="205016"/>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4" name="Google Shape;2764;g3d45d748a52_2_6"/>
            <p:cNvSpPr/>
            <p:nvPr/>
          </p:nvSpPr>
          <p:spPr>
            <a:xfrm flipH="1">
              <a:off x="5198742" y="4945207"/>
              <a:ext cx="239400" cy="198295"/>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5" name="Google Shape;2765;g3d45d748a52_2_6"/>
            <p:cNvSpPr/>
            <p:nvPr/>
          </p:nvSpPr>
          <p:spPr>
            <a:xfrm flipH="1">
              <a:off x="4899941" y="4929545"/>
              <a:ext cx="239400" cy="213958"/>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6" name="Google Shape;2766;g3d45d748a52_2_6"/>
            <p:cNvSpPr/>
            <p:nvPr/>
          </p:nvSpPr>
          <p:spPr>
            <a:xfrm flipH="1">
              <a:off x="4601500" y="4884626"/>
              <a:ext cx="239400" cy="258876"/>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7" name="Google Shape;2767;g3d45d748a52_2_6"/>
            <p:cNvSpPr/>
            <p:nvPr/>
          </p:nvSpPr>
          <p:spPr>
            <a:xfrm flipH="1">
              <a:off x="6990466" y="5026208"/>
              <a:ext cx="239400" cy="117294"/>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68" name="Google Shape;2768;g3d45d748a52_2_6"/>
            <p:cNvSpPr/>
            <p:nvPr/>
          </p:nvSpPr>
          <p:spPr>
            <a:xfrm flipH="1">
              <a:off x="6393584" y="5013584"/>
              <a:ext cx="239400" cy="129918"/>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69" name="Google Shape;2769;g3d45d748a52_2_6"/>
          <p:cNvSpPr/>
          <p:nvPr/>
        </p:nvSpPr>
        <p:spPr>
          <a:xfrm>
            <a:off x="0" y="0"/>
            <a:ext cx="9144000" cy="960000"/>
          </a:xfrm>
          <a:prstGeom prst="rect">
            <a:avLst/>
          </a:prstGeom>
          <a:solidFill>
            <a:srgbClr val="1C3367"/>
          </a:solidFill>
          <a:ln cap="flat" cmpd="sng" w="12700">
            <a:solidFill>
              <a:srgbClr val="1C346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7A8DE8"/>
              </a:solidFill>
              <a:latin typeface="Arial"/>
              <a:ea typeface="Arial"/>
              <a:cs typeface="Arial"/>
              <a:sym typeface="Arial"/>
            </a:endParaRPr>
          </a:p>
        </p:txBody>
      </p:sp>
      <p:sp>
        <p:nvSpPr>
          <p:cNvPr id="2770" name="Google Shape;2770;g3d45d748a52_2_6"/>
          <p:cNvSpPr/>
          <p:nvPr/>
        </p:nvSpPr>
        <p:spPr>
          <a:xfrm>
            <a:off x="411480" y="18288"/>
            <a:ext cx="8321100" cy="567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FFFFFF"/>
                </a:solidFill>
                <a:latin typeface="Calibri"/>
                <a:ea typeface="Calibri"/>
                <a:cs typeface="Calibri"/>
                <a:sym typeface="Calibri"/>
              </a:rPr>
              <a:t>Problem &amp; Goal</a:t>
            </a:r>
            <a:endParaRPr b="0" i="0" sz="2600" u="none" cap="none" strike="noStrike">
              <a:solidFill>
                <a:srgbClr val="000000"/>
              </a:solidFill>
              <a:latin typeface="Arial"/>
              <a:ea typeface="Arial"/>
              <a:cs typeface="Arial"/>
              <a:sym typeface="Arial"/>
            </a:endParaRPr>
          </a:p>
        </p:txBody>
      </p:sp>
      <p:sp>
        <p:nvSpPr>
          <p:cNvPr id="2771" name="Google Shape;2771;g3d45d748a52_2_6"/>
          <p:cNvSpPr/>
          <p:nvPr/>
        </p:nvSpPr>
        <p:spPr>
          <a:xfrm>
            <a:off x="411480" y="594360"/>
            <a:ext cx="83211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chemeClr val="lt2"/>
                </a:solidFill>
                <a:latin typeface="Calibri"/>
                <a:ea typeface="Calibri"/>
                <a:cs typeface="Calibri"/>
                <a:sym typeface="Calibri"/>
              </a:rPr>
              <a:t>Why does this matter — and who needs this tool?</a:t>
            </a:r>
            <a:endParaRPr b="1" i="0" sz="1400" u="none" cap="none" strike="noStrike">
              <a:solidFill>
                <a:schemeClr val="lt2"/>
              </a:solidFill>
              <a:latin typeface="Arial"/>
              <a:ea typeface="Arial"/>
              <a:cs typeface="Arial"/>
              <a:sym typeface="Arial"/>
            </a:endParaRPr>
          </a:p>
        </p:txBody>
      </p:sp>
      <p:sp>
        <p:nvSpPr>
          <p:cNvPr id="2772" name="Google Shape;2772;g3d45d748a52_2_6"/>
          <p:cNvSpPr/>
          <p:nvPr/>
        </p:nvSpPr>
        <p:spPr>
          <a:xfrm>
            <a:off x="365750" y="1097275"/>
            <a:ext cx="8530500" cy="3778200"/>
          </a:xfrm>
          <a:prstGeom prst="rect">
            <a:avLst/>
          </a:prstGeom>
          <a:solidFill>
            <a:srgbClr val="F4F6FB"/>
          </a:solidFill>
          <a:ln cap="flat" cmpd="sng" w="12700">
            <a:solidFill>
              <a:srgbClr val="C5D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3" name="Google Shape;2773;g3d45d748a52_2_6"/>
          <p:cNvSpPr/>
          <p:nvPr/>
        </p:nvSpPr>
        <p:spPr>
          <a:xfrm>
            <a:off x="365760" y="1097280"/>
            <a:ext cx="45600" cy="3684900"/>
          </a:xfrm>
          <a:prstGeom prst="rect">
            <a:avLst/>
          </a:prstGeom>
          <a:solidFill>
            <a:srgbClr val="7A8DE8"/>
          </a:solidFill>
          <a:ln cap="flat" cmpd="sng" w="12700">
            <a:solidFill>
              <a:srgbClr val="1C346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4" name="Google Shape;2774;g3d45d748a52_2_6"/>
          <p:cNvSpPr/>
          <p:nvPr/>
        </p:nvSpPr>
        <p:spPr>
          <a:xfrm>
            <a:off x="548640" y="1188720"/>
            <a:ext cx="44805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1C3468"/>
                </a:solidFill>
                <a:latin typeface="Calibri"/>
                <a:ea typeface="Calibri"/>
                <a:cs typeface="Calibri"/>
                <a:sym typeface="Calibri"/>
              </a:rPr>
              <a:t>The Problem</a:t>
            </a:r>
            <a:endParaRPr b="0" i="0" sz="1500" u="none" cap="none" strike="noStrike">
              <a:solidFill>
                <a:srgbClr val="000000"/>
              </a:solidFill>
              <a:latin typeface="Arial"/>
              <a:ea typeface="Arial"/>
              <a:cs typeface="Arial"/>
              <a:sym typeface="Arial"/>
            </a:endParaRPr>
          </a:p>
        </p:txBody>
      </p:sp>
      <p:sp>
        <p:nvSpPr>
          <p:cNvPr id="2775" name="Google Shape;2775;g3d45d748a52_2_6"/>
          <p:cNvSpPr/>
          <p:nvPr/>
        </p:nvSpPr>
        <p:spPr>
          <a:xfrm>
            <a:off x="548650" y="1572775"/>
            <a:ext cx="7995300" cy="8688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0000"/>
              </a:buClr>
              <a:buSzPts val="1250"/>
              <a:buFont typeface="Arial"/>
              <a:buNone/>
            </a:pPr>
            <a:r>
              <a:rPr b="0" i="0" lang="en" sz="1250" u="none" cap="none" strike="noStrike">
                <a:solidFill>
                  <a:srgbClr val="334155"/>
                </a:solidFill>
                <a:latin typeface="Calibri"/>
                <a:ea typeface="Calibri"/>
                <a:cs typeface="Calibri"/>
                <a:sym typeface="Calibri"/>
              </a:rPr>
              <a:t>High school dropout carries lasting consequences for students — reduced earnings, limited access to further education, and systemic social costs. Yet most interventions happen too late, after students have already disengaged.</a:t>
            </a:r>
            <a:endParaRPr b="0" i="0" sz="1250" u="none" cap="none" strike="noStrike">
              <a:solidFill>
                <a:srgbClr val="000000"/>
              </a:solidFill>
              <a:latin typeface="Arial"/>
              <a:ea typeface="Arial"/>
              <a:cs typeface="Arial"/>
              <a:sym typeface="Arial"/>
            </a:endParaRPr>
          </a:p>
        </p:txBody>
      </p:sp>
      <p:sp>
        <p:nvSpPr>
          <p:cNvPr id="2776" name="Google Shape;2776;g3d45d748a52_2_6"/>
          <p:cNvSpPr/>
          <p:nvPr/>
        </p:nvSpPr>
        <p:spPr>
          <a:xfrm>
            <a:off x="548640" y="2514600"/>
            <a:ext cx="4480500" cy="34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1C3468"/>
                </a:solidFill>
                <a:latin typeface="Calibri"/>
                <a:ea typeface="Calibri"/>
                <a:cs typeface="Calibri"/>
                <a:sym typeface="Calibri"/>
              </a:rPr>
              <a:t>Our Goal</a:t>
            </a:r>
            <a:endParaRPr b="0" i="0" sz="1500" u="none" cap="none" strike="noStrike">
              <a:solidFill>
                <a:srgbClr val="000000"/>
              </a:solidFill>
              <a:latin typeface="Arial"/>
              <a:ea typeface="Arial"/>
              <a:cs typeface="Arial"/>
              <a:sym typeface="Arial"/>
            </a:endParaRPr>
          </a:p>
        </p:txBody>
      </p:sp>
      <p:sp>
        <p:nvSpPr>
          <p:cNvPr id="2777" name="Google Shape;2777;g3d45d748a52_2_6"/>
          <p:cNvSpPr/>
          <p:nvPr/>
        </p:nvSpPr>
        <p:spPr>
          <a:xfrm>
            <a:off x="548650" y="2834650"/>
            <a:ext cx="80430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000000"/>
              </a:buClr>
              <a:buSzPts val="1250"/>
              <a:buFont typeface="Arial"/>
              <a:buNone/>
            </a:pPr>
            <a:r>
              <a:rPr b="0" i="0" lang="en" sz="1250" u="none" cap="none" strike="noStrike">
                <a:solidFill>
                  <a:srgbClr val="334155"/>
                </a:solidFill>
                <a:latin typeface="Calibri"/>
                <a:ea typeface="Calibri"/>
                <a:cs typeface="Calibri"/>
                <a:sym typeface="Calibri"/>
              </a:rPr>
              <a:t>Build a machine learning model using 9th-grade data to flag students at risk of dropping out — early enough for schools to intervene effectively.</a:t>
            </a:r>
            <a:endParaRPr b="0" i="0" sz="1250" u="none" cap="none" strike="noStrike">
              <a:solidFill>
                <a:srgbClr val="000000"/>
              </a:solidFill>
              <a:latin typeface="Arial"/>
              <a:ea typeface="Arial"/>
              <a:cs typeface="Arial"/>
              <a:sym typeface="Arial"/>
            </a:endParaRPr>
          </a:p>
        </p:txBody>
      </p:sp>
      <p:sp>
        <p:nvSpPr>
          <p:cNvPr id="2778" name="Google Shape;2778;g3d45d748a52_2_6"/>
          <p:cNvSpPr/>
          <p:nvPr/>
        </p:nvSpPr>
        <p:spPr>
          <a:xfrm>
            <a:off x="548640" y="3611880"/>
            <a:ext cx="44805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 sz="1500" u="none" cap="none" strike="noStrike">
                <a:solidFill>
                  <a:srgbClr val="1C3468"/>
                </a:solidFill>
                <a:latin typeface="Calibri"/>
                <a:ea typeface="Calibri"/>
                <a:cs typeface="Calibri"/>
                <a:sym typeface="Calibri"/>
              </a:rPr>
              <a:t>Primary Stakeholders</a:t>
            </a:r>
            <a:endParaRPr b="0" i="0" sz="1500" u="none" cap="none" strike="noStrike">
              <a:solidFill>
                <a:srgbClr val="000000"/>
              </a:solidFill>
              <a:latin typeface="Arial"/>
              <a:ea typeface="Arial"/>
              <a:cs typeface="Arial"/>
              <a:sym typeface="Arial"/>
            </a:endParaRPr>
          </a:p>
        </p:txBody>
      </p:sp>
      <p:sp>
        <p:nvSpPr>
          <p:cNvPr id="2779" name="Google Shape;2779;g3d45d748a52_2_6"/>
          <p:cNvSpPr/>
          <p:nvPr/>
        </p:nvSpPr>
        <p:spPr>
          <a:xfrm>
            <a:off x="548640" y="3950208"/>
            <a:ext cx="44805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334155"/>
                </a:solidFill>
                <a:latin typeface="Calibri"/>
                <a:ea typeface="Calibri"/>
                <a:cs typeface="Calibri"/>
                <a:sym typeface="Calibri"/>
              </a:rPr>
              <a:t>→  School counselors &amp; administrators</a:t>
            </a:r>
            <a:endParaRPr b="0" i="0" sz="1200" u="none" cap="none" strike="noStrike">
              <a:solidFill>
                <a:srgbClr val="000000"/>
              </a:solidFill>
              <a:latin typeface="Arial"/>
              <a:ea typeface="Arial"/>
              <a:cs typeface="Arial"/>
              <a:sym typeface="Arial"/>
            </a:endParaRPr>
          </a:p>
        </p:txBody>
      </p:sp>
      <p:sp>
        <p:nvSpPr>
          <p:cNvPr id="2780" name="Google Shape;2780;g3d45d748a52_2_6"/>
          <p:cNvSpPr/>
          <p:nvPr/>
        </p:nvSpPr>
        <p:spPr>
          <a:xfrm>
            <a:off x="548640" y="4242816"/>
            <a:ext cx="44805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334155"/>
                </a:solidFill>
                <a:latin typeface="Calibri"/>
                <a:ea typeface="Calibri"/>
                <a:cs typeface="Calibri"/>
                <a:sym typeface="Calibri"/>
              </a:rPr>
              <a:t>→  Education policymakers</a:t>
            </a:r>
            <a:endParaRPr b="0" i="0" sz="1200" u="none" cap="none" strike="noStrike">
              <a:solidFill>
                <a:srgbClr val="000000"/>
              </a:solidFill>
              <a:latin typeface="Arial"/>
              <a:ea typeface="Arial"/>
              <a:cs typeface="Arial"/>
              <a:sym typeface="Arial"/>
            </a:endParaRPr>
          </a:p>
        </p:txBody>
      </p:sp>
      <p:sp>
        <p:nvSpPr>
          <p:cNvPr id="2781" name="Google Shape;2781;g3d45d748a52_2_6"/>
          <p:cNvSpPr/>
          <p:nvPr/>
        </p:nvSpPr>
        <p:spPr>
          <a:xfrm>
            <a:off x="548640" y="4535424"/>
            <a:ext cx="44805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334155"/>
                </a:solidFill>
                <a:latin typeface="Calibri"/>
                <a:ea typeface="Calibri"/>
                <a:cs typeface="Calibri"/>
                <a:sym typeface="Calibri"/>
              </a:rPr>
              <a:t>→  Intervention program coordinators</a:t>
            </a:r>
            <a:endParaRPr b="0" i="0" sz="1200" u="none" cap="none" strike="noStrike">
              <a:solidFill>
                <a:srgbClr val="000000"/>
              </a:solidFill>
              <a:latin typeface="Arial"/>
              <a:ea typeface="Arial"/>
              <a:cs typeface="Arial"/>
              <a:sym typeface="Arial"/>
            </a:endParaRPr>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5" name="Shape 2785"/>
        <p:cNvGrpSpPr/>
        <p:nvPr/>
      </p:nvGrpSpPr>
      <p:grpSpPr>
        <a:xfrm>
          <a:off x="0" y="0"/>
          <a:ext cx="0" cy="0"/>
          <a:chOff x="0" y="0"/>
          <a:chExt cx="0" cy="0"/>
        </a:xfrm>
      </p:grpSpPr>
      <p:sp>
        <p:nvSpPr>
          <p:cNvPr id="2786" name="Google Shape;2786;g3d4502adc0c_0_152"/>
          <p:cNvSpPr txBox="1"/>
          <p:nvPr>
            <p:ph type="title"/>
          </p:nvPr>
        </p:nvSpPr>
        <p:spPr>
          <a:xfrm>
            <a:off x="1284000" y="1057549"/>
            <a:ext cx="6576000" cy="171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2.1  Million</a:t>
            </a:r>
            <a:endParaRPr/>
          </a:p>
        </p:txBody>
      </p:sp>
      <p:sp>
        <p:nvSpPr>
          <p:cNvPr id="2787" name="Google Shape;2787;g3d4502adc0c_0_152"/>
          <p:cNvSpPr txBox="1"/>
          <p:nvPr>
            <p:ph idx="1" type="subTitle"/>
          </p:nvPr>
        </p:nvSpPr>
        <p:spPr>
          <a:xfrm>
            <a:off x="921825" y="2773850"/>
            <a:ext cx="7408800" cy="143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t>Annual Dropouts in the United States in 2022 according to the NCES</a:t>
            </a:r>
            <a:br>
              <a:rPr b="1" lang="en" sz="1800"/>
            </a:br>
            <a:endParaRPr b="1" sz="1800"/>
          </a:p>
          <a:p>
            <a:pPr indent="0" lvl="0" marL="0" rtl="0" algn="ctr">
              <a:spcBef>
                <a:spcPts val="0"/>
              </a:spcBef>
              <a:spcAft>
                <a:spcPts val="0"/>
              </a:spcAft>
              <a:buNone/>
            </a:pPr>
            <a:br>
              <a:rPr b="1" lang="en" sz="1800"/>
            </a:br>
            <a:r>
              <a:rPr b="1" lang="en" sz="1400">
                <a:solidFill>
                  <a:srgbClr val="000000"/>
                </a:solidFill>
                <a:latin typeface="Arial"/>
                <a:ea typeface="Arial"/>
                <a:cs typeface="Arial"/>
                <a:sym typeface="Arial"/>
              </a:rPr>
              <a:t>Source</a:t>
            </a:r>
            <a:r>
              <a:rPr lang="en" sz="1400">
                <a:solidFill>
                  <a:srgbClr val="000000"/>
                </a:solidFill>
                <a:latin typeface="Arial"/>
                <a:ea typeface="Arial"/>
                <a:cs typeface="Arial"/>
                <a:sym typeface="Arial"/>
              </a:rPr>
              <a:t>: </a:t>
            </a:r>
            <a:r>
              <a:rPr lang="en" sz="1200" u="sng">
                <a:solidFill>
                  <a:srgbClr val="1558D6"/>
                </a:solidFill>
                <a:latin typeface="Arial"/>
                <a:ea typeface="Arial"/>
                <a:cs typeface="Arial"/>
                <a:sym typeface="Arial"/>
                <a:hlinkClick r:id="rId3">
                  <a:extLst>
                    <a:ext uri="{A12FA001-AC4F-418D-AE19-62706E023703}">
                      <ahyp:hlinkClr val="tx"/>
                    </a:ext>
                  </a:extLst>
                </a:hlinkClick>
              </a:rPr>
              <a:t>National Center for Education Statistics (NCES) - Status Dropout Rates</a:t>
            </a:r>
            <a:r>
              <a:rPr lang="en" sz="1400">
                <a:solidFill>
                  <a:srgbClr val="000000"/>
                </a:solidFill>
                <a:latin typeface="Arial"/>
                <a:ea typeface="Arial"/>
                <a:cs typeface="Arial"/>
                <a:sym typeface="Arial"/>
              </a:rPr>
              <a:t> </a:t>
            </a:r>
            <a:endParaRPr sz="1400">
              <a:solidFill>
                <a:srgbClr val="000000"/>
              </a:solidFill>
              <a:latin typeface="Arial"/>
              <a:ea typeface="Arial"/>
              <a:cs typeface="Arial"/>
              <a:sym typeface="Arial"/>
            </a:endParaRPr>
          </a:p>
          <a:p>
            <a:pPr indent="0" lvl="0" marL="0" rtl="0" algn="ctr">
              <a:spcBef>
                <a:spcPts val="0"/>
              </a:spcBef>
              <a:spcAft>
                <a:spcPts val="0"/>
              </a:spcAft>
              <a:buNone/>
            </a:pPr>
            <a:r>
              <a:t/>
            </a:r>
            <a:endParaRPr b="1" sz="1800"/>
          </a:p>
        </p:txBody>
      </p:sp>
      <p:grpSp>
        <p:nvGrpSpPr>
          <p:cNvPr id="2788" name="Google Shape;2788;g3d4502adc0c_0_152"/>
          <p:cNvGrpSpPr/>
          <p:nvPr/>
        </p:nvGrpSpPr>
        <p:grpSpPr>
          <a:xfrm>
            <a:off x="1853375" y="4206300"/>
            <a:ext cx="5421201" cy="960686"/>
            <a:chOff x="1853375" y="4206300"/>
            <a:chExt cx="5421201" cy="960686"/>
          </a:xfrm>
        </p:grpSpPr>
        <p:grpSp>
          <p:nvGrpSpPr>
            <p:cNvPr id="2789" name="Google Shape;2789;g3d4502adc0c_0_152"/>
            <p:cNvGrpSpPr/>
            <p:nvPr/>
          </p:nvGrpSpPr>
          <p:grpSpPr>
            <a:xfrm>
              <a:off x="1853375" y="4206310"/>
              <a:ext cx="2686628" cy="960675"/>
              <a:chOff x="5179977" y="136093"/>
              <a:chExt cx="2686628" cy="3346133"/>
            </a:xfrm>
          </p:grpSpPr>
          <p:sp>
            <p:nvSpPr>
              <p:cNvPr id="2790" name="Google Shape;2790;g3d4502adc0c_0_152"/>
              <p:cNvSpPr/>
              <p:nvPr/>
            </p:nvSpPr>
            <p:spPr>
              <a:xfrm>
                <a:off x="5179977" y="2503707"/>
                <a:ext cx="168230" cy="978517"/>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1" name="Google Shape;2791;g3d4502adc0c_0_152"/>
              <p:cNvSpPr/>
              <p:nvPr/>
            </p:nvSpPr>
            <p:spPr>
              <a:xfrm>
                <a:off x="5389949" y="2080223"/>
                <a:ext cx="168230" cy="1402001"/>
              </a:xfrm>
              <a:custGeom>
                <a:rect b="b" l="l" r="r" t="t"/>
                <a:pathLst>
                  <a:path extrusionOk="0" h="5542" w="665">
                    <a:moveTo>
                      <a:pt x="0" y="0"/>
                    </a:moveTo>
                    <a:lnTo>
                      <a:pt x="665" y="0"/>
                    </a:lnTo>
                    <a:lnTo>
                      <a:pt x="665" y="5542"/>
                    </a:lnTo>
                    <a:lnTo>
                      <a:pt x="0" y="554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2" name="Google Shape;2792;g3d4502adc0c_0_152"/>
              <p:cNvSpPr/>
              <p:nvPr/>
            </p:nvSpPr>
            <p:spPr>
              <a:xfrm>
                <a:off x="5599668" y="1662052"/>
                <a:ext cx="168483" cy="1820173"/>
              </a:xfrm>
              <a:custGeom>
                <a:rect b="b" l="l" r="r" t="t"/>
                <a:pathLst>
                  <a:path extrusionOk="0" h="7195" w="666">
                    <a:moveTo>
                      <a:pt x="0" y="0"/>
                    </a:moveTo>
                    <a:lnTo>
                      <a:pt x="666" y="0"/>
                    </a:lnTo>
                    <a:lnTo>
                      <a:pt x="666" y="7195"/>
                    </a:lnTo>
                    <a:lnTo>
                      <a:pt x="0" y="71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3" name="Google Shape;2793;g3d4502adc0c_0_152"/>
              <p:cNvSpPr/>
              <p:nvPr/>
            </p:nvSpPr>
            <p:spPr>
              <a:xfrm>
                <a:off x="5809639" y="1498628"/>
                <a:ext cx="168230" cy="1983597"/>
              </a:xfrm>
              <a:custGeom>
                <a:rect b="b" l="l" r="r" t="t"/>
                <a:pathLst>
                  <a:path extrusionOk="0" h="7841" w="665">
                    <a:moveTo>
                      <a:pt x="0" y="0"/>
                    </a:moveTo>
                    <a:lnTo>
                      <a:pt x="665" y="0"/>
                    </a:lnTo>
                    <a:lnTo>
                      <a:pt x="665" y="7841"/>
                    </a:lnTo>
                    <a:lnTo>
                      <a:pt x="0" y="784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4" name="Google Shape;2794;g3d4502adc0c_0_152"/>
              <p:cNvSpPr/>
              <p:nvPr/>
            </p:nvSpPr>
            <p:spPr>
              <a:xfrm>
                <a:off x="6229330" y="1194550"/>
                <a:ext cx="168230" cy="2287676"/>
              </a:xfrm>
              <a:custGeom>
                <a:rect b="b" l="l" r="r" t="t"/>
                <a:pathLst>
                  <a:path extrusionOk="0" h="9043" w="665">
                    <a:moveTo>
                      <a:pt x="0" y="0"/>
                    </a:moveTo>
                    <a:lnTo>
                      <a:pt x="665" y="0"/>
                    </a:lnTo>
                    <a:lnTo>
                      <a:pt x="665" y="9043"/>
                    </a:lnTo>
                    <a:lnTo>
                      <a:pt x="0" y="904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5" name="Google Shape;2795;g3d4502adc0c_0_152"/>
              <p:cNvSpPr/>
              <p:nvPr/>
            </p:nvSpPr>
            <p:spPr>
              <a:xfrm>
                <a:off x="6649021" y="1071097"/>
                <a:ext cx="168230" cy="2411129"/>
              </a:xfrm>
              <a:custGeom>
                <a:rect b="b" l="l" r="r" t="t"/>
                <a:pathLst>
                  <a:path extrusionOk="0" h="9531" w="665">
                    <a:moveTo>
                      <a:pt x="0" y="0"/>
                    </a:moveTo>
                    <a:lnTo>
                      <a:pt x="665" y="0"/>
                    </a:lnTo>
                    <a:lnTo>
                      <a:pt x="665" y="9531"/>
                    </a:lnTo>
                    <a:lnTo>
                      <a:pt x="0" y="95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6" name="Google Shape;2796;g3d4502adc0c_0_152"/>
              <p:cNvSpPr/>
              <p:nvPr/>
            </p:nvSpPr>
            <p:spPr>
              <a:xfrm>
                <a:off x="6858993" y="868968"/>
                <a:ext cx="168230" cy="2613258"/>
              </a:xfrm>
              <a:custGeom>
                <a:rect b="b" l="l" r="r" t="t"/>
                <a:pathLst>
                  <a:path extrusionOk="0" h="10330" w="665">
                    <a:moveTo>
                      <a:pt x="0" y="0"/>
                    </a:moveTo>
                    <a:lnTo>
                      <a:pt x="665" y="0"/>
                    </a:lnTo>
                    <a:lnTo>
                      <a:pt x="665" y="10330"/>
                    </a:lnTo>
                    <a:lnTo>
                      <a:pt x="0" y="1033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7" name="Google Shape;2797;g3d4502adc0c_0_152"/>
              <p:cNvSpPr/>
              <p:nvPr/>
            </p:nvSpPr>
            <p:spPr>
              <a:xfrm>
                <a:off x="7068712" y="447761"/>
                <a:ext cx="168230" cy="3034465"/>
              </a:xfrm>
              <a:custGeom>
                <a:rect b="b" l="l" r="r" t="t"/>
                <a:pathLst>
                  <a:path extrusionOk="0" h="11995" w="665">
                    <a:moveTo>
                      <a:pt x="0" y="0"/>
                    </a:moveTo>
                    <a:lnTo>
                      <a:pt x="665" y="0"/>
                    </a:lnTo>
                    <a:lnTo>
                      <a:pt x="665" y="11995"/>
                    </a:lnTo>
                    <a:lnTo>
                      <a:pt x="0" y="119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8" name="Google Shape;2798;g3d4502adc0c_0_152"/>
              <p:cNvSpPr/>
              <p:nvPr/>
            </p:nvSpPr>
            <p:spPr>
              <a:xfrm>
                <a:off x="7278684" y="546928"/>
                <a:ext cx="168230" cy="2935298"/>
              </a:xfrm>
              <a:custGeom>
                <a:rect b="b" l="l" r="r" t="t"/>
                <a:pathLst>
                  <a:path extrusionOk="0" h="11603" w="665">
                    <a:moveTo>
                      <a:pt x="0" y="0"/>
                    </a:moveTo>
                    <a:lnTo>
                      <a:pt x="665" y="0"/>
                    </a:lnTo>
                    <a:lnTo>
                      <a:pt x="665" y="11603"/>
                    </a:lnTo>
                    <a:lnTo>
                      <a:pt x="0" y="116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799" name="Google Shape;2799;g3d4502adc0c_0_152"/>
              <p:cNvSpPr/>
              <p:nvPr/>
            </p:nvSpPr>
            <p:spPr>
              <a:xfrm>
                <a:off x="7488656" y="315201"/>
                <a:ext cx="168230" cy="3167025"/>
              </a:xfrm>
              <a:custGeom>
                <a:rect b="b" l="l" r="r" t="t"/>
                <a:pathLst>
                  <a:path extrusionOk="0" h="12519" w="665">
                    <a:moveTo>
                      <a:pt x="0" y="0"/>
                    </a:moveTo>
                    <a:lnTo>
                      <a:pt x="665" y="0"/>
                    </a:lnTo>
                    <a:lnTo>
                      <a:pt x="665" y="12519"/>
                    </a:lnTo>
                    <a:lnTo>
                      <a:pt x="0" y="1251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00" name="Google Shape;2800;g3d4502adc0c_0_152"/>
              <p:cNvSpPr/>
              <p:nvPr/>
            </p:nvSpPr>
            <p:spPr>
              <a:xfrm>
                <a:off x="7698375" y="136093"/>
                <a:ext cx="168230" cy="3346133"/>
              </a:xfrm>
              <a:custGeom>
                <a:rect b="b" l="l" r="r" t="t"/>
                <a:pathLst>
                  <a:path extrusionOk="0" h="13227" w="665">
                    <a:moveTo>
                      <a:pt x="0" y="0"/>
                    </a:moveTo>
                    <a:lnTo>
                      <a:pt x="665" y="0"/>
                    </a:lnTo>
                    <a:lnTo>
                      <a:pt x="665" y="13227"/>
                    </a:lnTo>
                    <a:lnTo>
                      <a:pt x="0" y="1322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01" name="Google Shape;2801;g3d4502adc0c_0_152"/>
              <p:cNvSpPr/>
              <p:nvPr/>
            </p:nvSpPr>
            <p:spPr>
              <a:xfrm>
                <a:off x="6019611" y="1745787"/>
                <a:ext cx="168230" cy="1736438"/>
              </a:xfrm>
              <a:custGeom>
                <a:rect b="b" l="l" r="r" t="t"/>
                <a:pathLst>
                  <a:path extrusionOk="0" h="6864" w="665">
                    <a:moveTo>
                      <a:pt x="0" y="0"/>
                    </a:moveTo>
                    <a:lnTo>
                      <a:pt x="665" y="0"/>
                    </a:lnTo>
                    <a:lnTo>
                      <a:pt x="665" y="6864"/>
                    </a:lnTo>
                    <a:lnTo>
                      <a:pt x="0" y="686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02" name="Google Shape;2802;g3d4502adc0c_0_152"/>
              <p:cNvSpPr/>
              <p:nvPr/>
            </p:nvSpPr>
            <p:spPr>
              <a:xfrm>
                <a:off x="6439049" y="1559090"/>
                <a:ext cx="168230" cy="1923135"/>
              </a:xfrm>
              <a:custGeom>
                <a:rect b="b" l="l" r="r" t="t"/>
                <a:pathLst>
                  <a:path extrusionOk="0" h="7602" w="665">
                    <a:moveTo>
                      <a:pt x="0" y="0"/>
                    </a:moveTo>
                    <a:lnTo>
                      <a:pt x="665" y="0"/>
                    </a:lnTo>
                    <a:lnTo>
                      <a:pt x="665" y="7602"/>
                    </a:lnTo>
                    <a:lnTo>
                      <a:pt x="0" y="76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803" name="Google Shape;2803;g3d4502adc0c_0_152"/>
            <p:cNvGrpSpPr/>
            <p:nvPr/>
          </p:nvGrpSpPr>
          <p:grpSpPr>
            <a:xfrm flipH="1">
              <a:off x="4587948" y="4206300"/>
              <a:ext cx="2686628" cy="960675"/>
              <a:chOff x="5179977" y="136093"/>
              <a:chExt cx="2686628" cy="3346133"/>
            </a:xfrm>
          </p:grpSpPr>
          <p:sp>
            <p:nvSpPr>
              <p:cNvPr id="2804" name="Google Shape;2804;g3d4502adc0c_0_152"/>
              <p:cNvSpPr/>
              <p:nvPr/>
            </p:nvSpPr>
            <p:spPr>
              <a:xfrm>
                <a:off x="5179977" y="2503707"/>
                <a:ext cx="168230" cy="978517"/>
              </a:xfrm>
              <a:custGeom>
                <a:rect b="b" l="l" r="r" t="t"/>
                <a:pathLst>
                  <a:path extrusionOk="0" h="3868" w="665">
                    <a:moveTo>
                      <a:pt x="0" y="0"/>
                    </a:moveTo>
                    <a:lnTo>
                      <a:pt x="665" y="0"/>
                    </a:lnTo>
                    <a:lnTo>
                      <a:pt x="665" y="3868"/>
                    </a:lnTo>
                    <a:lnTo>
                      <a:pt x="0" y="3868"/>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05" name="Google Shape;2805;g3d4502adc0c_0_152"/>
              <p:cNvSpPr/>
              <p:nvPr/>
            </p:nvSpPr>
            <p:spPr>
              <a:xfrm>
                <a:off x="5389949" y="2080223"/>
                <a:ext cx="168230" cy="1402001"/>
              </a:xfrm>
              <a:custGeom>
                <a:rect b="b" l="l" r="r" t="t"/>
                <a:pathLst>
                  <a:path extrusionOk="0" h="5542" w="665">
                    <a:moveTo>
                      <a:pt x="0" y="0"/>
                    </a:moveTo>
                    <a:lnTo>
                      <a:pt x="665" y="0"/>
                    </a:lnTo>
                    <a:lnTo>
                      <a:pt x="665" y="5542"/>
                    </a:lnTo>
                    <a:lnTo>
                      <a:pt x="0" y="554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06" name="Google Shape;2806;g3d4502adc0c_0_152"/>
              <p:cNvSpPr/>
              <p:nvPr/>
            </p:nvSpPr>
            <p:spPr>
              <a:xfrm>
                <a:off x="5599668" y="1662052"/>
                <a:ext cx="168483" cy="1820173"/>
              </a:xfrm>
              <a:custGeom>
                <a:rect b="b" l="l" r="r" t="t"/>
                <a:pathLst>
                  <a:path extrusionOk="0" h="7195" w="666">
                    <a:moveTo>
                      <a:pt x="0" y="0"/>
                    </a:moveTo>
                    <a:lnTo>
                      <a:pt x="666" y="0"/>
                    </a:lnTo>
                    <a:lnTo>
                      <a:pt x="666" y="7195"/>
                    </a:lnTo>
                    <a:lnTo>
                      <a:pt x="0" y="71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07" name="Google Shape;2807;g3d4502adc0c_0_152"/>
              <p:cNvSpPr/>
              <p:nvPr/>
            </p:nvSpPr>
            <p:spPr>
              <a:xfrm>
                <a:off x="5809639" y="1498628"/>
                <a:ext cx="168230" cy="1983597"/>
              </a:xfrm>
              <a:custGeom>
                <a:rect b="b" l="l" r="r" t="t"/>
                <a:pathLst>
                  <a:path extrusionOk="0" h="7841" w="665">
                    <a:moveTo>
                      <a:pt x="0" y="0"/>
                    </a:moveTo>
                    <a:lnTo>
                      <a:pt x="665" y="0"/>
                    </a:lnTo>
                    <a:lnTo>
                      <a:pt x="665" y="7841"/>
                    </a:lnTo>
                    <a:lnTo>
                      <a:pt x="0" y="784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08" name="Google Shape;2808;g3d4502adc0c_0_152"/>
              <p:cNvSpPr/>
              <p:nvPr/>
            </p:nvSpPr>
            <p:spPr>
              <a:xfrm>
                <a:off x="6229330" y="1194550"/>
                <a:ext cx="168230" cy="2287676"/>
              </a:xfrm>
              <a:custGeom>
                <a:rect b="b" l="l" r="r" t="t"/>
                <a:pathLst>
                  <a:path extrusionOk="0" h="9043" w="665">
                    <a:moveTo>
                      <a:pt x="0" y="0"/>
                    </a:moveTo>
                    <a:lnTo>
                      <a:pt x="665" y="0"/>
                    </a:lnTo>
                    <a:lnTo>
                      <a:pt x="665" y="9043"/>
                    </a:lnTo>
                    <a:lnTo>
                      <a:pt x="0" y="904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09" name="Google Shape;2809;g3d4502adc0c_0_152"/>
              <p:cNvSpPr/>
              <p:nvPr/>
            </p:nvSpPr>
            <p:spPr>
              <a:xfrm>
                <a:off x="6649021" y="1071097"/>
                <a:ext cx="168230" cy="2411129"/>
              </a:xfrm>
              <a:custGeom>
                <a:rect b="b" l="l" r="r" t="t"/>
                <a:pathLst>
                  <a:path extrusionOk="0" h="9531" w="665">
                    <a:moveTo>
                      <a:pt x="0" y="0"/>
                    </a:moveTo>
                    <a:lnTo>
                      <a:pt x="665" y="0"/>
                    </a:lnTo>
                    <a:lnTo>
                      <a:pt x="665" y="9531"/>
                    </a:lnTo>
                    <a:lnTo>
                      <a:pt x="0" y="9531"/>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10" name="Google Shape;2810;g3d4502adc0c_0_152"/>
              <p:cNvSpPr/>
              <p:nvPr/>
            </p:nvSpPr>
            <p:spPr>
              <a:xfrm>
                <a:off x="6858993" y="868968"/>
                <a:ext cx="168230" cy="2613258"/>
              </a:xfrm>
              <a:custGeom>
                <a:rect b="b" l="l" r="r" t="t"/>
                <a:pathLst>
                  <a:path extrusionOk="0" h="10330" w="665">
                    <a:moveTo>
                      <a:pt x="0" y="0"/>
                    </a:moveTo>
                    <a:lnTo>
                      <a:pt x="665" y="0"/>
                    </a:lnTo>
                    <a:lnTo>
                      <a:pt x="665" y="10330"/>
                    </a:lnTo>
                    <a:lnTo>
                      <a:pt x="0" y="10330"/>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11" name="Google Shape;2811;g3d4502adc0c_0_152"/>
              <p:cNvSpPr/>
              <p:nvPr/>
            </p:nvSpPr>
            <p:spPr>
              <a:xfrm>
                <a:off x="7068712" y="447761"/>
                <a:ext cx="168230" cy="3034465"/>
              </a:xfrm>
              <a:custGeom>
                <a:rect b="b" l="l" r="r" t="t"/>
                <a:pathLst>
                  <a:path extrusionOk="0" h="11995" w="665">
                    <a:moveTo>
                      <a:pt x="0" y="0"/>
                    </a:moveTo>
                    <a:lnTo>
                      <a:pt x="665" y="0"/>
                    </a:lnTo>
                    <a:lnTo>
                      <a:pt x="665" y="11995"/>
                    </a:lnTo>
                    <a:lnTo>
                      <a:pt x="0" y="11995"/>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12" name="Google Shape;2812;g3d4502adc0c_0_152"/>
              <p:cNvSpPr/>
              <p:nvPr/>
            </p:nvSpPr>
            <p:spPr>
              <a:xfrm>
                <a:off x="7278684" y="546928"/>
                <a:ext cx="168230" cy="2935298"/>
              </a:xfrm>
              <a:custGeom>
                <a:rect b="b" l="l" r="r" t="t"/>
                <a:pathLst>
                  <a:path extrusionOk="0" h="11603" w="665">
                    <a:moveTo>
                      <a:pt x="0" y="0"/>
                    </a:moveTo>
                    <a:lnTo>
                      <a:pt x="665" y="0"/>
                    </a:lnTo>
                    <a:lnTo>
                      <a:pt x="665" y="11603"/>
                    </a:lnTo>
                    <a:lnTo>
                      <a:pt x="0" y="11603"/>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13" name="Google Shape;2813;g3d4502adc0c_0_152"/>
              <p:cNvSpPr/>
              <p:nvPr/>
            </p:nvSpPr>
            <p:spPr>
              <a:xfrm>
                <a:off x="7488656" y="315201"/>
                <a:ext cx="168230" cy="3167025"/>
              </a:xfrm>
              <a:custGeom>
                <a:rect b="b" l="l" r="r" t="t"/>
                <a:pathLst>
                  <a:path extrusionOk="0" h="12519" w="665">
                    <a:moveTo>
                      <a:pt x="0" y="0"/>
                    </a:moveTo>
                    <a:lnTo>
                      <a:pt x="665" y="0"/>
                    </a:lnTo>
                    <a:lnTo>
                      <a:pt x="665" y="12519"/>
                    </a:lnTo>
                    <a:lnTo>
                      <a:pt x="0" y="12519"/>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14" name="Google Shape;2814;g3d4502adc0c_0_152"/>
              <p:cNvSpPr/>
              <p:nvPr/>
            </p:nvSpPr>
            <p:spPr>
              <a:xfrm>
                <a:off x="7698375" y="136093"/>
                <a:ext cx="168230" cy="3346133"/>
              </a:xfrm>
              <a:custGeom>
                <a:rect b="b" l="l" r="r" t="t"/>
                <a:pathLst>
                  <a:path extrusionOk="0" h="13227" w="665">
                    <a:moveTo>
                      <a:pt x="0" y="0"/>
                    </a:moveTo>
                    <a:lnTo>
                      <a:pt x="665" y="0"/>
                    </a:lnTo>
                    <a:lnTo>
                      <a:pt x="665" y="13227"/>
                    </a:lnTo>
                    <a:lnTo>
                      <a:pt x="0" y="13227"/>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15" name="Google Shape;2815;g3d4502adc0c_0_152"/>
              <p:cNvSpPr/>
              <p:nvPr/>
            </p:nvSpPr>
            <p:spPr>
              <a:xfrm>
                <a:off x="6019611" y="1745787"/>
                <a:ext cx="168230" cy="1736438"/>
              </a:xfrm>
              <a:custGeom>
                <a:rect b="b" l="l" r="r" t="t"/>
                <a:pathLst>
                  <a:path extrusionOk="0" h="6864" w="665">
                    <a:moveTo>
                      <a:pt x="0" y="0"/>
                    </a:moveTo>
                    <a:lnTo>
                      <a:pt x="665" y="0"/>
                    </a:lnTo>
                    <a:lnTo>
                      <a:pt x="665" y="6864"/>
                    </a:lnTo>
                    <a:lnTo>
                      <a:pt x="0" y="6864"/>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16" name="Google Shape;2816;g3d4502adc0c_0_152"/>
              <p:cNvSpPr/>
              <p:nvPr/>
            </p:nvSpPr>
            <p:spPr>
              <a:xfrm>
                <a:off x="6439049" y="1559090"/>
                <a:ext cx="168230" cy="1923135"/>
              </a:xfrm>
              <a:custGeom>
                <a:rect b="b" l="l" r="r" t="t"/>
                <a:pathLst>
                  <a:path extrusionOk="0" h="7602" w="665">
                    <a:moveTo>
                      <a:pt x="0" y="0"/>
                    </a:moveTo>
                    <a:lnTo>
                      <a:pt x="665" y="0"/>
                    </a:lnTo>
                    <a:lnTo>
                      <a:pt x="665" y="7602"/>
                    </a:lnTo>
                    <a:lnTo>
                      <a:pt x="0" y="7602"/>
                    </a:lnTo>
                    <a:lnTo>
                      <a:pt x="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2817" name="Google Shape;2817;g3d4502adc0c_0_152"/>
          <p:cNvGrpSpPr/>
          <p:nvPr/>
        </p:nvGrpSpPr>
        <p:grpSpPr>
          <a:xfrm>
            <a:off x="1433665" y="4527192"/>
            <a:ext cx="6260594" cy="639863"/>
            <a:chOff x="1433665" y="4527192"/>
            <a:chExt cx="6260594" cy="639863"/>
          </a:xfrm>
        </p:grpSpPr>
        <p:grpSp>
          <p:nvGrpSpPr>
            <p:cNvPr id="2818" name="Google Shape;2818;g3d4502adc0c_0_152"/>
            <p:cNvGrpSpPr/>
            <p:nvPr/>
          </p:nvGrpSpPr>
          <p:grpSpPr>
            <a:xfrm>
              <a:off x="1433665" y="4527202"/>
              <a:ext cx="3106319" cy="639852"/>
              <a:chOff x="4760286" y="2503707"/>
              <a:chExt cx="3106319" cy="978517"/>
            </a:xfrm>
          </p:grpSpPr>
          <p:sp>
            <p:nvSpPr>
              <p:cNvPr id="2819" name="Google Shape;2819;g3d4502adc0c_0_152"/>
              <p:cNvSpPr/>
              <p:nvPr/>
            </p:nvSpPr>
            <p:spPr>
              <a:xfrm>
                <a:off x="4760286" y="3383815"/>
                <a:ext cx="168230" cy="98408"/>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0" name="Google Shape;2820;g3d4502adc0c_0_152"/>
              <p:cNvSpPr/>
              <p:nvPr/>
            </p:nvSpPr>
            <p:spPr>
              <a:xfrm>
                <a:off x="4970005" y="3265422"/>
                <a:ext cx="168230" cy="216802"/>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1" name="Google Shape;2821;g3d4502adc0c_0_152"/>
              <p:cNvSpPr/>
              <p:nvPr/>
            </p:nvSpPr>
            <p:spPr>
              <a:xfrm>
                <a:off x="5179977" y="3196106"/>
                <a:ext cx="168230" cy="28611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2" name="Google Shape;2822;g3d4502adc0c_0_152"/>
              <p:cNvSpPr/>
              <p:nvPr/>
            </p:nvSpPr>
            <p:spPr>
              <a:xfrm>
                <a:off x="5389949" y="3072400"/>
                <a:ext cx="168230" cy="409824"/>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3" name="Google Shape;2823;g3d4502adc0c_0_152"/>
              <p:cNvSpPr/>
              <p:nvPr/>
            </p:nvSpPr>
            <p:spPr>
              <a:xfrm>
                <a:off x="5599668" y="2949959"/>
                <a:ext cx="168483" cy="532265"/>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4" name="Google Shape;2824;g3d4502adc0c_0_152"/>
              <p:cNvSpPr/>
              <p:nvPr/>
            </p:nvSpPr>
            <p:spPr>
              <a:xfrm>
                <a:off x="5809639" y="2902147"/>
                <a:ext cx="168230" cy="580077"/>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5" name="Google Shape;2825;g3d4502adc0c_0_152"/>
              <p:cNvSpPr/>
              <p:nvPr/>
            </p:nvSpPr>
            <p:spPr>
              <a:xfrm>
                <a:off x="6229330" y="2813352"/>
                <a:ext cx="168230" cy="668873"/>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6" name="Google Shape;2826;g3d4502adc0c_0_152"/>
              <p:cNvSpPr/>
              <p:nvPr/>
            </p:nvSpPr>
            <p:spPr>
              <a:xfrm>
                <a:off x="6649021" y="2777176"/>
                <a:ext cx="168230" cy="705048"/>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7" name="Google Shape;2827;g3d4502adc0c_0_152"/>
              <p:cNvSpPr/>
              <p:nvPr/>
            </p:nvSpPr>
            <p:spPr>
              <a:xfrm>
                <a:off x="6858993" y="2717979"/>
                <a:ext cx="168230" cy="76424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8" name="Google Shape;2828;g3d4502adc0c_0_152"/>
              <p:cNvSpPr/>
              <p:nvPr/>
            </p:nvSpPr>
            <p:spPr>
              <a:xfrm>
                <a:off x="7068712" y="2594779"/>
                <a:ext cx="168230" cy="887445"/>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29" name="Google Shape;2829;g3d4502adc0c_0_152"/>
              <p:cNvSpPr/>
              <p:nvPr/>
            </p:nvSpPr>
            <p:spPr>
              <a:xfrm>
                <a:off x="7278684" y="2623871"/>
                <a:ext cx="168230" cy="858353"/>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30" name="Google Shape;2830;g3d4502adc0c_0_152"/>
              <p:cNvSpPr/>
              <p:nvPr/>
            </p:nvSpPr>
            <p:spPr>
              <a:xfrm>
                <a:off x="7488656" y="2556074"/>
                <a:ext cx="168230" cy="926151"/>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31" name="Google Shape;2831;g3d4502adc0c_0_152"/>
              <p:cNvSpPr/>
              <p:nvPr/>
            </p:nvSpPr>
            <p:spPr>
              <a:xfrm>
                <a:off x="7698375" y="2503707"/>
                <a:ext cx="168230" cy="978517"/>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32" name="Google Shape;2832;g3d4502adc0c_0_152"/>
              <p:cNvSpPr/>
              <p:nvPr/>
            </p:nvSpPr>
            <p:spPr>
              <a:xfrm>
                <a:off x="6019611" y="2974498"/>
                <a:ext cx="168230" cy="507726"/>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33" name="Google Shape;2833;g3d4502adc0c_0_152"/>
              <p:cNvSpPr/>
              <p:nvPr/>
            </p:nvSpPr>
            <p:spPr>
              <a:xfrm>
                <a:off x="6439049" y="2919855"/>
                <a:ext cx="168230" cy="562369"/>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834" name="Google Shape;2834;g3d4502adc0c_0_152"/>
            <p:cNvGrpSpPr/>
            <p:nvPr/>
          </p:nvGrpSpPr>
          <p:grpSpPr>
            <a:xfrm flipH="1">
              <a:off x="4587941" y="4527192"/>
              <a:ext cx="3106319" cy="639852"/>
              <a:chOff x="4760286" y="2503707"/>
              <a:chExt cx="3106319" cy="978517"/>
            </a:xfrm>
          </p:grpSpPr>
          <p:sp>
            <p:nvSpPr>
              <p:cNvPr id="2835" name="Google Shape;2835;g3d4502adc0c_0_152"/>
              <p:cNvSpPr/>
              <p:nvPr/>
            </p:nvSpPr>
            <p:spPr>
              <a:xfrm>
                <a:off x="4760286" y="3383815"/>
                <a:ext cx="168230" cy="98408"/>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36" name="Google Shape;2836;g3d4502adc0c_0_152"/>
              <p:cNvSpPr/>
              <p:nvPr/>
            </p:nvSpPr>
            <p:spPr>
              <a:xfrm>
                <a:off x="4970005" y="3265422"/>
                <a:ext cx="168230" cy="216802"/>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37" name="Google Shape;2837;g3d4502adc0c_0_152"/>
              <p:cNvSpPr/>
              <p:nvPr/>
            </p:nvSpPr>
            <p:spPr>
              <a:xfrm>
                <a:off x="5179977" y="3196106"/>
                <a:ext cx="168230" cy="28611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38" name="Google Shape;2838;g3d4502adc0c_0_152"/>
              <p:cNvSpPr/>
              <p:nvPr/>
            </p:nvSpPr>
            <p:spPr>
              <a:xfrm>
                <a:off x="5389949" y="3072400"/>
                <a:ext cx="168230" cy="409824"/>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39" name="Google Shape;2839;g3d4502adc0c_0_152"/>
              <p:cNvSpPr/>
              <p:nvPr/>
            </p:nvSpPr>
            <p:spPr>
              <a:xfrm>
                <a:off x="5599668" y="2949959"/>
                <a:ext cx="168483" cy="532265"/>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0" name="Google Shape;2840;g3d4502adc0c_0_152"/>
              <p:cNvSpPr/>
              <p:nvPr/>
            </p:nvSpPr>
            <p:spPr>
              <a:xfrm>
                <a:off x="5809639" y="2902147"/>
                <a:ext cx="168230" cy="580077"/>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1" name="Google Shape;2841;g3d4502adc0c_0_152"/>
              <p:cNvSpPr/>
              <p:nvPr/>
            </p:nvSpPr>
            <p:spPr>
              <a:xfrm>
                <a:off x="6229330" y="2813352"/>
                <a:ext cx="168230" cy="668873"/>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2" name="Google Shape;2842;g3d4502adc0c_0_152"/>
              <p:cNvSpPr/>
              <p:nvPr/>
            </p:nvSpPr>
            <p:spPr>
              <a:xfrm>
                <a:off x="6649021" y="2777176"/>
                <a:ext cx="168230" cy="705048"/>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3" name="Google Shape;2843;g3d4502adc0c_0_152"/>
              <p:cNvSpPr/>
              <p:nvPr/>
            </p:nvSpPr>
            <p:spPr>
              <a:xfrm>
                <a:off x="6858993" y="2717979"/>
                <a:ext cx="168230" cy="76424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4" name="Google Shape;2844;g3d4502adc0c_0_152"/>
              <p:cNvSpPr/>
              <p:nvPr/>
            </p:nvSpPr>
            <p:spPr>
              <a:xfrm>
                <a:off x="7068712" y="2594779"/>
                <a:ext cx="168230" cy="887445"/>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5" name="Google Shape;2845;g3d4502adc0c_0_152"/>
              <p:cNvSpPr/>
              <p:nvPr/>
            </p:nvSpPr>
            <p:spPr>
              <a:xfrm>
                <a:off x="7278684" y="2623871"/>
                <a:ext cx="168230" cy="858353"/>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6" name="Google Shape;2846;g3d4502adc0c_0_152"/>
              <p:cNvSpPr/>
              <p:nvPr/>
            </p:nvSpPr>
            <p:spPr>
              <a:xfrm>
                <a:off x="7488656" y="2556074"/>
                <a:ext cx="168230" cy="926151"/>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7" name="Google Shape;2847;g3d4502adc0c_0_152"/>
              <p:cNvSpPr/>
              <p:nvPr/>
            </p:nvSpPr>
            <p:spPr>
              <a:xfrm>
                <a:off x="7698375" y="2503707"/>
                <a:ext cx="168230" cy="978517"/>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8" name="Google Shape;2848;g3d4502adc0c_0_152"/>
              <p:cNvSpPr/>
              <p:nvPr/>
            </p:nvSpPr>
            <p:spPr>
              <a:xfrm>
                <a:off x="6019611" y="2974498"/>
                <a:ext cx="168230" cy="507726"/>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49" name="Google Shape;2849;g3d4502adc0c_0_152"/>
              <p:cNvSpPr/>
              <p:nvPr/>
            </p:nvSpPr>
            <p:spPr>
              <a:xfrm>
                <a:off x="6439049" y="2919855"/>
                <a:ext cx="168230" cy="562369"/>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2850" name="Google Shape;2850;g3d4502adc0c_0_152"/>
          <p:cNvGrpSpPr/>
          <p:nvPr/>
        </p:nvGrpSpPr>
        <p:grpSpPr>
          <a:xfrm>
            <a:off x="1441734" y="-46"/>
            <a:ext cx="6260531" cy="639863"/>
            <a:chOff x="1441734" y="-46"/>
            <a:chExt cx="6260531" cy="639863"/>
          </a:xfrm>
        </p:grpSpPr>
        <p:grpSp>
          <p:nvGrpSpPr>
            <p:cNvPr id="2851" name="Google Shape;2851;g3d4502adc0c_0_152"/>
            <p:cNvGrpSpPr/>
            <p:nvPr/>
          </p:nvGrpSpPr>
          <p:grpSpPr>
            <a:xfrm rot="10800000">
              <a:off x="4595947" y="-46"/>
              <a:ext cx="3106319" cy="639852"/>
              <a:chOff x="4760286" y="2503707"/>
              <a:chExt cx="3106319" cy="978517"/>
            </a:xfrm>
          </p:grpSpPr>
          <p:sp>
            <p:nvSpPr>
              <p:cNvPr id="2852" name="Google Shape;2852;g3d4502adc0c_0_152"/>
              <p:cNvSpPr/>
              <p:nvPr/>
            </p:nvSpPr>
            <p:spPr>
              <a:xfrm>
                <a:off x="4760286" y="3383815"/>
                <a:ext cx="168230" cy="98408"/>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53" name="Google Shape;2853;g3d4502adc0c_0_152"/>
              <p:cNvSpPr/>
              <p:nvPr/>
            </p:nvSpPr>
            <p:spPr>
              <a:xfrm>
                <a:off x="4970005" y="3265422"/>
                <a:ext cx="168230" cy="216802"/>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54" name="Google Shape;2854;g3d4502adc0c_0_152"/>
              <p:cNvSpPr/>
              <p:nvPr/>
            </p:nvSpPr>
            <p:spPr>
              <a:xfrm>
                <a:off x="5179977" y="3196106"/>
                <a:ext cx="168230" cy="28611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55" name="Google Shape;2855;g3d4502adc0c_0_152"/>
              <p:cNvSpPr/>
              <p:nvPr/>
            </p:nvSpPr>
            <p:spPr>
              <a:xfrm>
                <a:off x="5389949" y="3072400"/>
                <a:ext cx="168230" cy="409824"/>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56" name="Google Shape;2856;g3d4502adc0c_0_152"/>
              <p:cNvSpPr/>
              <p:nvPr/>
            </p:nvSpPr>
            <p:spPr>
              <a:xfrm>
                <a:off x="5599668" y="2949959"/>
                <a:ext cx="168483" cy="532265"/>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57" name="Google Shape;2857;g3d4502adc0c_0_152"/>
              <p:cNvSpPr/>
              <p:nvPr/>
            </p:nvSpPr>
            <p:spPr>
              <a:xfrm>
                <a:off x="5809639" y="2902147"/>
                <a:ext cx="168230" cy="580077"/>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58" name="Google Shape;2858;g3d4502adc0c_0_152"/>
              <p:cNvSpPr/>
              <p:nvPr/>
            </p:nvSpPr>
            <p:spPr>
              <a:xfrm>
                <a:off x="6229330" y="2813352"/>
                <a:ext cx="168230" cy="668873"/>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59" name="Google Shape;2859;g3d4502adc0c_0_152"/>
              <p:cNvSpPr/>
              <p:nvPr/>
            </p:nvSpPr>
            <p:spPr>
              <a:xfrm>
                <a:off x="6649021" y="2777176"/>
                <a:ext cx="168230" cy="705048"/>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0" name="Google Shape;2860;g3d4502adc0c_0_152"/>
              <p:cNvSpPr/>
              <p:nvPr/>
            </p:nvSpPr>
            <p:spPr>
              <a:xfrm>
                <a:off x="6858993" y="2717979"/>
                <a:ext cx="168230" cy="76424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1" name="Google Shape;2861;g3d4502adc0c_0_152"/>
              <p:cNvSpPr/>
              <p:nvPr/>
            </p:nvSpPr>
            <p:spPr>
              <a:xfrm>
                <a:off x="7068712" y="2594779"/>
                <a:ext cx="168230" cy="887445"/>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2" name="Google Shape;2862;g3d4502adc0c_0_152"/>
              <p:cNvSpPr/>
              <p:nvPr/>
            </p:nvSpPr>
            <p:spPr>
              <a:xfrm>
                <a:off x="7278684" y="2623871"/>
                <a:ext cx="168230" cy="858353"/>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3" name="Google Shape;2863;g3d4502adc0c_0_152"/>
              <p:cNvSpPr/>
              <p:nvPr/>
            </p:nvSpPr>
            <p:spPr>
              <a:xfrm>
                <a:off x="7488656" y="2556074"/>
                <a:ext cx="168230" cy="926151"/>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4" name="Google Shape;2864;g3d4502adc0c_0_152"/>
              <p:cNvSpPr/>
              <p:nvPr/>
            </p:nvSpPr>
            <p:spPr>
              <a:xfrm>
                <a:off x="7698375" y="2503707"/>
                <a:ext cx="168230" cy="978517"/>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5" name="Google Shape;2865;g3d4502adc0c_0_152"/>
              <p:cNvSpPr/>
              <p:nvPr/>
            </p:nvSpPr>
            <p:spPr>
              <a:xfrm>
                <a:off x="6019611" y="2974498"/>
                <a:ext cx="168230" cy="507726"/>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6" name="Google Shape;2866;g3d4502adc0c_0_152"/>
              <p:cNvSpPr/>
              <p:nvPr/>
            </p:nvSpPr>
            <p:spPr>
              <a:xfrm>
                <a:off x="6439049" y="2919855"/>
                <a:ext cx="168230" cy="562369"/>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2867" name="Google Shape;2867;g3d4502adc0c_0_152"/>
            <p:cNvGrpSpPr/>
            <p:nvPr/>
          </p:nvGrpSpPr>
          <p:grpSpPr>
            <a:xfrm flipH="1" rot="10800000">
              <a:off x="1441734" y="-35"/>
              <a:ext cx="3106319" cy="639852"/>
              <a:chOff x="4760286" y="2503707"/>
              <a:chExt cx="3106319" cy="978517"/>
            </a:xfrm>
          </p:grpSpPr>
          <p:sp>
            <p:nvSpPr>
              <p:cNvPr id="2868" name="Google Shape;2868;g3d4502adc0c_0_152"/>
              <p:cNvSpPr/>
              <p:nvPr/>
            </p:nvSpPr>
            <p:spPr>
              <a:xfrm>
                <a:off x="4760286" y="3383815"/>
                <a:ext cx="168230" cy="98408"/>
              </a:xfrm>
              <a:custGeom>
                <a:rect b="b" l="l" r="r" t="t"/>
                <a:pathLst>
                  <a:path extrusionOk="0" h="389" w="665">
                    <a:moveTo>
                      <a:pt x="0" y="0"/>
                    </a:moveTo>
                    <a:lnTo>
                      <a:pt x="665" y="0"/>
                    </a:lnTo>
                    <a:lnTo>
                      <a:pt x="665" y="389"/>
                    </a:lnTo>
                    <a:lnTo>
                      <a:pt x="0" y="38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69" name="Google Shape;2869;g3d4502adc0c_0_152"/>
              <p:cNvSpPr/>
              <p:nvPr/>
            </p:nvSpPr>
            <p:spPr>
              <a:xfrm>
                <a:off x="4970005" y="3265422"/>
                <a:ext cx="168230" cy="216802"/>
              </a:xfrm>
              <a:custGeom>
                <a:rect b="b" l="l" r="r" t="t"/>
                <a:pathLst>
                  <a:path extrusionOk="0" h="857" w="665">
                    <a:moveTo>
                      <a:pt x="0" y="0"/>
                    </a:moveTo>
                    <a:lnTo>
                      <a:pt x="665" y="0"/>
                    </a:lnTo>
                    <a:lnTo>
                      <a:pt x="665" y="857"/>
                    </a:lnTo>
                    <a:lnTo>
                      <a:pt x="0" y="85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0" name="Google Shape;2870;g3d4502adc0c_0_152"/>
              <p:cNvSpPr/>
              <p:nvPr/>
            </p:nvSpPr>
            <p:spPr>
              <a:xfrm>
                <a:off x="5179977" y="3196106"/>
                <a:ext cx="168230" cy="286118"/>
              </a:xfrm>
              <a:custGeom>
                <a:rect b="b" l="l" r="r" t="t"/>
                <a:pathLst>
                  <a:path extrusionOk="0" h="1131" w="665">
                    <a:moveTo>
                      <a:pt x="0" y="0"/>
                    </a:moveTo>
                    <a:lnTo>
                      <a:pt x="665" y="0"/>
                    </a:lnTo>
                    <a:lnTo>
                      <a:pt x="665" y="1131"/>
                    </a:lnTo>
                    <a:lnTo>
                      <a:pt x="0" y="113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1" name="Google Shape;2871;g3d4502adc0c_0_152"/>
              <p:cNvSpPr/>
              <p:nvPr/>
            </p:nvSpPr>
            <p:spPr>
              <a:xfrm>
                <a:off x="5389949" y="3072400"/>
                <a:ext cx="168230" cy="409824"/>
              </a:xfrm>
              <a:custGeom>
                <a:rect b="b" l="l" r="r" t="t"/>
                <a:pathLst>
                  <a:path extrusionOk="0" h="1620" w="665">
                    <a:moveTo>
                      <a:pt x="0" y="0"/>
                    </a:moveTo>
                    <a:lnTo>
                      <a:pt x="665" y="0"/>
                    </a:lnTo>
                    <a:lnTo>
                      <a:pt x="665" y="1620"/>
                    </a:lnTo>
                    <a:lnTo>
                      <a:pt x="0" y="162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2" name="Google Shape;2872;g3d4502adc0c_0_152"/>
              <p:cNvSpPr/>
              <p:nvPr/>
            </p:nvSpPr>
            <p:spPr>
              <a:xfrm>
                <a:off x="5599668" y="2949959"/>
                <a:ext cx="168483" cy="532265"/>
              </a:xfrm>
              <a:custGeom>
                <a:rect b="b" l="l" r="r" t="t"/>
                <a:pathLst>
                  <a:path extrusionOk="0" h="2104" w="666">
                    <a:moveTo>
                      <a:pt x="0" y="0"/>
                    </a:moveTo>
                    <a:lnTo>
                      <a:pt x="666" y="0"/>
                    </a:lnTo>
                    <a:lnTo>
                      <a:pt x="666" y="2104"/>
                    </a:lnTo>
                    <a:lnTo>
                      <a:pt x="0" y="210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3" name="Google Shape;2873;g3d4502adc0c_0_152"/>
              <p:cNvSpPr/>
              <p:nvPr/>
            </p:nvSpPr>
            <p:spPr>
              <a:xfrm>
                <a:off x="5809639" y="2902147"/>
                <a:ext cx="168230" cy="580077"/>
              </a:xfrm>
              <a:custGeom>
                <a:rect b="b" l="l" r="r" t="t"/>
                <a:pathLst>
                  <a:path extrusionOk="0" h="2293" w="665">
                    <a:moveTo>
                      <a:pt x="0" y="0"/>
                    </a:moveTo>
                    <a:lnTo>
                      <a:pt x="665" y="0"/>
                    </a:lnTo>
                    <a:lnTo>
                      <a:pt x="665" y="2293"/>
                    </a:lnTo>
                    <a:lnTo>
                      <a:pt x="0" y="22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4" name="Google Shape;2874;g3d4502adc0c_0_152"/>
              <p:cNvSpPr/>
              <p:nvPr/>
            </p:nvSpPr>
            <p:spPr>
              <a:xfrm>
                <a:off x="6229330" y="2813352"/>
                <a:ext cx="168230" cy="668873"/>
              </a:xfrm>
              <a:custGeom>
                <a:rect b="b" l="l" r="r" t="t"/>
                <a:pathLst>
                  <a:path extrusionOk="0" h="2644" w="665">
                    <a:moveTo>
                      <a:pt x="0" y="0"/>
                    </a:moveTo>
                    <a:lnTo>
                      <a:pt x="665" y="0"/>
                    </a:lnTo>
                    <a:lnTo>
                      <a:pt x="665" y="2644"/>
                    </a:lnTo>
                    <a:lnTo>
                      <a:pt x="0" y="264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5" name="Google Shape;2875;g3d4502adc0c_0_152"/>
              <p:cNvSpPr/>
              <p:nvPr/>
            </p:nvSpPr>
            <p:spPr>
              <a:xfrm>
                <a:off x="6649021" y="2777176"/>
                <a:ext cx="168230" cy="705048"/>
              </a:xfrm>
              <a:custGeom>
                <a:rect b="b" l="l" r="r" t="t"/>
                <a:pathLst>
                  <a:path extrusionOk="0" h="2787" w="665">
                    <a:moveTo>
                      <a:pt x="0" y="0"/>
                    </a:moveTo>
                    <a:lnTo>
                      <a:pt x="665" y="0"/>
                    </a:lnTo>
                    <a:lnTo>
                      <a:pt x="665" y="2787"/>
                    </a:lnTo>
                    <a:lnTo>
                      <a:pt x="0" y="278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6" name="Google Shape;2876;g3d4502adc0c_0_152"/>
              <p:cNvSpPr/>
              <p:nvPr/>
            </p:nvSpPr>
            <p:spPr>
              <a:xfrm>
                <a:off x="6858993" y="2717979"/>
                <a:ext cx="168230" cy="764245"/>
              </a:xfrm>
              <a:custGeom>
                <a:rect b="b" l="l" r="r" t="t"/>
                <a:pathLst>
                  <a:path extrusionOk="0" h="3021" w="665">
                    <a:moveTo>
                      <a:pt x="0" y="0"/>
                    </a:moveTo>
                    <a:lnTo>
                      <a:pt x="665" y="0"/>
                    </a:lnTo>
                    <a:lnTo>
                      <a:pt x="665" y="3021"/>
                    </a:lnTo>
                    <a:lnTo>
                      <a:pt x="0" y="302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7" name="Google Shape;2877;g3d4502adc0c_0_152"/>
              <p:cNvSpPr/>
              <p:nvPr/>
            </p:nvSpPr>
            <p:spPr>
              <a:xfrm>
                <a:off x="7068712" y="2594779"/>
                <a:ext cx="168230" cy="887445"/>
              </a:xfrm>
              <a:custGeom>
                <a:rect b="b" l="l" r="r" t="t"/>
                <a:pathLst>
                  <a:path extrusionOk="0" h="3508" w="665">
                    <a:moveTo>
                      <a:pt x="0" y="0"/>
                    </a:moveTo>
                    <a:lnTo>
                      <a:pt x="665" y="0"/>
                    </a:lnTo>
                    <a:lnTo>
                      <a:pt x="665" y="3508"/>
                    </a:lnTo>
                    <a:lnTo>
                      <a:pt x="0" y="350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8" name="Google Shape;2878;g3d4502adc0c_0_152"/>
              <p:cNvSpPr/>
              <p:nvPr/>
            </p:nvSpPr>
            <p:spPr>
              <a:xfrm>
                <a:off x="7278684" y="2623871"/>
                <a:ext cx="168230" cy="858353"/>
              </a:xfrm>
              <a:custGeom>
                <a:rect b="b" l="l" r="r" t="t"/>
                <a:pathLst>
                  <a:path extrusionOk="0" h="3393" w="665">
                    <a:moveTo>
                      <a:pt x="0" y="0"/>
                    </a:moveTo>
                    <a:lnTo>
                      <a:pt x="665" y="0"/>
                    </a:lnTo>
                    <a:lnTo>
                      <a:pt x="665" y="3393"/>
                    </a:lnTo>
                    <a:lnTo>
                      <a:pt x="0" y="339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79" name="Google Shape;2879;g3d4502adc0c_0_152"/>
              <p:cNvSpPr/>
              <p:nvPr/>
            </p:nvSpPr>
            <p:spPr>
              <a:xfrm>
                <a:off x="7488656" y="2556074"/>
                <a:ext cx="168230" cy="926151"/>
              </a:xfrm>
              <a:custGeom>
                <a:rect b="b" l="l" r="r" t="t"/>
                <a:pathLst>
                  <a:path extrusionOk="0" h="3661" w="665">
                    <a:moveTo>
                      <a:pt x="0" y="0"/>
                    </a:moveTo>
                    <a:lnTo>
                      <a:pt x="665" y="0"/>
                    </a:lnTo>
                    <a:lnTo>
                      <a:pt x="665" y="3661"/>
                    </a:lnTo>
                    <a:lnTo>
                      <a:pt x="0" y="366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80" name="Google Shape;2880;g3d4502adc0c_0_152"/>
              <p:cNvSpPr/>
              <p:nvPr/>
            </p:nvSpPr>
            <p:spPr>
              <a:xfrm>
                <a:off x="7698375" y="2503707"/>
                <a:ext cx="168230" cy="978517"/>
              </a:xfrm>
              <a:custGeom>
                <a:rect b="b" l="l" r="r" t="t"/>
                <a:pathLst>
                  <a:path extrusionOk="0" h="3868" w="665">
                    <a:moveTo>
                      <a:pt x="0" y="0"/>
                    </a:moveTo>
                    <a:lnTo>
                      <a:pt x="665" y="0"/>
                    </a:lnTo>
                    <a:lnTo>
                      <a:pt x="665" y="3868"/>
                    </a:lnTo>
                    <a:lnTo>
                      <a:pt x="0" y="38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81" name="Google Shape;2881;g3d4502adc0c_0_152"/>
              <p:cNvSpPr/>
              <p:nvPr/>
            </p:nvSpPr>
            <p:spPr>
              <a:xfrm>
                <a:off x="6019611" y="2974498"/>
                <a:ext cx="168230" cy="507726"/>
              </a:xfrm>
              <a:custGeom>
                <a:rect b="b" l="l" r="r" t="t"/>
                <a:pathLst>
                  <a:path extrusionOk="0" h="2007" w="665">
                    <a:moveTo>
                      <a:pt x="0" y="0"/>
                    </a:moveTo>
                    <a:lnTo>
                      <a:pt x="665" y="0"/>
                    </a:lnTo>
                    <a:lnTo>
                      <a:pt x="665" y="2007"/>
                    </a:lnTo>
                    <a:lnTo>
                      <a:pt x="0" y="200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2882" name="Google Shape;2882;g3d4502adc0c_0_152"/>
              <p:cNvSpPr/>
              <p:nvPr/>
            </p:nvSpPr>
            <p:spPr>
              <a:xfrm>
                <a:off x="6439049" y="2919855"/>
                <a:ext cx="168230" cy="562369"/>
              </a:xfrm>
              <a:custGeom>
                <a:rect b="b" l="l" r="r" t="t"/>
                <a:pathLst>
                  <a:path extrusionOk="0" h="2223" w="665">
                    <a:moveTo>
                      <a:pt x="0" y="0"/>
                    </a:moveTo>
                    <a:lnTo>
                      <a:pt x="665" y="0"/>
                    </a:lnTo>
                    <a:lnTo>
                      <a:pt x="665" y="2223"/>
                    </a:lnTo>
                    <a:lnTo>
                      <a:pt x="0" y="22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7"/>
                                        </p:tgtEl>
                                        <p:attrNameLst>
                                          <p:attrName>style.visibility</p:attrName>
                                        </p:attrNameLst>
                                      </p:cBhvr>
                                      <p:to>
                                        <p:strVal val="visible"/>
                                      </p:to>
                                    </p:set>
                                    <p:animEffect filter="fade" transition="in">
                                      <p:cBhvr>
                                        <p:cTn dur="1000"/>
                                        <p:tgtEl>
                                          <p:spTgt spid="27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6" name="Shape 2886"/>
        <p:cNvGrpSpPr/>
        <p:nvPr/>
      </p:nvGrpSpPr>
      <p:grpSpPr>
        <a:xfrm>
          <a:off x="0" y="0"/>
          <a:ext cx="0" cy="0"/>
          <a:chOff x="0" y="0"/>
          <a:chExt cx="0" cy="0"/>
        </a:xfrm>
      </p:grpSpPr>
      <p:sp>
        <p:nvSpPr>
          <p:cNvPr id="2887" name="Google Shape;2887;g3d4502adc0c_0_2929"/>
          <p:cNvSpPr txBox="1"/>
          <p:nvPr>
            <p:ph idx="1" type="subTitle"/>
          </p:nvPr>
        </p:nvSpPr>
        <p:spPr>
          <a:xfrm>
            <a:off x="353100" y="141200"/>
            <a:ext cx="8505300" cy="3747900"/>
          </a:xfrm>
          <a:prstGeom prst="rect">
            <a:avLst/>
          </a:prstGeom>
          <a:noFill/>
          <a:ln>
            <a:noFill/>
          </a:ln>
        </p:spPr>
        <p:txBody>
          <a:bodyPr anchorCtr="0" anchor="t" bIns="91425" lIns="91425" spcFirstLastPara="1" rIns="91425" wrap="square" tIns="91425">
            <a:noAutofit/>
          </a:bodyPr>
          <a:lstStyle/>
          <a:p>
            <a:pPr indent="457200" lvl="0" marL="914400" rtl="0" algn="l">
              <a:lnSpc>
                <a:spcPct val="100000"/>
              </a:lnSpc>
              <a:spcBef>
                <a:spcPts val="0"/>
              </a:spcBef>
              <a:spcAft>
                <a:spcPts val="0"/>
              </a:spcAft>
              <a:buNone/>
            </a:pPr>
            <a:r>
              <a:rPr b="1" lang="en" sz="3000"/>
              <a:t>Consequences of Dropping Out</a:t>
            </a:r>
            <a:endParaRPr b="1" sz="3000"/>
          </a:p>
          <a:p>
            <a:pPr indent="0" lvl="0" marL="0" rtl="0" algn="l">
              <a:lnSpc>
                <a:spcPct val="115000"/>
              </a:lnSpc>
              <a:spcBef>
                <a:spcPts val="0"/>
              </a:spcBef>
              <a:spcAft>
                <a:spcPts val="0"/>
              </a:spcAft>
              <a:buSzPts val="1400"/>
              <a:buNone/>
            </a:pPr>
            <a:r>
              <a:t/>
            </a:r>
            <a:endParaRPr b="1" sz="2000"/>
          </a:p>
          <a:p>
            <a:pPr indent="-355600" lvl="0" marL="457200" rtl="0" algn="l">
              <a:lnSpc>
                <a:spcPct val="140000"/>
              </a:lnSpc>
              <a:spcBef>
                <a:spcPts val="0"/>
              </a:spcBef>
              <a:spcAft>
                <a:spcPts val="0"/>
              </a:spcAft>
              <a:buSzPts val="2000"/>
              <a:buFont typeface="Arial"/>
              <a:buAutoNum type="arabicParenR"/>
            </a:pPr>
            <a:r>
              <a:rPr b="1" lang="en" sz="2000">
                <a:latin typeface="Arial"/>
                <a:ea typeface="Arial"/>
                <a:cs typeface="Arial"/>
                <a:sym typeface="Arial"/>
              </a:rPr>
              <a:t>Economic Cost ($272,000 to $298,000) </a:t>
            </a:r>
            <a:br>
              <a:rPr b="1" lang="en" sz="2000">
                <a:latin typeface="Arial"/>
                <a:ea typeface="Arial"/>
                <a:cs typeface="Arial"/>
                <a:sym typeface="Arial"/>
              </a:rPr>
            </a:br>
            <a:endParaRPr b="1" sz="2000">
              <a:latin typeface="Arial"/>
              <a:ea typeface="Arial"/>
              <a:cs typeface="Arial"/>
              <a:sym typeface="Arial"/>
            </a:endParaRPr>
          </a:p>
          <a:p>
            <a:pPr indent="-355600" lvl="0" marL="457200" rtl="0" algn="l">
              <a:lnSpc>
                <a:spcPct val="115000"/>
              </a:lnSpc>
              <a:spcBef>
                <a:spcPts val="0"/>
              </a:spcBef>
              <a:spcAft>
                <a:spcPts val="0"/>
              </a:spcAft>
              <a:buSzPts val="2000"/>
              <a:buAutoNum type="arabicParenR"/>
            </a:pPr>
            <a:r>
              <a:rPr b="1" lang="en" sz="2000">
                <a:latin typeface="Arial"/>
                <a:ea typeface="Arial"/>
                <a:cs typeface="Arial"/>
                <a:sym typeface="Arial"/>
              </a:rPr>
              <a:t>Poverty Risk (25.1% vs. 13.1%)</a:t>
            </a:r>
            <a:endParaRPr b="1" sz="2000">
              <a:latin typeface="Arial"/>
              <a:ea typeface="Arial"/>
              <a:cs typeface="Arial"/>
              <a:sym typeface="Arial"/>
            </a:endParaRPr>
          </a:p>
          <a:p>
            <a:pPr indent="0" lvl="0" marL="457200" rtl="0" algn="l">
              <a:lnSpc>
                <a:spcPct val="115000"/>
              </a:lnSpc>
              <a:spcBef>
                <a:spcPts val="0"/>
              </a:spcBef>
              <a:spcAft>
                <a:spcPts val="0"/>
              </a:spcAft>
              <a:buNone/>
            </a:pPr>
            <a:r>
              <a:t/>
            </a:r>
            <a:endParaRPr b="1" sz="2000">
              <a:latin typeface="Arial"/>
              <a:ea typeface="Arial"/>
              <a:cs typeface="Arial"/>
              <a:sym typeface="Arial"/>
            </a:endParaRPr>
          </a:p>
          <a:p>
            <a:pPr indent="-355600" lvl="0" marL="457200" rtl="0" algn="l">
              <a:lnSpc>
                <a:spcPct val="115000"/>
              </a:lnSpc>
              <a:spcBef>
                <a:spcPts val="0"/>
              </a:spcBef>
              <a:spcAft>
                <a:spcPts val="0"/>
              </a:spcAft>
              <a:buSzPts val="2000"/>
              <a:buFont typeface="Arial"/>
              <a:buAutoNum type="arabicParenR"/>
            </a:pPr>
            <a:r>
              <a:rPr b="1" lang="en" sz="2000">
                <a:latin typeface="Arial"/>
                <a:ea typeface="Arial"/>
                <a:cs typeface="Arial"/>
                <a:sym typeface="Arial"/>
              </a:rPr>
              <a:t>Unemployment (13% vs. 7%)</a:t>
            </a:r>
            <a:endParaRPr b="1" sz="2000">
              <a:latin typeface="Arial"/>
              <a:ea typeface="Arial"/>
              <a:cs typeface="Arial"/>
              <a:sym typeface="Arial"/>
            </a:endParaRPr>
          </a:p>
          <a:p>
            <a:pPr indent="0" lvl="0" marL="914400" rtl="0" algn="l">
              <a:lnSpc>
                <a:spcPct val="115000"/>
              </a:lnSpc>
              <a:spcBef>
                <a:spcPts val="0"/>
              </a:spcBef>
              <a:spcAft>
                <a:spcPts val="0"/>
              </a:spcAft>
              <a:buNone/>
            </a:pPr>
            <a:r>
              <a:t/>
            </a:r>
            <a:endParaRPr sz="1500">
              <a:latin typeface="Arial"/>
              <a:ea typeface="Arial"/>
              <a:cs typeface="Arial"/>
              <a:sym typeface="Arial"/>
            </a:endParaRPr>
          </a:p>
        </p:txBody>
      </p:sp>
      <p:sp>
        <p:nvSpPr>
          <p:cNvPr id="2888" name="Google Shape;2888;g3d4502adc0c_0_2929"/>
          <p:cNvSpPr txBox="1"/>
          <p:nvPr>
            <p:ph idx="4294967295" type="subTitle"/>
          </p:nvPr>
        </p:nvSpPr>
        <p:spPr>
          <a:xfrm>
            <a:off x="353100" y="3889100"/>
            <a:ext cx="7466400" cy="82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Sources</a:t>
            </a:r>
            <a:r>
              <a:rPr lang="en" sz="1100">
                <a:solidFill>
                  <a:srgbClr val="000000"/>
                </a:solidFill>
                <a:latin typeface="Arial"/>
                <a:ea typeface="Arial"/>
                <a:cs typeface="Arial"/>
                <a:sym typeface="Arial"/>
              </a:rPr>
              <a:t>: </a:t>
            </a:r>
            <a:r>
              <a:rPr lang="en" sz="1100" u="sng">
                <a:solidFill>
                  <a:schemeClr val="hlink"/>
                </a:solidFill>
                <a:latin typeface="Arial"/>
                <a:ea typeface="Arial"/>
                <a:cs typeface="Arial"/>
                <a:sym typeface="Arial"/>
                <a:hlinkClick r:id="rId3"/>
              </a:rPr>
              <a:t>Research.com – High School Dropout Rate</a:t>
            </a:r>
            <a:r>
              <a:rPr lang="en" sz="1100"/>
              <a:t>, </a:t>
            </a:r>
            <a:br>
              <a:rPr lang="en" sz="1100"/>
            </a:br>
            <a:r>
              <a:rPr lang="en" sz="1100" u="sng">
                <a:solidFill>
                  <a:schemeClr val="hlink"/>
                </a:solidFill>
                <a:latin typeface="Arial"/>
                <a:ea typeface="Arial"/>
                <a:cs typeface="Arial"/>
                <a:sym typeface="Arial"/>
                <a:hlinkClick r:id="rId4"/>
              </a:rPr>
              <a:t>Statista – Poverty Rate by Education Level U.S. 2023</a:t>
            </a:r>
            <a:r>
              <a:rPr lang="en" sz="1100"/>
              <a:t>, </a:t>
            </a:r>
            <a:endParaRPr sz="1100"/>
          </a:p>
          <a:p>
            <a:pPr indent="0" lvl="0" marL="0" rtl="0" algn="l">
              <a:spcBef>
                <a:spcPts val="0"/>
              </a:spcBef>
              <a:spcAft>
                <a:spcPts val="0"/>
              </a:spcAft>
              <a:buNone/>
            </a:pPr>
            <a:r>
              <a:rPr lang="en" sz="1100" u="sng">
                <a:solidFill>
                  <a:schemeClr val="hlink"/>
                </a:solidFill>
                <a:latin typeface="Arial"/>
                <a:ea typeface="Arial"/>
                <a:cs typeface="Arial"/>
                <a:sym typeface="Arial"/>
                <a:hlinkClick r:id="rId5"/>
              </a:rPr>
              <a:t>NCES – Trends in High School Dropout and Completion Rates</a:t>
            </a:r>
            <a:endParaRPr sz="1100"/>
          </a:p>
          <a:p>
            <a:pPr indent="0" lvl="0" marL="0" rtl="0" algn="l">
              <a:spcBef>
                <a:spcPts val="0"/>
              </a:spcBef>
              <a:spcAft>
                <a:spcPts val="0"/>
              </a:spcAft>
              <a:buNone/>
            </a:pPr>
            <a:r>
              <a:rPr lang="en">
                <a:highlight>
                  <a:srgbClr val="FF0000"/>
                </a:highlight>
              </a:rPr>
              <a:t> </a:t>
            </a:r>
            <a:br>
              <a:rPr lang="en">
                <a:highlight>
                  <a:srgbClr val="FF0000"/>
                </a:highlight>
              </a:rPr>
            </a:br>
            <a:endParaRPr>
              <a:highlight>
                <a:srgbClr val="FF0000"/>
              </a:highlight>
            </a:endParaRPr>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2" name="Shape 2892"/>
        <p:cNvGrpSpPr/>
        <p:nvPr/>
      </p:nvGrpSpPr>
      <p:grpSpPr>
        <a:xfrm>
          <a:off x="0" y="0"/>
          <a:ext cx="0" cy="0"/>
          <a:chOff x="0" y="0"/>
          <a:chExt cx="0" cy="0"/>
        </a:xfrm>
      </p:grpSpPr>
      <p:sp>
        <p:nvSpPr>
          <p:cNvPr id="2893" name="Google Shape;2893;g3d45d748a52_1_0"/>
          <p:cNvSpPr txBox="1"/>
          <p:nvPr>
            <p:ph type="title"/>
          </p:nvPr>
        </p:nvSpPr>
        <p:spPr>
          <a:xfrm>
            <a:off x="713225" y="2121000"/>
            <a:ext cx="7717500" cy="1511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000000"/>
              </a:buClr>
              <a:buSzPts val="3600"/>
              <a:buFont typeface="Arial"/>
              <a:buNone/>
            </a:pPr>
            <a:r>
              <a:rPr lang="en"/>
              <a:t>Dataset</a:t>
            </a:r>
            <a:endParaRPr/>
          </a:p>
        </p:txBody>
      </p:sp>
      <p:sp>
        <p:nvSpPr>
          <p:cNvPr id="2894" name="Google Shape;2894;g3d45d748a52_1_0"/>
          <p:cNvSpPr txBox="1"/>
          <p:nvPr>
            <p:ph idx="2" type="title"/>
          </p:nvPr>
        </p:nvSpPr>
        <p:spPr>
          <a:xfrm>
            <a:off x="3574350" y="539500"/>
            <a:ext cx="1652100" cy="166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02</a:t>
            </a:r>
            <a:endParaRPr/>
          </a:p>
        </p:txBody>
      </p:sp>
      <p:grpSp>
        <p:nvGrpSpPr>
          <p:cNvPr id="2895" name="Google Shape;2895;g3d45d748a52_1_0"/>
          <p:cNvGrpSpPr/>
          <p:nvPr/>
        </p:nvGrpSpPr>
        <p:grpSpPr>
          <a:xfrm>
            <a:off x="3333121" y="539511"/>
            <a:ext cx="397957" cy="491303"/>
            <a:chOff x="4986000" y="2166120"/>
            <a:chExt cx="388440" cy="1402920"/>
          </a:xfrm>
        </p:grpSpPr>
        <p:sp>
          <p:nvSpPr>
            <p:cNvPr id="2896" name="Google Shape;2896;g3d45d748a52_1_0"/>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97" name="Google Shape;2897;g3d45d748a52_1_0"/>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98" name="Google Shape;2898;g3d45d748a52_1_0"/>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899" name="Google Shape;2899;g3d45d748a52_1_0"/>
          <p:cNvGrpSpPr/>
          <p:nvPr/>
        </p:nvGrpSpPr>
        <p:grpSpPr>
          <a:xfrm>
            <a:off x="4984304" y="1974862"/>
            <a:ext cx="398326" cy="280942"/>
            <a:chOff x="6180480" y="1249200"/>
            <a:chExt cx="388800" cy="552600"/>
          </a:xfrm>
        </p:grpSpPr>
        <p:sp>
          <p:nvSpPr>
            <p:cNvPr id="2900" name="Google Shape;2900;g3d45d748a52_1_0"/>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01" name="Google Shape;2901;g3d45d748a52_1_0"/>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02" name="Google Shape;2902;g3d45d748a52_1_0"/>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6" name="Shape 2906"/>
        <p:cNvGrpSpPr/>
        <p:nvPr/>
      </p:nvGrpSpPr>
      <p:grpSpPr>
        <a:xfrm>
          <a:off x="0" y="0"/>
          <a:ext cx="0" cy="0"/>
          <a:chOff x="0" y="0"/>
          <a:chExt cx="0" cy="0"/>
        </a:xfrm>
      </p:grpSpPr>
      <p:sp>
        <p:nvSpPr>
          <p:cNvPr id="2907" name="Google Shape;2907;g3d45d748a52_0_2434"/>
          <p:cNvSpPr txBox="1"/>
          <p:nvPr/>
        </p:nvSpPr>
        <p:spPr>
          <a:xfrm>
            <a:off x="353700" y="596875"/>
            <a:ext cx="1525500" cy="71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Lato"/>
                <a:ea typeface="Lato"/>
                <a:cs typeface="Lato"/>
                <a:sym typeface="Lato"/>
              </a:rPr>
              <a:t>25000+</a:t>
            </a:r>
            <a:endParaRPr b="1" sz="1800">
              <a:solidFill>
                <a:schemeClr val="accent1"/>
              </a:solidFill>
              <a:latin typeface="Lato"/>
              <a:ea typeface="Lato"/>
              <a:cs typeface="Lato"/>
              <a:sym typeface="Lato"/>
            </a:endParaRPr>
          </a:p>
          <a:p>
            <a:pPr indent="0" lvl="0" marL="0" rtl="0" algn="ctr">
              <a:spcBef>
                <a:spcPts val="0"/>
              </a:spcBef>
              <a:spcAft>
                <a:spcPts val="0"/>
              </a:spcAft>
              <a:buNone/>
            </a:pPr>
            <a:r>
              <a:rPr b="1" lang="en" sz="1800">
                <a:solidFill>
                  <a:schemeClr val="dk1"/>
                </a:solidFill>
                <a:latin typeface="Lato"/>
                <a:ea typeface="Lato"/>
                <a:cs typeface="Lato"/>
                <a:sym typeface="Lato"/>
              </a:rPr>
              <a:t>Total Rows</a:t>
            </a:r>
            <a:endParaRPr b="1" sz="1800">
              <a:solidFill>
                <a:schemeClr val="dk1"/>
              </a:solidFill>
              <a:latin typeface="Lato"/>
              <a:ea typeface="Lato"/>
              <a:cs typeface="Lato"/>
              <a:sym typeface="Lato"/>
            </a:endParaRPr>
          </a:p>
        </p:txBody>
      </p:sp>
      <p:sp>
        <p:nvSpPr>
          <p:cNvPr id="2908" name="Google Shape;2908;g3d45d748a52_0_2434"/>
          <p:cNvSpPr txBox="1"/>
          <p:nvPr/>
        </p:nvSpPr>
        <p:spPr>
          <a:xfrm>
            <a:off x="2407300" y="596875"/>
            <a:ext cx="1955100" cy="88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Lato"/>
                <a:ea typeface="Lato"/>
                <a:cs typeface="Lato"/>
                <a:sym typeface="Lato"/>
              </a:rPr>
              <a:t>9000+</a:t>
            </a:r>
            <a:endParaRPr b="1" sz="1800">
              <a:solidFill>
                <a:schemeClr val="accent1"/>
              </a:solidFill>
              <a:latin typeface="Lato"/>
              <a:ea typeface="Lato"/>
              <a:cs typeface="Lato"/>
              <a:sym typeface="Lato"/>
            </a:endParaRPr>
          </a:p>
          <a:p>
            <a:pPr indent="0" lvl="0" marL="0" rtl="0" algn="ctr">
              <a:spcBef>
                <a:spcPts val="0"/>
              </a:spcBef>
              <a:spcAft>
                <a:spcPts val="0"/>
              </a:spcAft>
              <a:buNone/>
            </a:pPr>
            <a:r>
              <a:rPr b="1" lang="en" sz="1800">
                <a:solidFill>
                  <a:schemeClr val="dk1"/>
                </a:solidFill>
                <a:latin typeface="Lato"/>
                <a:ea typeface="Lato"/>
                <a:cs typeface="Lato"/>
                <a:sym typeface="Lato"/>
              </a:rPr>
              <a:t>Total Columns</a:t>
            </a:r>
            <a:endParaRPr b="1" sz="1800">
              <a:solidFill>
                <a:schemeClr val="dk1"/>
              </a:solidFill>
              <a:latin typeface="Lato"/>
              <a:ea typeface="Lato"/>
              <a:cs typeface="Lato"/>
              <a:sym typeface="Lato"/>
            </a:endParaRPr>
          </a:p>
        </p:txBody>
      </p:sp>
      <p:sp>
        <p:nvSpPr>
          <p:cNvPr id="2909" name="Google Shape;2909;g3d45d748a52_0_2434"/>
          <p:cNvSpPr txBox="1"/>
          <p:nvPr/>
        </p:nvSpPr>
        <p:spPr>
          <a:xfrm>
            <a:off x="7180000" y="622674"/>
            <a:ext cx="1692300" cy="66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Lato"/>
                <a:ea typeface="Lato"/>
                <a:cs typeface="Lato"/>
                <a:sym typeface="Lato"/>
              </a:rPr>
              <a:t>2009-2016</a:t>
            </a:r>
            <a:endParaRPr b="1" sz="1800">
              <a:solidFill>
                <a:schemeClr val="accent1"/>
              </a:solidFill>
              <a:latin typeface="Lato"/>
              <a:ea typeface="Lato"/>
              <a:cs typeface="Lato"/>
              <a:sym typeface="Lato"/>
            </a:endParaRPr>
          </a:p>
          <a:p>
            <a:pPr indent="0" lvl="0" marL="0" rtl="0" algn="ctr">
              <a:spcBef>
                <a:spcPts val="0"/>
              </a:spcBef>
              <a:spcAft>
                <a:spcPts val="0"/>
              </a:spcAft>
              <a:buNone/>
            </a:pPr>
            <a:r>
              <a:rPr b="1" lang="en" sz="1800">
                <a:solidFill>
                  <a:schemeClr val="dk1"/>
                </a:solidFill>
                <a:latin typeface="Lato"/>
                <a:ea typeface="Lato"/>
                <a:cs typeface="Lato"/>
                <a:sym typeface="Lato"/>
              </a:rPr>
              <a:t>Study Period</a:t>
            </a:r>
            <a:endParaRPr b="1" sz="1800">
              <a:solidFill>
                <a:schemeClr val="dk1"/>
              </a:solidFill>
              <a:latin typeface="Lato"/>
              <a:ea typeface="Lato"/>
              <a:cs typeface="Lato"/>
              <a:sym typeface="Lato"/>
            </a:endParaRPr>
          </a:p>
        </p:txBody>
      </p:sp>
      <p:sp>
        <p:nvSpPr>
          <p:cNvPr id="2910" name="Google Shape;2910;g3d45d748a52_0_2434"/>
          <p:cNvSpPr txBox="1"/>
          <p:nvPr/>
        </p:nvSpPr>
        <p:spPr>
          <a:xfrm>
            <a:off x="4816811" y="596875"/>
            <a:ext cx="1955100" cy="88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accent1"/>
                </a:solidFill>
                <a:latin typeface="Lato"/>
                <a:ea typeface="Lato"/>
                <a:cs typeface="Lato"/>
                <a:sym typeface="Lato"/>
              </a:rPr>
              <a:t>50</a:t>
            </a:r>
            <a:endParaRPr b="1" sz="1800">
              <a:solidFill>
                <a:schemeClr val="accent1"/>
              </a:solidFill>
              <a:latin typeface="Lato"/>
              <a:ea typeface="Lato"/>
              <a:cs typeface="Lato"/>
              <a:sym typeface="Lato"/>
            </a:endParaRPr>
          </a:p>
          <a:p>
            <a:pPr indent="0" lvl="0" marL="0" rtl="0" algn="ctr">
              <a:spcBef>
                <a:spcPts val="0"/>
              </a:spcBef>
              <a:spcAft>
                <a:spcPts val="0"/>
              </a:spcAft>
              <a:buNone/>
            </a:pPr>
            <a:r>
              <a:rPr b="1" lang="en" sz="1800">
                <a:solidFill>
                  <a:schemeClr val="dk1"/>
                </a:solidFill>
                <a:latin typeface="Lato"/>
                <a:ea typeface="Lato"/>
                <a:cs typeface="Lato"/>
                <a:sym typeface="Lato"/>
              </a:rPr>
              <a:t>States Plus DC</a:t>
            </a:r>
            <a:endParaRPr b="1" sz="1800">
              <a:solidFill>
                <a:schemeClr val="dk1"/>
              </a:solidFill>
              <a:latin typeface="Lato"/>
              <a:ea typeface="Lato"/>
              <a:cs typeface="Lato"/>
              <a:sym typeface="Lato"/>
            </a:endParaRPr>
          </a:p>
        </p:txBody>
      </p:sp>
      <p:sp>
        <p:nvSpPr>
          <p:cNvPr id="2911" name="Google Shape;2911;g3d45d748a52_0_2434"/>
          <p:cNvSpPr txBox="1"/>
          <p:nvPr/>
        </p:nvSpPr>
        <p:spPr>
          <a:xfrm>
            <a:off x="353700" y="99475"/>
            <a:ext cx="8518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High School Logitudinal Study</a:t>
            </a:r>
            <a:endParaRPr sz="3000"/>
          </a:p>
        </p:txBody>
      </p:sp>
      <p:pic>
        <p:nvPicPr>
          <p:cNvPr id="2912" name="Google Shape;2912;g3d45d748a52_0_2434"/>
          <p:cNvPicPr preferRelativeResize="0"/>
          <p:nvPr/>
        </p:nvPicPr>
        <p:blipFill>
          <a:blip r:embed="rId3">
            <a:alphaModFix/>
          </a:blip>
          <a:stretch>
            <a:fillRect/>
          </a:stretch>
        </p:blipFill>
        <p:spPr>
          <a:xfrm>
            <a:off x="4041275" y="1481250"/>
            <a:ext cx="4748549" cy="3357425"/>
          </a:xfrm>
          <a:prstGeom prst="rect">
            <a:avLst/>
          </a:prstGeom>
          <a:noFill/>
          <a:ln>
            <a:noFill/>
          </a:ln>
        </p:spPr>
      </p:pic>
      <p:sp>
        <p:nvSpPr>
          <p:cNvPr id="2913" name="Google Shape;2913;g3d45d748a52_0_2434"/>
          <p:cNvSpPr/>
          <p:nvPr/>
        </p:nvSpPr>
        <p:spPr>
          <a:xfrm>
            <a:off x="259835" y="2939855"/>
            <a:ext cx="3429000" cy="1326000"/>
          </a:xfrm>
          <a:prstGeom prst="rect">
            <a:avLst/>
          </a:prstGeom>
          <a:solidFill>
            <a:srgbClr val="1C3468"/>
          </a:solidFill>
          <a:ln cap="flat" cmpd="sng" w="12700">
            <a:solidFill>
              <a:srgbClr val="1C346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4" name="Google Shape;2914;g3d45d748a52_0_2434"/>
          <p:cNvSpPr/>
          <p:nvPr/>
        </p:nvSpPr>
        <p:spPr>
          <a:xfrm>
            <a:off x="396995" y="3013007"/>
            <a:ext cx="31548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AED4"/>
              </a:buClr>
              <a:buSzPts val="1200"/>
              <a:buFont typeface="Calibri"/>
              <a:buNone/>
            </a:pPr>
            <a:r>
              <a:rPr b="1" lang="en" sz="1200">
                <a:solidFill>
                  <a:srgbClr val="8AAED4"/>
                </a:solidFill>
                <a:latin typeface="Calibri"/>
                <a:ea typeface="Calibri"/>
                <a:cs typeface="Calibri"/>
                <a:sym typeface="Calibri"/>
              </a:rPr>
              <a:t>Target Variable</a:t>
            </a:r>
            <a:endParaRPr sz="1200">
              <a:solidFill>
                <a:srgbClr val="000000"/>
              </a:solidFill>
              <a:latin typeface="Calibri"/>
              <a:ea typeface="Calibri"/>
              <a:cs typeface="Calibri"/>
              <a:sym typeface="Calibri"/>
            </a:endParaRPr>
          </a:p>
        </p:txBody>
      </p:sp>
      <p:sp>
        <p:nvSpPr>
          <p:cNvPr id="2915" name="Google Shape;2915;g3d45d748a52_0_2434"/>
          <p:cNvSpPr/>
          <p:nvPr/>
        </p:nvSpPr>
        <p:spPr>
          <a:xfrm>
            <a:off x="396995" y="3323903"/>
            <a:ext cx="31548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 sz="2200">
                <a:solidFill>
                  <a:srgbClr val="FFFFFF"/>
                </a:solidFill>
                <a:latin typeface="Calibri"/>
                <a:ea typeface="Calibri"/>
                <a:cs typeface="Calibri"/>
                <a:sym typeface="Calibri"/>
              </a:rPr>
              <a:t>X4EVERDROP</a:t>
            </a:r>
            <a:endParaRPr sz="2200">
              <a:solidFill>
                <a:srgbClr val="000000"/>
              </a:solidFill>
              <a:latin typeface="Calibri"/>
              <a:ea typeface="Calibri"/>
              <a:cs typeface="Calibri"/>
              <a:sym typeface="Calibri"/>
            </a:endParaRPr>
          </a:p>
        </p:txBody>
      </p:sp>
      <p:sp>
        <p:nvSpPr>
          <p:cNvPr id="2916" name="Google Shape;2916;g3d45d748a52_0_2434"/>
          <p:cNvSpPr/>
          <p:nvPr/>
        </p:nvSpPr>
        <p:spPr>
          <a:xfrm>
            <a:off x="396995" y="3781103"/>
            <a:ext cx="31548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8AAED4"/>
              </a:buClr>
              <a:buSzPts val="1050"/>
              <a:buFont typeface="Calibri"/>
              <a:buNone/>
            </a:pPr>
            <a:r>
              <a:rPr lang="en" sz="1050">
                <a:solidFill>
                  <a:srgbClr val="8AAED4"/>
                </a:solidFill>
                <a:latin typeface="Calibri"/>
                <a:ea typeface="Calibri"/>
                <a:cs typeface="Calibri"/>
                <a:sym typeface="Calibri"/>
              </a:rPr>
              <a:t>Binary: Did this student ever have</a:t>
            </a:r>
            <a:endParaRPr sz="1050">
              <a:solidFill>
                <a:srgbClr val="000000"/>
              </a:solidFill>
              <a:latin typeface="Calibri"/>
              <a:ea typeface="Calibri"/>
              <a:cs typeface="Calibri"/>
              <a:sym typeface="Calibri"/>
            </a:endParaRPr>
          </a:p>
          <a:p>
            <a:pPr indent="0" lvl="0" marL="0" marR="0" rtl="0" algn="l">
              <a:lnSpc>
                <a:spcPct val="130000"/>
              </a:lnSpc>
              <a:spcBef>
                <a:spcPts val="0"/>
              </a:spcBef>
              <a:spcAft>
                <a:spcPts val="0"/>
              </a:spcAft>
              <a:buClr>
                <a:srgbClr val="8AAED4"/>
              </a:buClr>
              <a:buSzPts val="1050"/>
              <a:buFont typeface="Calibri"/>
              <a:buNone/>
            </a:pPr>
            <a:r>
              <a:rPr lang="en" sz="1050">
                <a:solidFill>
                  <a:srgbClr val="8AAED4"/>
                </a:solidFill>
                <a:latin typeface="Calibri"/>
                <a:ea typeface="Calibri"/>
                <a:cs typeface="Calibri"/>
                <a:sym typeface="Calibri"/>
              </a:rPr>
              <a:t>a known dropout episode by 2016?</a:t>
            </a:r>
            <a:endParaRPr sz="1050">
              <a:solidFill>
                <a:srgbClr val="000000"/>
              </a:solidFill>
              <a:latin typeface="Calibri"/>
              <a:ea typeface="Calibri"/>
              <a:cs typeface="Calibri"/>
              <a:sym typeface="Calibri"/>
            </a:endParaRPr>
          </a:p>
        </p:txBody>
      </p:sp>
      <p:sp>
        <p:nvSpPr>
          <p:cNvPr id="2917" name="Google Shape;2917;g3d45d748a52_0_2434"/>
          <p:cNvSpPr/>
          <p:nvPr/>
        </p:nvSpPr>
        <p:spPr>
          <a:xfrm>
            <a:off x="259750" y="4407327"/>
            <a:ext cx="3429000" cy="475500"/>
          </a:xfrm>
          <a:prstGeom prst="rect">
            <a:avLst/>
          </a:prstGeom>
          <a:solidFill>
            <a:srgbClr val="EDF1F8"/>
          </a:solidFill>
          <a:ln cap="flat" cmpd="sng" w="12700">
            <a:solidFill>
              <a:srgbClr val="C5D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8" name="Google Shape;2918;g3d45d748a52_0_2434"/>
          <p:cNvSpPr/>
          <p:nvPr/>
        </p:nvSpPr>
        <p:spPr>
          <a:xfrm>
            <a:off x="396925" y="4462200"/>
            <a:ext cx="31548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334155"/>
              </a:buClr>
              <a:buSzPts val="1050"/>
              <a:buFont typeface="Calibri"/>
              <a:buNone/>
            </a:pPr>
            <a:r>
              <a:rPr i="1" lang="en" sz="1050">
                <a:solidFill>
                  <a:srgbClr val="334155"/>
                </a:solidFill>
                <a:latin typeface="Calibri"/>
                <a:ea typeface="Calibri"/>
                <a:cs typeface="Calibri"/>
                <a:sym typeface="Calibri"/>
              </a:rPr>
              <a:t>This project focuses exclusively on the student-level file (student questionnaires + assessments).</a:t>
            </a:r>
            <a:endParaRPr sz="1050">
              <a:solidFill>
                <a:srgbClr val="000000"/>
              </a:solidFill>
              <a:latin typeface="Calibri"/>
              <a:ea typeface="Calibri"/>
              <a:cs typeface="Calibri"/>
              <a:sym typeface="Calibri"/>
            </a:endParaRPr>
          </a:p>
        </p:txBody>
      </p:sp>
      <p:sp>
        <p:nvSpPr>
          <p:cNvPr id="2919" name="Google Shape;2919;g3d45d748a52_0_2434"/>
          <p:cNvSpPr/>
          <p:nvPr/>
        </p:nvSpPr>
        <p:spPr>
          <a:xfrm>
            <a:off x="282760" y="1476583"/>
            <a:ext cx="3429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3468"/>
              </a:buClr>
              <a:buSzPts val="1200"/>
              <a:buFont typeface="Calibri"/>
              <a:buNone/>
            </a:pPr>
            <a:r>
              <a:rPr b="1" lang="en" sz="1200">
                <a:solidFill>
                  <a:srgbClr val="1C3468"/>
                </a:solidFill>
                <a:latin typeface="Calibri"/>
                <a:ea typeface="Calibri"/>
                <a:cs typeface="Calibri"/>
                <a:sym typeface="Calibri"/>
              </a:rPr>
              <a:t>Data Collection Timeline</a:t>
            </a:r>
            <a:endParaRPr sz="1200">
              <a:solidFill>
                <a:srgbClr val="000000"/>
              </a:solidFill>
              <a:latin typeface="Calibri"/>
              <a:ea typeface="Calibri"/>
              <a:cs typeface="Calibri"/>
              <a:sym typeface="Calibri"/>
            </a:endParaRPr>
          </a:p>
        </p:txBody>
      </p:sp>
      <p:sp>
        <p:nvSpPr>
          <p:cNvPr id="2920" name="Google Shape;2920;g3d45d748a52_0_2434"/>
          <p:cNvSpPr/>
          <p:nvPr/>
        </p:nvSpPr>
        <p:spPr>
          <a:xfrm>
            <a:off x="483928" y="1897207"/>
            <a:ext cx="365700" cy="365700"/>
          </a:xfrm>
          <a:prstGeom prst="ellipse">
            <a:avLst/>
          </a:prstGeom>
          <a:solidFill>
            <a:srgbClr val="1C3468"/>
          </a:solidFill>
          <a:ln cap="flat" cmpd="sng" w="12700">
            <a:solidFill>
              <a:srgbClr val="1C346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1" name="Google Shape;2921;g3d45d748a52_0_2434"/>
          <p:cNvSpPr/>
          <p:nvPr/>
        </p:nvSpPr>
        <p:spPr>
          <a:xfrm>
            <a:off x="282760" y="1915495"/>
            <a:ext cx="7773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2009</a:t>
            </a:r>
            <a:endParaRPr sz="1000">
              <a:solidFill>
                <a:srgbClr val="000000"/>
              </a:solidFill>
              <a:latin typeface="Calibri"/>
              <a:ea typeface="Calibri"/>
              <a:cs typeface="Calibri"/>
              <a:sym typeface="Calibri"/>
            </a:endParaRPr>
          </a:p>
        </p:txBody>
      </p:sp>
      <p:sp>
        <p:nvSpPr>
          <p:cNvPr id="2922" name="Google Shape;2922;g3d45d748a52_0_2434"/>
          <p:cNvSpPr/>
          <p:nvPr/>
        </p:nvSpPr>
        <p:spPr>
          <a:xfrm>
            <a:off x="938127" y="2043498"/>
            <a:ext cx="320100" cy="36600"/>
          </a:xfrm>
          <a:prstGeom prst="rect">
            <a:avLst/>
          </a:prstGeom>
          <a:solidFill>
            <a:srgbClr val="C5D3E8"/>
          </a:solidFill>
          <a:ln cap="flat" cmpd="sng" w="12700">
            <a:solidFill>
              <a:srgbClr val="C5D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3" name="Google Shape;2923;g3d45d748a52_0_2434"/>
          <p:cNvSpPr/>
          <p:nvPr/>
        </p:nvSpPr>
        <p:spPr>
          <a:xfrm>
            <a:off x="237040" y="2299543"/>
            <a:ext cx="868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468"/>
              </a:buClr>
              <a:buSzPts val="950"/>
              <a:buFont typeface="Calibri"/>
              <a:buNone/>
            </a:pPr>
            <a:r>
              <a:rPr b="1" lang="en" sz="950">
                <a:solidFill>
                  <a:srgbClr val="1C3468"/>
                </a:solidFill>
                <a:latin typeface="Calibri"/>
                <a:ea typeface="Calibri"/>
                <a:cs typeface="Calibri"/>
                <a:sym typeface="Calibri"/>
              </a:rPr>
              <a:t>Base Year</a:t>
            </a:r>
            <a:endParaRPr sz="950">
              <a:solidFill>
                <a:srgbClr val="000000"/>
              </a:solidFill>
              <a:latin typeface="Calibri"/>
              <a:ea typeface="Calibri"/>
              <a:cs typeface="Calibri"/>
              <a:sym typeface="Calibri"/>
            </a:endParaRPr>
          </a:p>
        </p:txBody>
      </p:sp>
      <p:sp>
        <p:nvSpPr>
          <p:cNvPr id="2924" name="Google Shape;2924;g3d45d748a52_0_2434"/>
          <p:cNvSpPr/>
          <p:nvPr/>
        </p:nvSpPr>
        <p:spPr>
          <a:xfrm>
            <a:off x="237040" y="2546431"/>
            <a:ext cx="868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90AA"/>
              </a:buClr>
              <a:buSzPts val="850"/>
              <a:buFont typeface="Calibri"/>
              <a:buNone/>
            </a:pPr>
            <a:r>
              <a:rPr lang="en" sz="850">
                <a:solidFill>
                  <a:srgbClr val="7A90AA"/>
                </a:solidFill>
                <a:latin typeface="Calibri"/>
                <a:ea typeface="Calibri"/>
                <a:cs typeface="Calibri"/>
                <a:sym typeface="Calibri"/>
              </a:rPr>
              <a:t>9th grade</a:t>
            </a:r>
            <a:endParaRPr sz="850">
              <a:solidFill>
                <a:srgbClr val="000000"/>
              </a:solidFill>
              <a:latin typeface="Calibri"/>
              <a:ea typeface="Calibri"/>
              <a:cs typeface="Calibri"/>
              <a:sym typeface="Calibri"/>
            </a:endParaRPr>
          </a:p>
        </p:txBody>
      </p:sp>
      <p:sp>
        <p:nvSpPr>
          <p:cNvPr id="2925" name="Google Shape;2925;g3d45d748a52_0_2434"/>
          <p:cNvSpPr/>
          <p:nvPr/>
        </p:nvSpPr>
        <p:spPr>
          <a:xfrm>
            <a:off x="1370896" y="1897207"/>
            <a:ext cx="365700" cy="365700"/>
          </a:xfrm>
          <a:prstGeom prst="ellipse">
            <a:avLst/>
          </a:prstGeom>
          <a:solidFill>
            <a:srgbClr val="1C3468"/>
          </a:solidFill>
          <a:ln cap="flat" cmpd="sng" w="12700">
            <a:solidFill>
              <a:srgbClr val="1C346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6" name="Google Shape;2926;g3d45d748a52_0_2434"/>
          <p:cNvSpPr/>
          <p:nvPr/>
        </p:nvSpPr>
        <p:spPr>
          <a:xfrm>
            <a:off x="1169728" y="1915495"/>
            <a:ext cx="7773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2012</a:t>
            </a:r>
            <a:endParaRPr sz="1000">
              <a:solidFill>
                <a:srgbClr val="000000"/>
              </a:solidFill>
              <a:latin typeface="Calibri"/>
              <a:ea typeface="Calibri"/>
              <a:cs typeface="Calibri"/>
              <a:sym typeface="Calibri"/>
            </a:endParaRPr>
          </a:p>
        </p:txBody>
      </p:sp>
      <p:sp>
        <p:nvSpPr>
          <p:cNvPr id="2927" name="Google Shape;2927;g3d45d748a52_0_2434"/>
          <p:cNvSpPr/>
          <p:nvPr/>
        </p:nvSpPr>
        <p:spPr>
          <a:xfrm>
            <a:off x="1839821" y="2043511"/>
            <a:ext cx="320100" cy="36600"/>
          </a:xfrm>
          <a:prstGeom prst="rect">
            <a:avLst/>
          </a:prstGeom>
          <a:solidFill>
            <a:srgbClr val="C5D3E8"/>
          </a:solidFill>
          <a:ln cap="flat" cmpd="sng" w="12700">
            <a:solidFill>
              <a:srgbClr val="C5D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8" name="Google Shape;2928;g3d45d748a52_0_2434"/>
          <p:cNvSpPr/>
          <p:nvPr/>
        </p:nvSpPr>
        <p:spPr>
          <a:xfrm>
            <a:off x="1124008" y="2299543"/>
            <a:ext cx="868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468"/>
              </a:buClr>
              <a:buSzPts val="950"/>
              <a:buFont typeface="Calibri"/>
              <a:buNone/>
            </a:pPr>
            <a:r>
              <a:rPr b="1" lang="en" sz="950">
                <a:solidFill>
                  <a:srgbClr val="1C3468"/>
                </a:solidFill>
                <a:latin typeface="Calibri"/>
                <a:ea typeface="Calibri"/>
                <a:cs typeface="Calibri"/>
                <a:sym typeface="Calibri"/>
              </a:rPr>
              <a:t>1st Follow-up</a:t>
            </a:r>
            <a:endParaRPr sz="950">
              <a:solidFill>
                <a:srgbClr val="000000"/>
              </a:solidFill>
              <a:latin typeface="Calibri"/>
              <a:ea typeface="Calibri"/>
              <a:cs typeface="Calibri"/>
              <a:sym typeface="Calibri"/>
            </a:endParaRPr>
          </a:p>
        </p:txBody>
      </p:sp>
      <p:sp>
        <p:nvSpPr>
          <p:cNvPr id="2929" name="Google Shape;2929;g3d45d748a52_0_2434"/>
          <p:cNvSpPr/>
          <p:nvPr/>
        </p:nvSpPr>
        <p:spPr>
          <a:xfrm>
            <a:off x="1124008" y="2546431"/>
            <a:ext cx="868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90AA"/>
              </a:buClr>
              <a:buSzPts val="850"/>
              <a:buFont typeface="Calibri"/>
              <a:buNone/>
            </a:pPr>
            <a:r>
              <a:rPr lang="en" sz="850">
                <a:solidFill>
                  <a:srgbClr val="7A90AA"/>
                </a:solidFill>
                <a:latin typeface="Calibri"/>
                <a:ea typeface="Calibri"/>
                <a:cs typeface="Calibri"/>
                <a:sym typeface="Calibri"/>
              </a:rPr>
              <a:t>11th grade</a:t>
            </a:r>
            <a:endParaRPr sz="850">
              <a:solidFill>
                <a:srgbClr val="000000"/>
              </a:solidFill>
              <a:latin typeface="Calibri"/>
              <a:ea typeface="Calibri"/>
              <a:cs typeface="Calibri"/>
              <a:sym typeface="Calibri"/>
            </a:endParaRPr>
          </a:p>
        </p:txBody>
      </p:sp>
      <p:sp>
        <p:nvSpPr>
          <p:cNvPr id="2930" name="Google Shape;2930;g3d45d748a52_0_2434"/>
          <p:cNvSpPr/>
          <p:nvPr/>
        </p:nvSpPr>
        <p:spPr>
          <a:xfrm>
            <a:off x="2280564" y="1871420"/>
            <a:ext cx="365700" cy="365700"/>
          </a:xfrm>
          <a:prstGeom prst="ellipse">
            <a:avLst/>
          </a:prstGeom>
          <a:solidFill>
            <a:srgbClr val="1C3468"/>
          </a:solidFill>
          <a:ln cap="flat" cmpd="sng" w="12700">
            <a:solidFill>
              <a:srgbClr val="1C346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1" name="Google Shape;2931;g3d45d748a52_0_2434"/>
          <p:cNvSpPr/>
          <p:nvPr/>
        </p:nvSpPr>
        <p:spPr>
          <a:xfrm>
            <a:off x="2079396" y="1889708"/>
            <a:ext cx="7773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2013</a:t>
            </a:r>
            <a:endParaRPr sz="1000">
              <a:solidFill>
                <a:srgbClr val="000000"/>
              </a:solidFill>
              <a:latin typeface="Calibri"/>
              <a:ea typeface="Calibri"/>
              <a:cs typeface="Calibri"/>
              <a:sym typeface="Calibri"/>
            </a:endParaRPr>
          </a:p>
        </p:txBody>
      </p:sp>
      <p:sp>
        <p:nvSpPr>
          <p:cNvPr id="2932" name="Google Shape;2932;g3d45d748a52_0_2434"/>
          <p:cNvSpPr/>
          <p:nvPr/>
        </p:nvSpPr>
        <p:spPr>
          <a:xfrm>
            <a:off x="2764227" y="2017724"/>
            <a:ext cx="320100" cy="36600"/>
          </a:xfrm>
          <a:prstGeom prst="rect">
            <a:avLst/>
          </a:prstGeom>
          <a:solidFill>
            <a:srgbClr val="C5D3E8"/>
          </a:solidFill>
          <a:ln cap="flat" cmpd="sng" w="12700">
            <a:solidFill>
              <a:srgbClr val="C5D3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3" name="Google Shape;2933;g3d45d748a52_0_2434"/>
          <p:cNvSpPr/>
          <p:nvPr/>
        </p:nvSpPr>
        <p:spPr>
          <a:xfrm>
            <a:off x="2033676" y="2273756"/>
            <a:ext cx="868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468"/>
              </a:buClr>
              <a:buSzPts val="950"/>
              <a:buFont typeface="Calibri"/>
              <a:buNone/>
            </a:pPr>
            <a:r>
              <a:rPr b="1" lang="en" sz="950">
                <a:solidFill>
                  <a:srgbClr val="1C3468"/>
                </a:solidFill>
                <a:latin typeface="Calibri"/>
                <a:ea typeface="Calibri"/>
                <a:cs typeface="Calibri"/>
                <a:sym typeface="Calibri"/>
              </a:rPr>
              <a:t>Update</a:t>
            </a:r>
            <a:endParaRPr sz="950">
              <a:solidFill>
                <a:srgbClr val="000000"/>
              </a:solidFill>
              <a:latin typeface="Calibri"/>
              <a:ea typeface="Calibri"/>
              <a:cs typeface="Calibri"/>
              <a:sym typeface="Calibri"/>
            </a:endParaRPr>
          </a:p>
        </p:txBody>
      </p:sp>
      <p:sp>
        <p:nvSpPr>
          <p:cNvPr id="2934" name="Google Shape;2934;g3d45d748a52_0_2434"/>
          <p:cNvSpPr/>
          <p:nvPr/>
        </p:nvSpPr>
        <p:spPr>
          <a:xfrm>
            <a:off x="3167532" y="1871420"/>
            <a:ext cx="365700" cy="365700"/>
          </a:xfrm>
          <a:prstGeom prst="ellipse">
            <a:avLst/>
          </a:prstGeom>
          <a:solidFill>
            <a:srgbClr val="2B5BA9"/>
          </a:solidFill>
          <a:ln cap="flat" cmpd="sng" w="12700">
            <a:solidFill>
              <a:srgbClr val="2B5BA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5" name="Google Shape;2935;g3d45d748a52_0_2434"/>
          <p:cNvSpPr/>
          <p:nvPr/>
        </p:nvSpPr>
        <p:spPr>
          <a:xfrm>
            <a:off x="2966364" y="1889708"/>
            <a:ext cx="777300" cy="347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00"/>
              <a:buFont typeface="Calibri"/>
              <a:buNone/>
            </a:pPr>
            <a:r>
              <a:rPr b="1" lang="en" sz="1000">
                <a:solidFill>
                  <a:srgbClr val="FFFFFF"/>
                </a:solidFill>
                <a:latin typeface="Calibri"/>
                <a:ea typeface="Calibri"/>
                <a:cs typeface="Calibri"/>
                <a:sym typeface="Calibri"/>
              </a:rPr>
              <a:t>2016</a:t>
            </a:r>
            <a:endParaRPr sz="1000">
              <a:solidFill>
                <a:srgbClr val="000000"/>
              </a:solidFill>
              <a:latin typeface="Calibri"/>
              <a:ea typeface="Calibri"/>
              <a:cs typeface="Calibri"/>
              <a:sym typeface="Calibri"/>
            </a:endParaRPr>
          </a:p>
        </p:txBody>
      </p:sp>
      <p:sp>
        <p:nvSpPr>
          <p:cNvPr id="2936" name="Google Shape;2936;g3d45d748a52_0_2434"/>
          <p:cNvSpPr/>
          <p:nvPr/>
        </p:nvSpPr>
        <p:spPr>
          <a:xfrm>
            <a:off x="2920644" y="2273756"/>
            <a:ext cx="8688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3468"/>
              </a:buClr>
              <a:buSzPts val="950"/>
              <a:buFont typeface="Calibri"/>
              <a:buNone/>
            </a:pPr>
            <a:r>
              <a:rPr b="1" lang="en" sz="950">
                <a:solidFill>
                  <a:srgbClr val="1C3468"/>
                </a:solidFill>
                <a:latin typeface="Calibri"/>
                <a:ea typeface="Calibri"/>
                <a:cs typeface="Calibri"/>
                <a:sym typeface="Calibri"/>
              </a:rPr>
              <a:t>2nd Follow-up</a:t>
            </a:r>
            <a:endParaRPr sz="950">
              <a:solidFill>
                <a:srgbClr val="000000"/>
              </a:solidFill>
              <a:latin typeface="Calibri"/>
              <a:ea typeface="Calibri"/>
              <a:cs typeface="Calibri"/>
              <a:sym typeface="Calibri"/>
            </a:endParaRPr>
          </a:p>
        </p:txBody>
      </p:sp>
      <p:sp>
        <p:nvSpPr>
          <p:cNvPr id="2937" name="Google Shape;2937;g3d45d748a52_0_2434"/>
          <p:cNvSpPr/>
          <p:nvPr/>
        </p:nvSpPr>
        <p:spPr>
          <a:xfrm>
            <a:off x="2920644" y="2572226"/>
            <a:ext cx="8688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90AA"/>
              </a:buClr>
              <a:buSzPts val="850"/>
              <a:buFont typeface="Calibri"/>
              <a:buNone/>
            </a:pPr>
            <a:r>
              <a:rPr lang="en" sz="850">
                <a:solidFill>
                  <a:srgbClr val="7A90AA"/>
                </a:solidFill>
                <a:latin typeface="Calibri"/>
                <a:ea typeface="Calibri"/>
                <a:cs typeface="Calibri"/>
                <a:sym typeface="Calibri"/>
              </a:rPr>
              <a:t>Target measured</a:t>
            </a:r>
            <a:endParaRPr sz="850">
              <a:solidFill>
                <a:srgbClr val="000000"/>
              </a:solidFill>
              <a:latin typeface="Calibri"/>
              <a:ea typeface="Calibri"/>
              <a:cs typeface="Calibri"/>
              <a:sym typeface="Calibri"/>
            </a:endParaRP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1" name="Shape 2941"/>
        <p:cNvGrpSpPr/>
        <p:nvPr/>
      </p:nvGrpSpPr>
      <p:grpSpPr>
        <a:xfrm>
          <a:off x="0" y="0"/>
          <a:ext cx="0" cy="0"/>
          <a:chOff x="0" y="0"/>
          <a:chExt cx="0" cy="0"/>
        </a:xfrm>
      </p:grpSpPr>
      <p:sp>
        <p:nvSpPr>
          <p:cNvPr id="2942" name="Google Shape;2942;g3d4502adc0c_0_0"/>
          <p:cNvSpPr txBox="1"/>
          <p:nvPr>
            <p:ph type="title"/>
          </p:nvPr>
        </p:nvSpPr>
        <p:spPr>
          <a:xfrm>
            <a:off x="541650" y="2658550"/>
            <a:ext cx="7717500" cy="1511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000000"/>
              </a:buClr>
              <a:buSzPts val="3600"/>
              <a:buFont typeface="Arial"/>
              <a:buNone/>
            </a:pPr>
            <a:r>
              <a:rPr lang="en"/>
              <a:t>Column Selection &amp; </a:t>
            </a:r>
            <a:r>
              <a:rPr lang="en"/>
              <a:t>Data Cleaning</a:t>
            </a:r>
            <a:endParaRPr/>
          </a:p>
        </p:txBody>
      </p:sp>
      <p:sp>
        <p:nvSpPr>
          <p:cNvPr id="2943" name="Google Shape;2943;g3d4502adc0c_0_0"/>
          <p:cNvSpPr txBox="1"/>
          <p:nvPr>
            <p:ph idx="2" type="title"/>
          </p:nvPr>
        </p:nvSpPr>
        <p:spPr>
          <a:xfrm>
            <a:off x="3574350" y="539500"/>
            <a:ext cx="1652100" cy="166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03</a:t>
            </a:r>
            <a:endParaRPr/>
          </a:p>
        </p:txBody>
      </p:sp>
      <p:grpSp>
        <p:nvGrpSpPr>
          <p:cNvPr id="2944" name="Google Shape;2944;g3d4502adc0c_0_0"/>
          <p:cNvGrpSpPr/>
          <p:nvPr/>
        </p:nvGrpSpPr>
        <p:grpSpPr>
          <a:xfrm>
            <a:off x="3333121" y="539511"/>
            <a:ext cx="397957" cy="491303"/>
            <a:chOff x="4986000" y="2166120"/>
            <a:chExt cx="388440" cy="1402920"/>
          </a:xfrm>
        </p:grpSpPr>
        <p:sp>
          <p:nvSpPr>
            <p:cNvPr id="2945" name="Google Shape;2945;g3d4502adc0c_0_0"/>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46" name="Google Shape;2946;g3d4502adc0c_0_0"/>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47" name="Google Shape;2947;g3d4502adc0c_0_0"/>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948" name="Google Shape;2948;g3d4502adc0c_0_0"/>
          <p:cNvGrpSpPr/>
          <p:nvPr/>
        </p:nvGrpSpPr>
        <p:grpSpPr>
          <a:xfrm>
            <a:off x="4984304" y="1974862"/>
            <a:ext cx="398326" cy="280942"/>
            <a:chOff x="6180480" y="1249200"/>
            <a:chExt cx="388800" cy="552600"/>
          </a:xfrm>
        </p:grpSpPr>
        <p:sp>
          <p:nvSpPr>
            <p:cNvPr id="2949" name="Google Shape;2949;g3d4502adc0c_0_0"/>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50" name="Google Shape;2950;g3d4502adc0c_0_0"/>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51" name="Google Shape;2951;g3d4502adc0c_0_0"/>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5" name="Shape 2955"/>
        <p:cNvGrpSpPr/>
        <p:nvPr/>
      </p:nvGrpSpPr>
      <p:grpSpPr>
        <a:xfrm>
          <a:off x="0" y="0"/>
          <a:ext cx="0" cy="0"/>
          <a:chOff x="0" y="0"/>
          <a:chExt cx="0" cy="0"/>
        </a:xfrm>
      </p:grpSpPr>
      <p:sp>
        <p:nvSpPr>
          <p:cNvPr id="2956" name="Google Shape;2956;g3d45d748a52_2_154"/>
          <p:cNvSpPr txBox="1"/>
          <p:nvPr/>
        </p:nvSpPr>
        <p:spPr>
          <a:xfrm>
            <a:off x="793075" y="282925"/>
            <a:ext cx="7633800" cy="1146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3000"/>
              <a:t>Column Selection — Pre-Filtering</a:t>
            </a:r>
            <a:endParaRPr b="1" sz="3000"/>
          </a:p>
          <a:p>
            <a:pPr indent="0" lvl="0" marL="0" rtl="0" algn="ctr">
              <a:lnSpc>
                <a:spcPct val="115000"/>
              </a:lnSpc>
              <a:spcBef>
                <a:spcPts val="0"/>
              </a:spcBef>
              <a:spcAft>
                <a:spcPts val="0"/>
              </a:spcAft>
              <a:buNone/>
            </a:pPr>
            <a:r>
              <a:rPr i="1" lang="en" sz="1300">
                <a:solidFill>
                  <a:srgbClr val="555555"/>
                </a:solidFill>
              </a:rPr>
              <a:t>Before any statistical ranking, we applied 4 rule-based filters to shrink 9,614 columns down to ~2,049</a:t>
            </a:r>
            <a:endParaRPr i="1" sz="1300">
              <a:solidFill>
                <a:srgbClr val="555555"/>
              </a:solidFill>
            </a:endParaRPr>
          </a:p>
          <a:p>
            <a:pPr indent="0" lvl="0" marL="0" rtl="0" algn="ctr">
              <a:spcBef>
                <a:spcPts val="0"/>
              </a:spcBef>
              <a:spcAft>
                <a:spcPts val="0"/>
              </a:spcAft>
              <a:buNone/>
            </a:pPr>
            <a:r>
              <a:t/>
            </a:r>
            <a:endParaRPr b="1" i="1" sz="1300">
              <a:solidFill>
                <a:srgbClr val="999999"/>
              </a:solidFill>
            </a:endParaRPr>
          </a:p>
        </p:txBody>
      </p:sp>
      <p:pic>
        <p:nvPicPr>
          <p:cNvPr id="2957" name="Google Shape;2957;g3d45d748a52_2_154"/>
          <p:cNvPicPr preferRelativeResize="0"/>
          <p:nvPr/>
        </p:nvPicPr>
        <p:blipFill>
          <a:blip r:embed="rId3">
            <a:alphaModFix/>
          </a:blip>
          <a:stretch>
            <a:fillRect/>
          </a:stretch>
        </p:blipFill>
        <p:spPr>
          <a:xfrm>
            <a:off x="4656662" y="1198200"/>
            <a:ext cx="4315790" cy="3248444"/>
          </a:xfrm>
          <a:prstGeom prst="rect">
            <a:avLst/>
          </a:prstGeom>
          <a:noFill/>
          <a:ln>
            <a:noFill/>
          </a:ln>
        </p:spPr>
      </p:pic>
      <p:pic>
        <p:nvPicPr>
          <p:cNvPr id="2958" name="Google Shape;2958;g3d45d748a52_2_154"/>
          <p:cNvPicPr preferRelativeResize="0"/>
          <p:nvPr/>
        </p:nvPicPr>
        <p:blipFill>
          <a:blip r:embed="rId4">
            <a:alphaModFix/>
          </a:blip>
          <a:stretch>
            <a:fillRect/>
          </a:stretch>
        </p:blipFill>
        <p:spPr>
          <a:xfrm>
            <a:off x="209850" y="1198200"/>
            <a:ext cx="4351861" cy="3380027"/>
          </a:xfrm>
          <a:prstGeom prst="rect">
            <a:avLst/>
          </a:prstGeom>
          <a:noFill/>
          <a:ln>
            <a:noFill/>
          </a:ln>
        </p:spPr>
      </p:pic>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2" name="Shape 2962"/>
        <p:cNvGrpSpPr/>
        <p:nvPr/>
      </p:nvGrpSpPr>
      <p:grpSpPr>
        <a:xfrm>
          <a:off x="0" y="0"/>
          <a:ext cx="0" cy="0"/>
          <a:chOff x="0" y="0"/>
          <a:chExt cx="0" cy="0"/>
        </a:xfrm>
      </p:grpSpPr>
      <p:sp>
        <p:nvSpPr>
          <p:cNvPr id="2963" name="Google Shape;2963;g3d4719490e4_4_10"/>
          <p:cNvSpPr txBox="1"/>
          <p:nvPr/>
        </p:nvSpPr>
        <p:spPr>
          <a:xfrm>
            <a:off x="534475" y="282925"/>
            <a:ext cx="8160600" cy="1376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3000"/>
              <a:t>Column Selection — Ranking &amp; Inspection</a:t>
            </a:r>
            <a:endParaRPr b="1" sz="3000"/>
          </a:p>
          <a:p>
            <a:pPr indent="0" lvl="0" marL="0" rtl="0" algn="ctr">
              <a:lnSpc>
                <a:spcPct val="115000"/>
              </a:lnSpc>
              <a:spcBef>
                <a:spcPts val="0"/>
              </a:spcBef>
              <a:spcAft>
                <a:spcPts val="0"/>
              </a:spcAft>
              <a:buNone/>
            </a:pPr>
            <a:r>
              <a:rPr i="1" lang="en" sz="1300">
                <a:solidFill>
                  <a:srgbClr val="555555"/>
                </a:solidFill>
              </a:rPr>
              <a:t>From ~2,049 columns down to 44 — statistical scoring followed by expert judgment</a:t>
            </a:r>
            <a:endParaRPr i="1" sz="1300">
              <a:solidFill>
                <a:srgbClr val="555555"/>
              </a:solidFill>
            </a:endParaRPr>
          </a:p>
          <a:p>
            <a:pPr indent="0" lvl="0" marL="0" rtl="0" algn="ctr">
              <a:lnSpc>
                <a:spcPct val="115000"/>
              </a:lnSpc>
              <a:spcBef>
                <a:spcPts val="0"/>
              </a:spcBef>
              <a:spcAft>
                <a:spcPts val="0"/>
              </a:spcAft>
              <a:buNone/>
            </a:pPr>
            <a:r>
              <a:t/>
            </a:r>
            <a:endParaRPr b="1" i="1" sz="1300">
              <a:solidFill>
                <a:srgbClr val="999999"/>
              </a:solidFill>
            </a:endParaRPr>
          </a:p>
          <a:p>
            <a:pPr indent="0" lvl="0" marL="0" rtl="0" algn="ctr">
              <a:spcBef>
                <a:spcPts val="0"/>
              </a:spcBef>
              <a:spcAft>
                <a:spcPts val="0"/>
              </a:spcAft>
              <a:buNone/>
            </a:pPr>
            <a:r>
              <a:t/>
            </a:r>
            <a:endParaRPr b="1" i="1" sz="1300">
              <a:solidFill>
                <a:srgbClr val="999999"/>
              </a:solidFill>
            </a:endParaRPr>
          </a:p>
        </p:txBody>
      </p:sp>
      <p:pic>
        <p:nvPicPr>
          <p:cNvPr id="2964" name="Google Shape;2964;g3d4719490e4_4_10"/>
          <p:cNvPicPr preferRelativeResize="0"/>
          <p:nvPr/>
        </p:nvPicPr>
        <p:blipFill>
          <a:blip r:embed="rId3">
            <a:alphaModFix/>
          </a:blip>
          <a:stretch>
            <a:fillRect/>
          </a:stretch>
        </p:blipFill>
        <p:spPr>
          <a:xfrm>
            <a:off x="3346675" y="1489663"/>
            <a:ext cx="5644277" cy="3051525"/>
          </a:xfrm>
          <a:prstGeom prst="rect">
            <a:avLst/>
          </a:prstGeom>
          <a:noFill/>
          <a:ln>
            <a:noFill/>
          </a:ln>
        </p:spPr>
      </p:pic>
      <p:pic>
        <p:nvPicPr>
          <p:cNvPr id="2965" name="Google Shape;2965;g3d4719490e4_4_10"/>
          <p:cNvPicPr preferRelativeResize="0"/>
          <p:nvPr/>
        </p:nvPicPr>
        <p:blipFill>
          <a:blip r:embed="rId4">
            <a:alphaModFix/>
          </a:blip>
          <a:stretch>
            <a:fillRect/>
          </a:stretch>
        </p:blipFill>
        <p:spPr>
          <a:xfrm>
            <a:off x="232275" y="1250175"/>
            <a:ext cx="2869925" cy="1061575"/>
          </a:xfrm>
          <a:prstGeom prst="rect">
            <a:avLst/>
          </a:prstGeom>
          <a:noFill/>
          <a:ln>
            <a:noFill/>
          </a:ln>
        </p:spPr>
      </p:pic>
      <p:pic>
        <p:nvPicPr>
          <p:cNvPr id="2966" name="Google Shape;2966;g3d4719490e4_4_10"/>
          <p:cNvPicPr preferRelativeResize="0"/>
          <p:nvPr/>
        </p:nvPicPr>
        <p:blipFill>
          <a:blip r:embed="rId5">
            <a:alphaModFix/>
          </a:blip>
          <a:stretch>
            <a:fillRect/>
          </a:stretch>
        </p:blipFill>
        <p:spPr>
          <a:xfrm>
            <a:off x="232275" y="2432950"/>
            <a:ext cx="2869925" cy="1164950"/>
          </a:xfrm>
          <a:prstGeom prst="rect">
            <a:avLst/>
          </a:prstGeom>
          <a:noFill/>
          <a:ln>
            <a:noFill/>
          </a:ln>
        </p:spPr>
      </p:pic>
      <p:pic>
        <p:nvPicPr>
          <p:cNvPr id="2967" name="Google Shape;2967;g3d4719490e4_4_10"/>
          <p:cNvPicPr preferRelativeResize="0"/>
          <p:nvPr/>
        </p:nvPicPr>
        <p:blipFill>
          <a:blip r:embed="rId6">
            <a:alphaModFix/>
          </a:blip>
          <a:stretch>
            <a:fillRect/>
          </a:stretch>
        </p:blipFill>
        <p:spPr>
          <a:xfrm>
            <a:off x="232275" y="3719100"/>
            <a:ext cx="2869925" cy="1164950"/>
          </a:xfrm>
          <a:prstGeom prst="rect">
            <a:avLst/>
          </a:prstGeom>
          <a:noFill/>
          <a:ln>
            <a:noFill/>
          </a:ln>
        </p:spPr>
      </p:pic>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1" name="Shape 2971"/>
        <p:cNvGrpSpPr/>
        <p:nvPr/>
      </p:nvGrpSpPr>
      <p:grpSpPr>
        <a:xfrm>
          <a:off x="0" y="0"/>
          <a:ext cx="0" cy="0"/>
          <a:chOff x="0" y="0"/>
          <a:chExt cx="0" cy="0"/>
        </a:xfrm>
      </p:grpSpPr>
      <p:sp>
        <p:nvSpPr>
          <p:cNvPr id="2972" name="Google Shape;2972;g3d45d748a52_2_160"/>
          <p:cNvSpPr txBox="1"/>
          <p:nvPr/>
        </p:nvSpPr>
        <p:spPr>
          <a:xfrm>
            <a:off x="974250" y="282925"/>
            <a:ext cx="7195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Data</a:t>
            </a:r>
            <a:r>
              <a:rPr b="1" lang="en" sz="3000"/>
              <a:t> Cleaning</a:t>
            </a:r>
            <a:endParaRPr b="1" sz="3000"/>
          </a:p>
        </p:txBody>
      </p:sp>
      <p:pic>
        <p:nvPicPr>
          <p:cNvPr id="2973" name="Google Shape;2973;g3d45d748a52_2_160" title="slideA_negative_values.png"/>
          <p:cNvPicPr preferRelativeResize="0"/>
          <p:nvPr/>
        </p:nvPicPr>
        <p:blipFill>
          <a:blip r:embed="rId3">
            <a:alphaModFix/>
          </a:blip>
          <a:stretch>
            <a:fillRect/>
          </a:stretch>
        </p:blipFill>
        <p:spPr>
          <a:xfrm>
            <a:off x="152400" y="1081825"/>
            <a:ext cx="8839204" cy="3206801"/>
          </a:xfrm>
          <a:prstGeom prst="rect">
            <a:avLst/>
          </a:prstGeom>
          <a:noFill/>
          <a:ln>
            <a:noFill/>
          </a:ln>
        </p:spPr>
      </p:pic>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7" name="Shape 2977"/>
        <p:cNvGrpSpPr/>
        <p:nvPr/>
      </p:nvGrpSpPr>
      <p:grpSpPr>
        <a:xfrm>
          <a:off x="0" y="0"/>
          <a:ext cx="0" cy="0"/>
          <a:chOff x="0" y="0"/>
          <a:chExt cx="0" cy="0"/>
        </a:xfrm>
      </p:grpSpPr>
      <p:sp>
        <p:nvSpPr>
          <p:cNvPr id="2978" name="Google Shape;2978;g3d4719490e4_4_48"/>
          <p:cNvSpPr txBox="1"/>
          <p:nvPr/>
        </p:nvSpPr>
        <p:spPr>
          <a:xfrm>
            <a:off x="974250" y="282925"/>
            <a:ext cx="7195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Data Cleaning</a:t>
            </a:r>
            <a:endParaRPr b="1" sz="3000"/>
          </a:p>
        </p:txBody>
      </p:sp>
      <p:pic>
        <p:nvPicPr>
          <p:cNvPr id="2979" name="Google Shape;2979;g3d4719490e4_4_48" title="Gemini_Generated_Image_ugulfeugulfeugul (1).png"/>
          <p:cNvPicPr preferRelativeResize="0"/>
          <p:nvPr/>
        </p:nvPicPr>
        <p:blipFill>
          <a:blip r:embed="rId3">
            <a:alphaModFix/>
          </a:blip>
          <a:stretch>
            <a:fillRect/>
          </a:stretch>
        </p:blipFill>
        <p:spPr>
          <a:xfrm>
            <a:off x="974250" y="871975"/>
            <a:ext cx="7303900" cy="3909276"/>
          </a:xfrm>
          <a:prstGeom prst="rect">
            <a:avLst/>
          </a:prstGeom>
          <a:noFill/>
          <a:ln>
            <a:noFill/>
          </a:ln>
        </p:spPr>
      </p:pic>
      <p:sp>
        <p:nvSpPr>
          <p:cNvPr id="2980" name="Google Shape;2980;g3d4719490e4_4_48"/>
          <p:cNvSpPr txBox="1"/>
          <p:nvPr/>
        </p:nvSpPr>
        <p:spPr>
          <a:xfrm>
            <a:off x="5240175" y="2349875"/>
            <a:ext cx="9525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Lato"/>
                <a:ea typeface="Lato"/>
                <a:cs typeface="Lato"/>
                <a:sym typeface="Lato"/>
              </a:rPr>
              <a:t>Parent did not respond</a:t>
            </a:r>
            <a:endParaRPr sz="500">
              <a:solidFill>
                <a:schemeClr val="dk1"/>
              </a:solidFill>
              <a:latin typeface="Lato"/>
              <a:ea typeface="Lato"/>
              <a:cs typeface="Lato"/>
              <a:sym typeface="Lato"/>
            </a:endParaRPr>
          </a:p>
        </p:txBody>
      </p:sp>
      <p:sp>
        <p:nvSpPr>
          <p:cNvPr id="2981" name="Google Shape;2981;g3d4719490e4_4_48"/>
          <p:cNvSpPr txBox="1"/>
          <p:nvPr/>
        </p:nvSpPr>
        <p:spPr>
          <a:xfrm>
            <a:off x="4566150" y="2349875"/>
            <a:ext cx="9525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Lato"/>
                <a:ea typeface="Lato"/>
                <a:cs typeface="Lato"/>
                <a:sym typeface="Lato"/>
              </a:rPr>
              <a:t>Parent responded</a:t>
            </a:r>
            <a:endParaRPr sz="500">
              <a:solidFill>
                <a:schemeClr val="dk1"/>
              </a:solidFill>
              <a:latin typeface="Lato"/>
              <a:ea typeface="Lato"/>
              <a:cs typeface="Lato"/>
              <a:sym typeface="Lato"/>
            </a:endParaRPr>
          </a:p>
        </p:txBody>
      </p:sp>
      <p:sp>
        <p:nvSpPr>
          <p:cNvPr id="2982" name="Google Shape;2982;g3d4719490e4_4_48"/>
          <p:cNvSpPr txBox="1"/>
          <p:nvPr/>
        </p:nvSpPr>
        <p:spPr>
          <a:xfrm>
            <a:off x="5944200" y="3537150"/>
            <a:ext cx="3255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Lato"/>
                <a:ea typeface="Lato"/>
                <a:cs typeface="Lato"/>
                <a:sym typeface="Lato"/>
              </a:rPr>
              <a:t>-8</a:t>
            </a:r>
            <a:endParaRPr sz="500">
              <a:solidFill>
                <a:schemeClr val="dk1"/>
              </a:solidFill>
              <a:latin typeface="Lato"/>
              <a:ea typeface="Lato"/>
              <a:cs typeface="Lato"/>
              <a:sym typeface="Lato"/>
            </a:endParaRPr>
          </a:p>
        </p:txBody>
      </p:sp>
      <p:sp>
        <p:nvSpPr>
          <p:cNvPr id="2983" name="Google Shape;2983;g3d4719490e4_4_48"/>
          <p:cNvSpPr txBox="1"/>
          <p:nvPr/>
        </p:nvSpPr>
        <p:spPr>
          <a:xfrm>
            <a:off x="5333200" y="3537150"/>
            <a:ext cx="3255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Lato"/>
                <a:ea typeface="Lato"/>
                <a:cs typeface="Lato"/>
                <a:sym typeface="Lato"/>
              </a:rPr>
              <a:t>-9</a:t>
            </a:r>
            <a:endParaRPr sz="500">
              <a:solidFill>
                <a:schemeClr val="dk1"/>
              </a:solidFill>
              <a:latin typeface="Lato"/>
              <a:ea typeface="Lato"/>
              <a:cs typeface="Lato"/>
              <a:sym typeface="Lato"/>
            </a:endParaRPr>
          </a:p>
        </p:txBody>
      </p:sp>
      <p:sp>
        <p:nvSpPr>
          <p:cNvPr id="2984" name="Google Shape;2984;g3d4719490e4_4_48"/>
          <p:cNvSpPr txBox="1"/>
          <p:nvPr/>
        </p:nvSpPr>
        <p:spPr>
          <a:xfrm>
            <a:off x="4722200" y="3537150"/>
            <a:ext cx="3255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Lato"/>
                <a:ea typeface="Lato"/>
                <a:cs typeface="Lato"/>
                <a:sym typeface="Lato"/>
              </a:rPr>
              <a:t>-7</a:t>
            </a:r>
            <a:endParaRPr sz="500">
              <a:solidFill>
                <a:schemeClr val="dk1"/>
              </a:solidFill>
              <a:latin typeface="Lato"/>
              <a:ea typeface="Lato"/>
              <a:cs typeface="Lato"/>
              <a:sym typeface="Lato"/>
            </a:endParaRPr>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8" name="Shape 2988"/>
        <p:cNvGrpSpPr/>
        <p:nvPr/>
      </p:nvGrpSpPr>
      <p:grpSpPr>
        <a:xfrm>
          <a:off x="0" y="0"/>
          <a:ext cx="0" cy="0"/>
          <a:chOff x="0" y="0"/>
          <a:chExt cx="0" cy="0"/>
        </a:xfrm>
      </p:grpSpPr>
      <p:sp>
        <p:nvSpPr>
          <p:cNvPr id="2989" name="Google Shape;2989;g3d4719490e4_4_36"/>
          <p:cNvSpPr txBox="1"/>
          <p:nvPr/>
        </p:nvSpPr>
        <p:spPr>
          <a:xfrm>
            <a:off x="974250" y="282925"/>
            <a:ext cx="7195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Data Cleaning</a:t>
            </a:r>
            <a:endParaRPr b="1" sz="3000"/>
          </a:p>
        </p:txBody>
      </p:sp>
      <p:pic>
        <p:nvPicPr>
          <p:cNvPr id="2990" name="Google Shape;2990;g3d4719490e4_4_36" title="slideC_imputation.png"/>
          <p:cNvPicPr preferRelativeResize="0"/>
          <p:nvPr/>
        </p:nvPicPr>
        <p:blipFill>
          <a:blip r:embed="rId3">
            <a:alphaModFix/>
          </a:blip>
          <a:stretch>
            <a:fillRect/>
          </a:stretch>
        </p:blipFill>
        <p:spPr>
          <a:xfrm>
            <a:off x="899300" y="1015675"/>
            <a:ext cx="7345398" cy="3509099"/>
          </a:xfrm>
          <a:prstGeom prst="rect">
            <a:avLst/>
          </a:prstGeom>
          <a:noFill/>
          <a:ln>
            <a:noFill/>
          </a:ln>
        </p:spPr>
      </p:pic>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4" name="Shape 2994"/>
        <p:cNvGrpSpPr/>
        <p:nvPr/>
      </p:nvGrpSpPr>
      <p:grpSpPr>
        <a:xfrm>
          <a:off x="0" y="0"/>
          <a:ext cx="0" cy="0"/>
          <a:chOff x="0" y="0"/>
          <a:chExt cx="0" cy="0"/>
        </a:xfrm>
      </p:grpSpPr>
      <p:sp>
        <p:nvSpPr>
          <p:cNvPr id="2995" name="Google Shape;2995;g3d4719490e4_4_42"/>
          <p:cNvSpPr txBox="1"/>
          <p:nvPr/>
        </p:nvSpPr>
        <p:spPr>
          <a:xfrm>
            <a:off x="974250" y="282925"/>
            <a:ext cx="7195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Data Cleaning</a:t>
            </a:r>
            <a:endParaRPr b="1" sz="3000"/>
          </a:p>
        </p:txBody>
      </p:sp>
      <p:pic>
        <p:nvPicPr>
          <p:cNvPr id="2996" name="Google Shape;2996;g3d4719490e4_4_42" title="chartE_outliers_final.png"/>
          <p:cNvPicPr preferRelativeResize="0"/>
          <p:nvPr/>
        </p:nvPicPr>
        <p:blipFill>
          <a:blip r:embed="rId3">
            <a:alphaModFix/>
          </a:blip>
          <a:stretch>
            <a:fillRect/>
          </a:stretch>
        </p:blipFill>
        <p:spPr>
          <a:xfrm>
            <a:off x="152400" y="1081825"/>
            <a:ext cx="8839204" cy="3388074"/>
          </a:xfrm>
          <a:prstGeom prst="rect">
            <a:avLst/>
          </a:prstGeom>
          <a:noFill/>
          <a:ln>
            <a:noFill/>
          </a:ln>
        </p:spPr>
      </p:pic>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0" name="Shape 3000"/>
        <p:cNvGrpSpPr/>
        <p:nvPr/>
      </p:nvGrpSpPr>
      <p:grpSpPr>
        <a:xfrm>
          <a:off x="0" y="0"/>
          <a:ext cx="0" cy="0"/>
          <a:chOff x="0" y="0"/>
          <a:chExt cx="0" cy="0"/>
        </a:xfrm>
      </p:grpSpPr>
      <p:sp>
        <p:nvSpPr>
          <p:cNvPr id="3001" name="Google Shape;3001;g3d4502adc0c_0_15"/>
          <p:cNvSpPr txBox="1"/>
          <p:nvPr>
            <p:ph type="title"/>
          </p:nvPr>
        </p:nvSpPr>
        <p:spPr>
          <a:xfrm>
            <a:off x="713225" y="2121000"/>
            <a:ext cx="7717500" cy="1511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a:t>Presenting EDA Results</a:t>
            </a:r>
            <a:endParaRPr/>
          </a:p>
        </p:txBody>
      </p:sp>
      <p:sp>
        <p:nvSpPr>
          <p:cNvPr id="3002" name="Google Shape;3002;g3d4502adc0c_0_15"/>
          <p:cNvSpPr txBox="1"/>
          <p:nvPr>
            <p:ph idx="2" type="title"/>
          </p:nvPr>
        </p:nvSpPr>
        <p:spPr>
          <a:xfrm>
            <a:off x="3574350" y="539500"/>
            <a:ext cx="1652100" cy="166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04</a:t>
            </a:r>
            <a:endParaRPr/>
          </a:p>
        </p:txBody>
      </p:sp>
      <p:grpSp>
        <p:nvGrpSpPr>
          <p:cNvPr id="3003" name="Google Shape;3003;g3d4502adc0c_0_15"/>
          <p:cNvGrpSpPr/>
          <p:nvPr/>
        </p:nvGrpSpPr>
        <p:grpSpPr>
          <a:xfrm>
            <a:off x="3333121" y="539511"/>
            <a:ext cx="397957" cy="491303"/>
            <a:chOff x="4986000" y="2166120"/>
            <a:chExt cx="388440" cy="1402920"/>
          </a:xfrm>
        </p:grpSpPr>
        <p:sp>
          <p:nvSpPr>
            <p:cNvPr id="3004" name="Google Shape;3004;g3d4502adc0c_0_15"/>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05" name="Google Shape;3005;g3d4502adc0c_0_15"/>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06" name="Google Shape;3006;g3d4502adc0c_0_15"/>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007" name="Google Shape;3007;g3d4502adc0c_0_15"/>
          <p:cNvGrpSpPr/>
          <p:nvPr/>
        </p:nvGrpSpPr>
        <p:grpSpPr>
          <a:xfrm>
            <a:off x="4984304" y="1974862"/>
            <a:ext cx="398326" cy="280942"/>
            <a:chOff x="6180480" y="1249200"/>
            <a:chExt cx="388800" cy="552600"/>
          </a:xfrm>
        </p:grpSpPr>
        <p:sp>
          <p:nvSpPr>
            <p:cNvPr id="3008" name="Google Shape;3008;g3d4502adc0c_0_15"/>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09" name="Google Shape;3009;g3d4502adc0c_0_15"/>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10" name="Google Shape;3010;g3d4502adc0c_0_15"/>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4" name="Shape 3014"/>
        <p:cNvGrpSpPr/>
        <p:nvPr/>
      </p:nvGrpSpPr>
      <p:grpSpPr>
        <a:xfrm>
          <a:off x="0" y="0"/>
          <a:ext cx="0" cy="0"/>
          <a:chOff x="0" y="0"/>
          <a:chExt cx="0" cy="0"/>
        </a:xfrm>
      </p:grpSpPr>
      <p:sp>
        <p:nvSpPr>
          <p:cNvPr id="3015" name="Google Shape;3015;g3d4502adc0c_0_3143"/>
          <p:cNvSpPr txBox="1"/>
          <p:nvPr/>
        </p:nvSpPr>
        <p:spPr>
          <a:xfrm>
            <a:off x="1072750" y="74500"/>
            <a:ext cx="6604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EDA Steps</a:t>
            </a:r>
            <a:endParaRPr b="1" sz="3000"/>
          </a:p>
        </p:txBody>
      </p:sp>
      <p:pic>
        <p:nvPicPr>
          <p:cNvPr id="3016" name="Google Shape;3016;g3d4502adc0c_0_3143"/>
          <p:cNvPicPr preferRelativeResize="0"/>
          <p:nvPr/>
        </p:nvPicPr>
        <p:blipFill>
          <a:blip r:embed="rId3">
            <a:alphaModFix/>
          </a:blip>
          <a:stretch>
            <a:fillRect/>
          </a:stretch>
        </p:blipFill>
        <p:spPr>
          <a:xfrm>
            <a:off x="666300" y="720989"/>
            <a:ext cx="7811399" cy="4035886"/>
          </a:xfrm>
          <a:prstGeom prst="rect">
            <a:avLst/>
          </a:prstGeom>
          <a:noFill/>
          <a:ln>
            <a:noFill/>
          </a:ln>
        </p:spPr>
      </p:pic>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0" name="Shape 3020"/>
        <p:cNvGrpSpPr/>
        <p:nvPr/>
      </p:nvGrpSpPr>
      <p:grpSpPr>
        <a:xfrm>
          <a:off x="0" y="0"/>
          <a:ext cx="0" cy="0"/>
          <a:chOff x="0" y="0"/>
          <a:chExt cx="0" cy="0"/>
        </a:xfrm>
      </p:grpSpPr>
      <p:sp>
        <p:nvSpPr>
          <p:cNvPr id="3021" name="Google Shape;3021;g3d4502adc0c_0_88"/>
          <p:cNvSpPr txBox="1"/>
          <p:nvPr/>
        </p:nvSpPr>
        <p:spPr>
          <a:xfrm>
            <a:off x="1072750" y="74500"/>
            <a:ext cx="6604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Target Variable Disitribution</a:t>
            </a:r>
            <a:endParaRPr b="1" sz="3000"/>
          </a:p>
        </p:txBody>
      </p:sp>
      <p:pic>
        <p:nvPicPr>
          <p:cNvPr id="3022" name="Google Shape;3022;g3d4502adc0c_0_88"/>
          <p:cNvPicPr preferRelativeResize="0"/>
          <p:nvPr/>
        </p:nvPicPr>
        <p:blipFill>
          <a:blip r:embed="rId3">
            <a:alphaModFix/>
          </a:blip>
          <a:stretch>
            <a:fillRect/>
          </a:stretch>
        </p:blipFill>
        <p:spPr>
          <a:xfrm>
            <a:off x="2700775" y="816250"/>
            <a:ext cx="3538651" cy="4022451"/>
          </a:xfrm>
          <a:prstGeom prst="rect">
            <a:avLst/>
          </a:prstGeom>
          <a:noFill/>
          <a:ln>
            <a:noFill/>
          </a:ln>
        </p:spPr>
      </p:pic>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6" name="Shape 3026"/>
        <p:cNvGrpSpPr/>
        <p:nvPr/>
      </p:nvGrpSpPr>
      <p:grpSpPr>
        <a:xfrm>
          <a:off x="0" y="0"/>
          <a:ext cx="0" cy="0"/>
          <a:chOff x="0" y="0"/>
          <a:chExt cx="0" cy="0"/>
        </a:xfrm>
      </p:grpSpPr>
      <p:sp>
        <p:nvSpPr>
          <p:cNvPr id="3027" name="Google Shape;3027;g3d4502adc0c_0_102"/>
          <p:cNvSpPr txBox="1"/>
          <p:nvPr/>
        </p:nvSpPr>
        <p:spPr>
          <a:xfrm>
            <a:off x="1072750" y="169750"/>
            <a:ext cx="6604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Missing Data</a:t>
            </a:r>
            <a:endParaRPr b="1" sz="3000"/>
          </a:p>
        </p:txBody>
      </p:sp>
      <p:pic>
        <p:nvPicPr>
          <p:cNvPr id="3028" name="Google Shape;3028;g3d4502adc0c_0_102"/>
          <p:cNvPicPr preferRelativeResize="0"/>
          <p:nvPr/>
        </p:nvPicPr>
        <p:blipFill>
          <a:blip r:embed="rId3">
            <a:alphaModFix/>
          </a:blip>
          <a:stretch>
            <a:fillRect/>
          </a:stretch>
        </p:blipFill>
        <p:spPr>
          <a:xfrm>
            <a:off x="563675" y="921025"/>
            <a:ext cx="8016649" cy="3689076"/>
          </a:xfrm>
          <a:prstGeom prst="rect">
            <a:avLst/>
          </a:prstGeom>
          <a:noFill/>
          <a:ln>
            <a:noFill/>
          </a:ln>
        </p:spPr>
      </p:pic>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2" name="Shape 3032"/>
        <p:cNvGrpSpPr/>
        <p:nvPr/>
      </p:nvGrpSpPr>
      <p:grpSpPr>
        <a:xfrm>
          <a:off x="0" y="0"/>
          <a:ext cx="0" cy="0"/>
          <a:chOff x="0" y="0"/>
          <a:chExt cx="0" cy="0"/>
        </a:xfrm>
      </p:grpSpPr>
      <p:sp>
        <p:nvSpPr>
          <p:cNvPr id="3033" name="Google Shape;3033;g3d4502adc0c_0_143"/>
          <p:cNvSpPr txBox="1"/>
          <p:nvPr/>
        </p:nvSpPr>
        <p:spPr>
          <a:xfrm>
            <a:off x="974250" y="85725"/>
            <a:ext cx="7195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t>Different Domains</a:t>
            </a:r>
            <a:endParaRPr b="1" sz="3000"/>
          </a:p>
        </p:txBody>
      </p:sp>
      <p:pic>
        <p:nvPicPr>
          <p:cNvPr id="3034" name="Google Shape;3034;g3d4502adc0c_0_143"/>
          <p:cNvPicPr preferRelativeResize="0"/>
          <p:nvPr/>
        </p:nvPicPr>
        <p:blipFill rotWithShape="1">
          <a:blip r:embed="rId3">
            <a:alphaModFix/>
          </a:blip>
          <a:srcRect b="0" l="0" r="0" t="12748"/>
          <a:stretch/>
        </p:blipFill>
        <p:spPr>
          <a:xfrm>
            <a:off x="1781175" y="732225"/>
            <a:ext cx="5883181" cy="4049425"/>
          </a:xfrm>
          <a:prstGeom prst="rect">
            <a:avLst/>
          </a:prstGeom>
          <a:noFill/>
          <a:ln>
            <a:noFill/>
          </a:ln>
        </p:spPr>
      </p:pic>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8" name="Shape 3038"/>
        <p:cNvGrpSpPr/>
        <p:nvPr/>
      </p:nvGrpSpPr>
      <p:grpSpPr>
        <a:xfrm>
          <a:off x="0" y="0"/>
          <a:ext cx="0" cy="0"/>
          <a:chOff x="0" y="0"/>
          <a:chExt cx="0" cy="0"/>
        </a:xfrm>
      </p:grpSpPr>
      <p:sp>
        <p:nvSpPr>
          <p:cNvPr id="3039" name="Google Shape;3039;g3d4502adc0c_0_3077"/>
          <p:cNvSpPr txBox="1"/>
          <p:nvPr/>
        </p:nvSpPr>
        <p:spPr>
          <a:xfrm>
            <a:off x="222800" y="169750"/>
            <a:ext cx="8127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rgbClr val="F0997B"/>
                </a:solidFill>
              </a:rPr>
              <a:t>DOMAIN 1: Family &amp; Parental Background</a:t>
            </a:r>
            <a:endParaRPr b="1" sz="3000">
              <a:solidFill>
                <a:srgbClr val="F0997B"/>
              </a:solidFill>
            </a:endParaRPr>
          </a:p>
        </p:txBody>
      </p:sp>
      <p:pic>
        <p:nvPicPr>
          <p:cNvPr id="3040" name="Google Shape;3040;g3d4502adc0c_0_3077"/>
          <p:cNvPicPr preferRelativeResize="0"/>
          <p:nvPr/>
        </p:nvPicPr>
        <p:blipFill>
          <a:blip r:embed="rId3">
            <a:alphaModFix/>
          </a:blip>
          <a:stretch>
            <a:fillRect/>
          </a:stretch>
        </p:blipFill>
        <p:spPr>
          <a:xfrm>
            <a:off x="0" y="816243"/>
            <a:ext cx="9144000" cy="3759207"/>
          </a:xfrm>
          <a:prstGeom prst="rect">
            <a:avLst/>
          </a:prstGeom>
          <a:noFill/>
          <a:ln>
            <a:noFill/>
          </a:ln>
        </p:spPr>
      </p:pic>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4" name="Shape 3044"/>
        <p:cNvGrpSpPr/>
        <p:nvPr/>
      </p:nvGrpSpPr>
      <p:grpSpPr>
        <a:xfrm>
          <a:off x="0" y="0"/>
          <a:ext cx="0" cy="0"/>
          <a:chOff x="0" y="0"/>
          <a:chExt cx="0" cy="0"/>
        </a:xfrm>
      </p:grpSpPr>
      <p:sp>
        <p:nvSpPr>
          <p:cNvPr id="3045" name="Google Shape;3045;g3d4502adc0c_0_116"/>
          <p:cNvSpPr txBox="1"/>
          <p:nvPr/>
        </p:nvSpPr>
        <p:spPr>
          <a:xfrm>
            <a:off x="222800" y="169750"/>
            <a:ext cx="8127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rgbClr val="F0997B"/>
                </a:solidFill>
              </a:rPr>
              <a:t>DOMAIN 1: Family &amp; Parental Background</a:t>
            </a:r>
            <a:endParaRPr b="1" sz="3000">
              <a:solidFill>
                <a:srgbClr val="F0997B"/>
              </a:solidFill>
            </a:endParaRPr>
          </a:p>
        </p:txBody>
      </p:sp>
      <p:pic>
        <p:nvPicPr>
          <p:cNvPr id="3046" name="Google Shape;3046;g3d4502adc0c_0_116"/>
          <p:cNvPicPr preferRelativeResize="0"/>
          <p:nvPr/>
        </p:nvPicPr>
        <p:blipFill rotWithShape="1">
          <a:blip r:embed="rId3">
            <a:alphaModFix/>
          </a:blip>
          <a:srcRect b="0" l="0" r="0" t="7630"/>
          <a:stretch/>
        </p:blipFill>
        <p:spPr>
          <a:xfrm>
            <a:off x="450550" y="816250"/>
            <a:ext cx="7899250" cy="3762375"/>
          </a:xfrm>
          <a:prstGeom prst="rect">
            <a:avLst/>
          </a:prstGeom>
          <a:noFill/>
          <a:ln>
            <a:noFill/>
          </a:ln>
        </p:spPr>
      </p:pic>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0" name="Shape 3050"/>
        <p:cNvGrpSpPr/>
        <p:nvPr/>
      </p:nvGrpSpPr>
      <p:grpSpPr>
        <a:xfrm>
          <a:off x="0" y="0"/>
          <a:ext cx="0" cy="0"/>
          <a:chOff x="0" y="0"/>
          <a:chExt cx="0" cy="0"/>
        </a:xfrm>
      </p:grpSpPr>
      <p:sp>
        <p:nvSpPr>
          <p:cNvPr id="3051" name="Google Shape;3051;g3d4502adc0c_0_3009"/>
          <p:cNvSpPr txBox="1"/>
          <p:nvPr/>
        </p:nvSpPr>
        <p:spPr>
          <a:xfrm>
            <a:off x="0" y="103075"/>
            <a:ext cx="8954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rgbClr val="F0997B"/>
                </a:solidFill>
              </a:rPr>
              <a:t>Parent Expectations Dominate Student Expectations</a:t>
            </a:r>
            <a:endParaRPr b="1" sz="2600">
              <a:solidFill>
                <a:srgbClr val="F0997B"/>
              </a:solidFill>
            </a:endParaRPr>
          </a:p>
        </p:txBody>
      </p:sp>
      <p:pic>
        <p:nvPicPr>
          <p:cNvPr id="3052" name="Google Shape;3052;g3d4502adc0c_0_3009"/>
          <p:cNvPicPr preferRelativeResize="0"/>
          <p:nvPr/>
        </p:nvPicPr>
        <p:blipFill>
          <a:blip r:embed="rId3">
            <a:alphaModFix/>
          </a:blip>
          <a:stretch>
            <a:fillRect/>
          </a:stretch>
        </p:blipFill>
        <p:spPr>
          <a:xfrm>
            <a:off x="1582286" y="628525"/>
            <a:ext cx="5790126" cy="4164825"/>
          </a:xfrm>
          <a:prstGeom prst="rect">
            <a:avLst/>
          </a:prstGeom>
          <a:noFill/>
          <a:ln>
            <a:noFill/>
          </a:ln>
        </p:spPr>
      </p:pic>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6" name="Shape 3056"/>
        <p:cNvGrpSpPr/>
        <p:nvPr/>
      </p:nvGrpSpPr>
      <p:grpSpPr>
        <a:xfrm>
          <a:off x="0" y="0"/>
          <a:ext cx="0" cy="0"/>
          <a:chOff x="0" y="0"/>
          <a:chExt cx="0" cy="0"/>
        </a:xfrm>
      </p:grpSpPr>
      <p:sp>
        <p:nvSpPr>
          <p:cNvPr id="3057" name="Google Shape;3057;g3d4502adc0c_0_3150"/>
          <p:cNvSpPr txBox="1"/>
          <p:nvPr/>
        </p:nvSpPr>
        <p:spPr>
          <a:xfrm>
            <a:off x="0" y="103075"/>
            <a:ext cx="8954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rgbClr val="F0997B"/>
                </a:solidFill>
              </a:rPr>
              <a:t>Parent Expectations Dominate Student Expectations</a:t>
            </a:r>
            <a:endParaRPr b="1" sz="2600">
              <a:solidFill>
                <a:srgbClr val="F0997B"/>
              </a:solidFill>
            </a:endParaRPr>
          </a:p>
        </p:txBody>
      </p:sp>
      <p:pic>
        <p:nvPicPr>
          <p:cNvPr id="3058" name="Google Shape;3058;g3d4502adc0c_0_3150"/>
          <p:cNvPicPr preferRelativeResize="0"/>
          <p:nvPr/>
        </p:nvPicPr>
        <p:blipFill>
          <a:blip r:embed="rId3">
            <a:alphaModFix/>
          </a:blip>
          <a:stretch>
            <a:fillRect/>
          </a:stretch>
        </p:blipFill>
        <p:spPr>
          <a:xfrm>
            <a:off x="1592163" y="621400"/>
            <a:ext cx="5770382" cy="4150626"/>
          </a:xfrm>
          <a:prstGeom prst="rect">
            <a:avLst/>
          </a:prstGeom>
          <a:noFill/>
          <a:ln>
            <a:noFill/>
          </a:ln>
        </p:spPr>
      </p:pic>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2" name="Shape 3062"/>
        <p:cNvGrpSpPr/>
        <p:nvPr/>
      </p:nvGrpSpPr>
      <p:grpSpPr>
        <a:xfrm>
          <a:off x="0" y="0"/>
          <a:ext cx="0" cy="0"/>
          <a:chOff x="0" y="0"/>
          <a:chExt cx="0" cy="0"/>
        </a:xfrm>
      </p:grpSpPr>
      <p:sp>
        <p:nvSpPr>
          <p:cNvPr id="3063" name="Google Shape;3063;g3d4502adc0c_0_2994"/>
          <p:cNvSpPr txBox="1"/>
          <p:nvPr/>
        </p:nvSpPr>
        <p:spPr>
          <a:xfrm>
            <a:off x="168900" y="169750"/>
            <a:ext cx="8806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rgbClr val="F0997B"/>
                </a:solidFill>
              </a:rPr>
              <a:t>SES: Poverty Is Not Just a Risk Factor </a:t>
            </a:r>
            <a:endParaRPr b="1" sz="3000">
              <a:solidFill>
                <a:srgbClr val="F0997B"/>
              </a:solidFill>
            </a:endParaRPr>
          </a:p>
        </p:txBody>
      </p:sp>
      <p:pic>
        <p:nvPicPr>
          <p:cNvPr id="3064" name="Google Shape;3064;g3d4502adc0c_0_2994"/>
          <p:cNvPicPr preferRelativeResize="0"/>
          <p:nvPr/>
        </p:nvPicPr>
        <p:blipFill>
          <a:blip r:embed="rId3">
            <a:alphaModFix/>
          </a:blip>
          <a:stretch>
            <a:fillRect/>
          </a:stretch>
        </p:blipFill>
        <p:spPr>
          <a:xfrm>
            <a:off x="1013863" y="749575"/>
            <a:ext cx="7116271" cy="4022450"/>
          </a:xfrm>
          <a:prstGeom prst="rect">
            <a:avLst/>
          </a:prstGeom>
          <a:noFill/>
          <a:ln>
            <a:noFill/>
          </a:ln>
        </p:spPr>
      </p:pic>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8" name="Shape 3068"/>
        <p:cNvGrpSpPr/>
        <p:nvPr/>
      </p:nvGrpSpPr>
      <p:grpSpPr>
        <a:xfrm>
          <a:off x="0" y="0"/>
          <a:ext cx="0" cy="0"/>
          <a:chOff x="0" y="0"/>
          <a:chExt cx="0" cy="0"/>
        </a:xfrm>
      </p:grpSpPr>
      <p:sp>
        <p:nvSpPr>
          <p:cNvPr id="3069" name="Google Shape;3069;g3d4502adc0c_0_3042"/>
          <p:cNvSpPr txBox="1"/>
          <p:nvPr/>
        </p:nvSpPr>
        <p:spPr>
          <a:xfrm>
            <a:off x="662600" y="169750"/>
            <a:ext cx="76944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rgbClr val="86B8EC"/>
                </a:solidFill>
              </a:rPr>
              <a:t>Domain 2: Academics</a:t>
            </a:r>
            <a:endParaRPr b="1" sz="2500">
              <a:solidFill>
                <a:srgbClr val="86B8EC"/>
              </a:solidFill>
            </a:endParaRPr>
          </a:p>
        </p:txBody>
      </p:sp>
      <p:pic>
        <p:nvPicPr>
          <p:cNvPr id="3070" name="Google Shape;3070;g3d4502adc0c_0_3042"/>
          <p:cNvPicPr preferRelativeResize="0"/>
          <p:nvPr/>
        </p:nvPicPr>
        <p:blipFill>
          <a:blip r:embed="rId3">
            <a:alphaModFix/>
          </a:blip>
          <a:stretch>
            <a:fillRect/>
          </a:stretch>
        </p:blipFill>
        <p:spPr>
          <a:xfrm>
            <a:off x="600100" y="819275"/>
            <a:ext cx="7694401" cy="3759511"/>
          </a:xfrm>
          <a:prstGeom prst="rect">
            <a:avLst/>
          </a:prstGeom>
          <a:noFill/>
          <a:ln>
            <a:noFill/>
          </a:ln>
        </p:spPr>
      </p:pic>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4" name="Shape 3074"/>
        <p:cNvGrpSpPr/>
        <p:nvPr/>
      </p:nvGrpSpPr>
      <p:grpSpPr>
        <a:xfrm>
          <a:off x="0" y="0"/>
          <a:ext cx="0" cy="0"/>
          <a:chOff x="0" y="0"/>
          <a:chExt cx="0" cy="0"/>
        </a:xfrm>
      </p:grpSpPr>
      <p:sp>
        <p:nvSpPr>
          <p:cNvPr id="3075" name="Google Shape;3075;g3d4502adc0c_0_3061"/>
          <p:cNvSpPr txBox="1"/>
          <p:nvPr/>
        </p:nvSpPr>
        <p:spPr>
          <a:xfrm>
            <a:off x="103525" y="169750"/>
            <a:ext cx="89349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rgbClr val="F0A03E"/>
                </a:solidFill>
              </a:rPr>
              <a:t>Domain 3: Student Motivation &amp; Attitudes</a:t>
            </a:r>
            <a:endParaRPr b="1" sz="2500">
              <a:solidFill>
                <a:srgbClr val="F0A03E"/>
              </a:solidFill>
            </a:endParaRPr>
          </a:p>
        </p:txBody>
      </p:sp>
      <p:sp>
        <p:nvSpPr>
          <p:cNvPr id="3076" name="Google Shape;3076;g3d4502adc0c_0_3061"/>
          <p:cNvSpPr txBox="1"/>
          <p:nvPr/>
        </p:nvSpPr>
        <p:spPr>
          <a:xfrm>
            <a:off x="393425" y="890375"/>
            <a:ext cx="8313600" cy="364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1"/>
              </a:solidFill>
              <a:latin typeface="Lato"/>
              <a:ea typeface="Lato"/>
              <a:cs typeface="Lato"/>
              <a:sym typeface="Lato"/>
            </a:endParaRPr>
          </a:p>
        </p:txBody>
      </p:sp>
      <p:pic>
        <p:nvPicPr>
          <p:cNvPr id="3077" name="Google Shape;3077;g3d4502adc0c_0_3061"/>
          <p:cNvPicPr preferRelativeResize="0"/>
          <p:nvPr/>
        </p:nvPicPr>
        <p:blipFill rotWithShape="1">
          <a:blip r:embed="rId3">
            <a:alphaModFix/>
          </a:blip>
          <a:srcRect b="0" l="0" r="49967" t="1068"/>
          <a:stretch/>
        </p:blipFill>
        <p:spPr>
          <a:xfrm>
            <a:off x="2243900" y="890375"/>
            <a:ext cx="4290250" cy="3605425"/>
          </a:xfrm>
          <a:prstGeom prst="rect">
            <a:avLst/>
          </a:prstGeom>
          <a:noFill/>
          <a:ln>
            <a:noFill/>
          </a:ln>
        </p:spPr>
      </p:pic>
      <p:sp>
        <p:nvSpPr>
          <p:cNvPr id="3078" name="Google Shape;3078;g3d4502adc0c_0_3061"/>
          <p:cNvSpPr/>
          <p:nvPr/>
        </p:nvSpPr>
        <p:spPr>
          <a:xfrm>
            <a:off x="2600325" y="2600325"/>
            <a:ext cx="3638700" cy="4761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2" name="Shape 3082"/>
        <p:cNvGrpSpPr/>
        <p:nvPr/>
      </p:nvGrpSpPr>
      <p:grpSpPr>
        <a:xfrm>
          <a:off x="0" y="0"/>
          <a:ext cx="0" cy="0"/>
          <a:chOff x="0" y="0"/>
          <a:chExt cx="0" cy="0"/>
        </a:xfrm>
      </p:grpSpPr>
      <p:sp>
        <p:nvSpPr>
          <p:cNvPr id="3083" name="Google Shape;3083;g3d4502adc0c_0_33"/>
          <p:cNvSpPr txBox="1"/>
          <p:nvPr>
            <p:ph type="title"/>
          </p:nvPr>
        </p:nvSpPr>
        <p:spPr>
          <a:xfrm>
            <a:off x="713225" y="2121000"/>
            <a:ext cx="7717500" cy="1511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a:t>Feature Selection</a:t>
            </a:r>
            <a:endParaRPr/>
          </a:p>
        </p:txBody>
      </p:sp>
      <p:sp>
        <p:nvSpPr>
          <p:cNvPr id="3084" name="Google Shape;3084;g3d4502adc0c_0_33"/>
          <p:cNvSpPr txBox="1"/>
          <p:nvPr>
            <p:ph idx="2" type="title"/>
          </p:nvPr>
        </p:nvSpPr>
        <p:spPr>
          <a:xfrm>
            <a:off x="3574350" y="539500"/>
            <a:ext cx="1652100" cy="166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05</a:t>
            </a:r>
            <a:endParaRPr/>
          </a:p>
        </p:txBody>
      </p:sp>
      <p:grpSp>
        <p:nvGrpSpPr>
          <p:cNvPr id="3085" name="Google Shape;3085;g3d4502adc0c_0_33"/>
          <p:cNvGrpSpPr/>
          <p:nvPr/>
        </p:nvGrpSpPr>
        <p:grpSpPr>
          <a:xfrm>
            <a:off x="3333121" y="539511"/>
            <a:ext cx="397957" cy="491303"/>
            <a:chOff x="4986000" y="2166120"/>
            <a:chExt cx="388440" cy="1402920"/>
          </a:xfrm>
        </p:grpSpPr>
        <p:sp>
          <p:nvSpPr>
            <p:cNvPr id="3086" name="Google Shape;3086;g3d4502adc0c_0_33"/>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7" name="Google Shape;3087;g3d4502adc0c_0_33"/>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8" name="Google Shape;3088;g3d4502adc0c_0_33"/>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089" name="Google Shape;3089;g3d4502adc0c_0_33"/>
          <p:cNvGrpSpPr/>
          <p:nvPr/>
        </p:nvGrpSpPr>
        <p:grpSpPr>
          <a:xfrm>
            <a:off x="4984304" y="1974862"/>
            <a:ext cx="398326" cy="280942"/>
            <a:chOff x="6180480" y="1249200"/>
            <a:chExt cx="388800" cy="552600"/>
          </a:xfrm>
        </p:grpSpPr>
        <p:sp>
          <p:nvSpPr>
            <p:cNvPr id="3090" name="Google Shape;3090;g3d4502adc0c_0_33"/>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1" name="Google Shape;3091;g3d4502adc0c_0_33"/>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2" name="Google Shape;3092;g3d4502adc0c_0_33"/>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6" name="Shape 3096"/>
        <p:cNvGrpSpPr/>
        <p:nvPr/>
      </p:nvGrpSpPr>
      <p:grpSpPr>
        <a:xfrm>
          <a:off x="0" y="0"/>
          <a:ext cx="0" cy="0"/>
          <a:chOff x="0" y="0"/>
          <a:chExt cx="0" cy="0"/>
        </a:xfrm>
      </p:grpSpPr>
      <p:sp>
        <p:nvSpPr>
          <p:cNvPr id="3097" name="Google Shape;3097;g3d45d748a52_0_2446"/>
          <p:cNvSpPr txBox="1"/>
          <p:nvPr/>
        </p:nvSpPr>
        <p:spPr>
          <a:xfrm>
            <a:off x="680200" y="249975"/>
            <a:ext cx="78450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t>Feature Engineering: Building Better Signals</a:t>
            </a:r>
            <a:endParaRPr b="1" sz="2500"/>
          </a:p>
        </p:txBody>
      </p:sp>
      <p:sp>
        <p:nvSpPr>
          <p:cNvPr id="3098" name="Google Shape;3098;g3d45d748a52_0_2446"/>
          <p:cNvSpPr txBox="1"/>
          <p:nvPr/>
        </p:nvSpPr>
        <p:spPr>
          <a:xfrm>
            <a:off x="765675" y="1315725"/>
            <a:ext cx="3000000" cy="25551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b="1" lang="en" sz="1100"/>
              <a:t>Parent Survey → A Missing-Data Feature</a:t>
            </a:r>
            <a:r>
              <a:rPr lang="en" sz="1100"/>
              <a:t> 3,017 students had parents who never responded to the survey — all parent variables blank. Rather than just imputing over it: → Created </a:t>
            </a:r>
            <a:r>
              <a:rPr lang="en" sz="1100">
                <a:solidFill>
                  <a:srgbClr val="188038"/>
                </a:solidFill>
                <a:latin typeface="Roboto Mono"/>
                <a:ea typeface="Roboto Mono"/>
                <a:cs typeface="Roboto Mono"/>
                <a:sym typeface="Roboto Mono"/>
              </a:rPr>
              <a:t>X1PAR_SURVEY_MISSING</a:t>
            </a:r>
            <a:r>
              <a:rPr lang="en" sz="1100"/>
              <a:t> as a standalone flag → </a:t>
            </a:r>
            <a:r>
              <a:rPr i="1" lang="en" sz="1100"/>
              <a:t>Result:</a:t>
            </a:r>
            <a:r>
              <a:rPr lang="en" sz="1100"/>
              <a:t> 24.3% dropout when parent is absent vs 13.3% when present — one of the strongest binary predictors in the entire dataset </a:t>
            </a:r>
            <a:r>
              <a:rPr i="1" lang="en" sz="1100"/>
              <a:t>"Parents who don't engage with the survey often have students who don't engage with school."</a:t>
            </a:r>
            <a:endParaRPr/>
          </a:p>
        </p:txBody>
      </p:sp>
      <p:sp>
        <p:nvSpPr>
          <p:cNvPr id="3099" name="Google Shape;3099;g3d45d748a52_0_2446"/>
          <p:cNvSpPr txBox="1"/>
          <p:nvPr/>
        </p:nvSpPr>
        <p:spPr>
          <a:xfrm>
            <a:off x="4802625" y="1315725"/>
            <a:ext cx="3000000" cy="22164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Char char="●"/>
            </a:pPr>
            <a:r>
              <a:rPr b="1" lang="en" sz="1100"/>
              <a:t>Household Structure → One Binary Feature</a:t>
            </a:r>
            <a:r>
              <a:rPr lang="en" sz="1100"/>
              <a:t> </a:t>
            </a:r>
            <a:r>
              <a:rPr lang="en" sz="1100">
                <a:solidFill>
                  <a:srgbClr val="188038"/>
                </a:solidFill>
                <a:latin typeface="Roboto Mono"/>
                <a:ea typeface="Roboto Mono"/>
                <a:cs typeface="Roboto Mono"/>
                <a:sym typeface="Roboto Mono"/>
              </a:rPr>
              <a:t>X1PARPATTERN</a:t>
            </a:r>
            <a:r>
              <a:rPr lang="en" sz="1100"/>
              <a:t> had 9 complex household categories (biological two-parent, single mother, guardian, etc.) → Collapsed into </a:t>
            </a:r>
            <a:r>
              <a:rPr lang="en" sz="1100">
                <a:solidFill>
                  <a:srgbClr val="188038"/>
                </a:solidFill>
                <a:latin typeface="Roboto Mono"/>
                <a:ea typeface="Roboto Mono"/>
                <a:cs typeface="Roboto Mono"/>
                <a:sym typeface="Roboto Mono"/>
              </a:rPr>
              <a:t>X1_DUAL_PARENT</a:t>
            </a:r>
            <a:r>
              <a:rPr lang="en" sz="1100"/>
              <a:t>: does the student have 1 or 2 parent figures? → </a:t>
            </a:r>
            <a:r>
              <a:rPr i="1" lang="en" sz="1100"/>
              <a:t>Result:</a:t>
            </a:r>
            <a:r>
              <a:rPr lang="en" sz="1100"/>
              <a:t> Single-parent households drop out at 2× the rate (22.1% vs 10.8%) </a:t>
            </a:r>
            <a:r>
              <a:rPr i="1" lang="en" sz="1100"/>
              <a:t>"Nine categories, but one question matters: is there a second adult in the picture?"</a:t>
            </a:r>
            <a:endParaRPr/>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3" name="Shape 3103"/>
        <p:cNvGrpSpPr/>
        <p:nvPr/>
      </p:nvGrpSpPr>
      <p:grpSpPr>
        <a:xfrm>
          <a:off x="0" y="0"/>
          <a:ext cx="0" cy="0"/>
          <a:chOff x="0" y="0"/>
          <a:chExt cx="0" cy="0"/>
        </a:xfrm>
      </p:grpSpPr>
      <p:sp>
        <p:nvSpPr>
          <p:cNvPr id="3104" name="Google Shape;3104;g3d45d748a52_3_98"/>
          <p:cNvSpPr txBox="1"/>
          <p:nvPr/>
        </p:nvSpPr>
        <p:spPr>
          <a:xfrm>
            <a:off x="680200" y="249975"/>
            <a:ext cx="78450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t>Feature Engineering: Building Better Signals</a:t>
            </a:r>
            <a:endParaRPr b="1" sz="2500"/>
          </a:p>
        </p:txBody>
      </p:sp>
      <p:sp>
        <p:nvSpPr>
          <p:cNvPr id="3105" name="Google Shape;3105;g3d45d748a52_3_98"/>
          <p:cNvSpPr txBox="1"/>
          <p:nvPr/>
        </p:nvSpPr>
        <p:spPr>
          <a:xfrm>
            <a:off x="1430075" y="867450"/>
            <a:ext cx="6354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23 features — selected by 3 criteria from EDA</a:t>
            </a:r>
            <a:endParaRPr/>
          </a:p>
        </p:txBody>
      </p:sp>
      <p:sp>
        <p:nvSpPr>
          <p:cNvPr id="3106" name="Google Shape;3106;g3d45d748a52_3_98"/>
          <p:cNvSpPr txBox="1"/>
          <p:nvPr/>
        </p:nvSpPr>
        <p:spPr>
          <a:xfrm>
            <a:off x="680200" y="1422875"/>
            <a:ext cx="3355200" cy="14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t>Top — The 3 selection criteria (one line each):</a:t>
            </a:r>
            <a:endParaRPr b="1" sz="1100"/>
          </a:p>
          <a:p>
            <a:pPr indent="-298450" lvl="0" marL="457200" rtl="0" algn="l">
              <a:lnSpc>
                <a:spcPct val="115000"/>
              </a:lnSpc>
              <a:spcBef>
                <a:spcPts val="1200"/>
              </a:spcBef>
              <a:spcAft>
                <a:spcPts val="0"/>
              </a:spcAft>
              <a:buSzPts val="1100"/>
              <a:buAutoNum type="arabicPeriod"/>
            </a:pPr>
            <a:r>
              <a:rPr b="1" lang="en" sz="1100"/>
              <a:t>Spearman correlation</a:t>
            </a:r>
            <a:r>
              <a:rPr lang="en" sz="1100"/>
              <a:t> with dropout target</a:t>
            </a:r>
            <a:endParaRPr sz="1100"/>
          </a:p>
          <a:p>
            <a:pPr indent="-298450" lvl="0" marL="457200" rtl="0" algn="l">
              <a:lnSpc>
                <a:spcPct val="115000"/>
              </a:lnSpc>
              <a:spcBef>
                <a:spcPts val="0"/>
              </a:spcBef>
              <a:spcAft>
                <a:spcPts val="0"/>
              </a:spcAft>
              <a:buSzPts val="1100"/>
              <a:buAutoNum type="arabicPeriod"/>
            </a:pPr>
            <a:r>
              <a:rPr b="1" lang="en" sz="1100"/>
              <a:t>Bivariate dropout rate gaps</a:t>
            </a:r>
            <a:r>
              <a:rPr lang="en" sz="1100"/>
              <a:t> across categories</a:t>
            </a:r>
            <a:endParaRPr sz="1100"/>
          </a:p>
          <a:p>
            <a:pPr indent="-298450" lvl="0" marL="457200" rtl="0" algn="l">
              <a:lnSpc>
                <a:spcPct val="115000"/>
              </a:lnSpc>
              <a:spcBef>
                <a:spcPts val="0"/>
              </a:spcBef>
              <a:spcAft>
                <a:spcPts val="0"/>
              </a:spcAft>
              <a:buSzPts val="1100"/>
              <a:buAutoNum type="arabicPeriod"/>
            </a:pPr>
            <a:r>
              <a:rPr b="1" lang="en" sz="1100"/>
              <a:t>Multicollinearity checks</a:t>
            </a:r>
            <a:r>
              <a:rPr lang="en" sz="1100"/>
              <a:t> between predictors</a:t>
            </a:r>
            <a:endParaRPr sz="1100"/>
          </a:p>
        </p:txBody>
      </p:sp>
      <p:pic>
        <p:nvPicPr>
          <p:cNvPr id="3107" name="Google Shape;3107;g3d45d748a52_3_98"/>
          <p:cNvPicPr preferRelativeResize="0"/>
          <p:nvPr/>
        </p:nvPicPr>
        <p:blipFill>
          <a:blip r:embed="rId3">
            <a:alphaModFix/>
          </a:blip>
          <a:stretch>
            <a:fillRect/>
          </a:stretch>
        </p:blipFill>
        <p:spPr>
          <a:xfrm>
            <a:off x="4187800" y="1420050"/>
            <a:ext cx="4803800" cy="3367529"/>
          </a:xfrm>
          <a:prstGeom prst="rect">
            <a:avLst/>
          </a:prstGeom>
          <a:noFill/>
          <a:ln>
            <a:noFill/>
          </a:ln>
        </p:spPr>
      </p:pic>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1" name="Shape 3111"/>
        <p:cNvGrpSpPr/>
        <p:nvPr/>
      </p:nvGrpSpPr>
      <p:grpSpPr>
        <a:xfrm>
          <a:off x="0" y="0"/>
          <a:ext cx="0" cy="0"/>
          <a:chOff x="0" y="0"/>
          <a:chExt cx="0" cy="0"/>
        </a:xfrm>
      </p:grpSpPr>
      <p:sp>
        <p:nvSpPr>
          <p:cNvPr id="3112" name="Google Shape;3112;g3d4502adc0c_0_48"/>
          <p:cNvSpPr txBox="1"/>
          <p:nvPr>
            <p:ph type="title"/>
          </p:nvPr>
        </p:nvSpPr>
        <p:spPr>
          <a:xfrm>
            <a:off x="713225" y="2121000"/>
            <a:ext cx="7717500" cy="1511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a:t>Modeling and Results</a:t>
            </a:r>
            <a:endParaRPr/>
          </a:p>
        </p:txBody>
      </p:sp>
      <p:sp>
        <p:nvSpPr>
          <p:cNvPr id="3113" name="Google Shape;3113;g3d4502adc0c_0_48"/>
          <p:cNvSpPr txBox="1"/>
          <p:nvPr>
            <p:ph idx="2" type="title"/>
          </p:nvPr>
        </p:nvSpPr>
        <p:spPr>
          <a:xfrm>
            <a:off x="3574350" y="539500"/>
            <a:ext cx="1652100" cy="166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06</a:t>
            </a:r>
            <a:endParaRPr/>
          </a:p>
        </p:txBody>
      </p:sp>
      <p:grpSp>
        <p:nvGrpSpPr>
          <p:cNvPr id="3114" name="Google Shape;3114;g3d4502adc0c_0_48"/>
          <p:cNvGrpSpPr/>
          <p:nvPr/>
        </p:nvGrpSpPr>
        <p:grpSpPr>
          <a:xfrm>
            <a:off x="3333121" y="539511"/>
            <a:ext cx="397957" cy="491303"/>
            <a:chOff x="4986000" y="2166120"/>
            <a:chExt cx="388440" cy="1402920"/>
          </a:xfrm>
        </p:grpSpPr>
        <p:sp>
          <p:nvSpPr>
            <p:cNvPr id="3115" name="Google Shape;3115;g3d4502adc0c_0_48"/>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16" name="Google Shape;3116;g3d4502adc0c_0_48"/>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17" name="Google Shape;3117;g3d4502adc0c_0_48"/>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118" name="Google Shape;3118;g3d4502adc0c_0_48"/>
          <p:cNvGrpSpPr/>
          <p:nvPr/>
        </p:nvGrpSpPr>
        <p:grpSpPr>
          <a:xfrm>
            <a:off x="4984304" y="1974862"/>
            <a:ext cx="398326" cy="280942"/>
            <a:chOff x="6180480" y="1249200"/>
            <a:chExt cx="388800" cy="552600"/>
          </a:xfrm>
        </p:grpSpPr>
        <p:sp>
          <p:nvSpPr>
            <p:cNvPr id="3119" name="Google Shape;3119;g3d4502adc0c_0_48"/>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20" name="Google Shape;3120;g3d4502adc0c_0_48"/>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21" name="Google Shape;3121;g3d4502adc0c_0_48"/>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5" name="Shape 3125"/>
        <p:cNvGrpSpPr/>
        <p:nvPr/>
      </p:nvGrpSpPr>
      <p:grpSpPr>
        <a:xfrm>
          <a:off x="0" y="0"/>
          <a:ext cx="0" cy="0"/>
          <a:chOff x="0" y="0"/>
          <a:chExt cx="0" cy="0"/>
        </a:xfrm>
      </p:grpSpPr>
      <p:sp>
        <p:nvSpPr>
          <p:cNvPr id="3126" name="Google Shape;3126;g3d45d748a52_0_2449"/>
          <p:cNvSpPr txBox="1"/>
          <p:nvPr/>
        </p:nvSpPr>
        <p:spPr>
          <a:xfrm>
            <a:off x="1550700" y="141450"/>
            <a:ext cx="60426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t>Our Metric</a:t>
            </a:r>
            <a:endParaRPr sz="2500"/>
          </a:p>
        </p:txBody>
      </p:sp>
      <p:sp>
        <p:nvSpPr>
          <p:cNvPr id="3127" name="Google Shape;3127;g3d45d748a52_0_2449"/>
          <p:cNvSpPr txBox="1"/>
          <p:nvPr/>
        </p:nvSpPr>
        <p:spPr>
          <a:xfrm>
            <a:off x="775350" y="710850"/>
            <a:ext cx="759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t>Missing an at-risk student is more costly than flagging a student who may not eventually drop</a:t>
            </a:r>
            <a:endParaRPr i="1"/>
          </a:p>
        </p:txBody>
      </p:sp>
      <p:sp>
        <p:nvSpPr>
          <p:cNvPr id="3128" name="Google Shape;3128;g3d45d748a52_0_2449"/>
          <p:cNvSpPr txBox="1"/>
          <p:nvPr/>
        </p:nvSpPr>
        <p:spPr>
          <a:xfrm>
            <a:off x="423600" y="1138325"/>
            <a:ext cx="8296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Recall: of all students who actually dropped out, how many did we catch?</a:t>
            </a:r>
            <a:endParaRPr/>
          </a:p>
        </p:txBody>
      </p:sp>
      <p:pic>
        <p:nvPicPr>
          <p:cNvPr id="3129" name="Google Shape;3129;g3d45d748a52_0_2449"/>
          <p:cNvPicPr preferRelativeResize="0"/>
          <p:nvPr/>
        </p:nvPicPr>
        <p:blipFill>
          <a:blip r:embed="rId3">
            <a:alphaModFix/>
          </a:blip>
          <a:stretch>
            <a:fillRect/>
          </a:stretch>
        </p:blipFill>
        <p:spPr>
          <a:xfrm>
            <a:off x="1095375" y="1966000"/>
            <a:ext cx="6953250" cy="2133600"/>
          </a:xfrm>
          <a:prstGeom prst="rect">
            <a:avLst/>
          </a:prstGeom>
          <a:noFill/>
          <a:ln>
            <a:noFill/>
          </a:ln>
        </p:spPr>
      </p:pic>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3" name="Shape 3133"/>
        <p:cNvGrpSpPr/>
        <p:nvPr/>
      </p:nvGrpSpPr>
      <p:grpSpPr>
        <a:xfrm>
          <a:off x="0" y="0"/>
          <a:ext cx="0" cy="0"/>
          <a:chOff x="0" y="0"/>
          <a:chExt cx="0" cy="0"/>
        </a:xfrm>
      </p:grpSpPr>
      <p:sp>
        <p:nvSpPr>
          <p:cNvPr id="3134" name="Google Shape;3134;g3d45d748a52_2_232"/>
          <p:cNvSpPr txBox="1"/>
          <p:nvPr/>
        </p:nvSpPr>
        <p:spPr>
          <a:xfrm>
            <a:off x="1550700" y="169750"/>
            <a:ext cx="6042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t>The Journey: </a:t>
            </a:r>
            <a:r>
              <a:rPr b="1" lang="en" sz="2000"/>
              <a:t>14</a:t>
            </a:r>
            <a:r>
              <a:rPr lang="en" sz="2000"/>
              <a:t>% → </a:t>
            </a:r>
            <a:r>
              <a:rPr b="1" lang="en" sz="2000"/>
              <a:t>86.5</a:t>
            </a:r>
            <a:r>
              <a:rPr lang="en" sz="2000"/>
              <a:t>%</a:t>
            </a:r>
            <a:endParaRPr sz="2000"/>
          </a:p>
        </p:txBody>
      </p:sp>
      <p:sp>
        <p:nvSpPr>
          <p:cNvPr id="3135" name="Google Shape;3135;g3d45d748a52_2_232"/>
          <p:cNvSpPr txBox="1"/>
          <p:nvPr/>
        </p:nvSpPr>
        <p:spPr>
          <a:xfrm>
            <a:off x="775350" y="569950"/>
            <a:ext cx="759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t>Building a model that catches 6× more at-risk students</a:t>
            </a:r>
            <a:endParaRPr i="1"/>
          </a:p>
        </p:txBody>
      </p:sp>
      <p:sp>
        <p:nvSpPr>
          <p:cNvPr id="3136" name="Google Shape;3136;g3d45d748a52_2_232"/>
          <p:cNvSpPr txBox="1"/>
          <p:nvPr/>
        </p:nvSpPr>
        <p:spPr>
          <a:xfrm>
            <a:off x="97200" y="4132450"/>
            <a:ext cx="904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The ablation study proved both levers matter: class weighting for awareness, feature engineering for precision</a:t>
            </a:r>
            <a:endParaRPr i="1"/>
          </a:p>
        </p:txBody>
      </p:sp>
      <p:pic>
        <p:nvPicPr>
          <p:cNvPr id="3137" name="Google Shape;3137;g3d45d748a52_2_232"/>
          <p:cNvPicPr preferRelativeResize="0"/>
          <p:nvPr/>
        </p:nvPicPr>
        <p:blipFill>
          <a:blip r:embed="rId3">
            <a:alphaModFix/>
          </a:blip>
          <a:stretch>
            <a:fillRect/>
          </a:stretch>
        </p:blipFill>
        <p:spPr>
          <a:xfrm>
            <a:off x="2170113" y="1143000"/>
            <a:ext cx="4803785" cy="2857500"/>
          </a:xfrm>
          <a:prstGeom prst="rect">
            <a:avLst/>
          </a:prstGeom>
          <a:noFill/>
          <a:ln>
            <a:noFill/>
          </a:ln>
        </p:spPr>
      </p:pic>
    </p:spTree>
  </p:cSld>
  <p:clrMapOvr>
    <a:masterClrMapping/>
  </p:clrMapOvr>
  <p:transition spd="med">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1" name="Shape 3141"/>
        <p:cNvGrpSpPr/>
        <p:nvPr/>
      </p:nvGrpSpPr>
      <p:grpSpPr>
        <a:xfrm>
          <a:off x="0" y="0"/>
          <a:ext cx="0" cy="0"/>
          <a:chOff x="0" y="0"/>
          <a:chExt cx="0" cy="0"/>
        </a:xfrm>
      </p:grpSpPr>
      <p:sp>
        <p:nvSpPr>
          <p:cNvPr id="3142" name="Google Shape;3142;g3d45d748a52_2_255"/>
          <p:cNvSpPr txBox="1"/>
          <p:nvPr/>
        </p:nvSpPr>
        <p:spPr>
          <a:xfrm>
            <a:off x="1550700" y="169750"/>
            <a:ext cx="60426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t>"Top Predictors" (SHAP summary)</a:t>
            </a:r>
            <a:endParaRPr sz="2500"/>
          </a:p>
        </p:txBody>
      </p:sp>
      <p:pic>
        <p:nvPicPr>
          <p:cNvPr id="3143" name="Google Shape;3143;g3d45d748a52_2_255"/>
          <p:cNvPicPr preferRelativeResize="0"/>
          <p:nvPr/>
        </p:nvPicPr>
        <p:blipFill>
          <a:blip r:embed="rId3">
            <a:alphaModFix/>
          </a:blip>
          <a:stretch>
            <a:fillRect/>
          </a:stretch>
        </p:blipFill>
        <p:spPr>
          <a:xfrm>
            <a:off x="152400" y="1122550"/>
            <a:ext cx="3693000" cy="3602750"/>
          </a:xfrm>
          <a:prstGeom prst="rect">
            <a:avLst/>
          </a:prstGeom>
          <a:noFill/>
          <a:ln>
            <a:noFill/>
          </a:ln>
        </p:spPr>
      </p:pic>
      <p:pic>
        <p:nvPicPr>
          <p:cNvPr id="3144" name="Google Shape;3144;g3d45d748a52_2_255"/>
          <p:cNvPicPr preferRelativeResize="0"/>
          <p:nvPr/>
        </p:nvPicPr>
        <p:blipFill>
          <a:blip r:embed="rId4">
            <a:alphaModFix/>
          </a:blip>
          <a:stretch>
            <a:fillRect/>
          </a:stretch>
        </p:blipFill>
        <p:spPr>
          <a:xfrm>
            <a:off x="3997800" y="1122550"/>
            <a:ext cx="4993800" cy="2891932"/>
          </a:xfrm>
          <a:prstGeom prst="rect">
            <a:avLst/>
          </a:prstGeom>
          <a:noFill/>
          <a:ln>
            <a:noFill/>
          </a:ln>
        </p:spPr>
      </p:pic>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8" name="Shape 3148"/>
        <p:cNvGrpSpPr/>
        <p:nvPr/>
      </p:nvGrpSpPr>
      <p:grpSpPr>
        <a:xfrm>
          <a:off x="0" y="0"/>
          <a:ext cx="0" cy="0"/>
          <a:chOff x="0" y="0"/>
          <a:chExt cx="0" cy="0"/>
        </a:xfrm>
      </p:grpSpPr>
      <p:sp>
        <p:nvSpPr>
          <p:cNvPr id="3149" name="Google Shape;3149;g3d45d748a52_2_245"/>
          <p:cNvSpPr txBox="1"/>
          <p:nvPr/>
        </p:nvSpPr>
        <p:spPr>
          <a:xfrm>
            <a:off x="1550700" y="169750"/>
            <a:ext cx="60426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t>Models Comparison - Results</a:t>
            </a:r>
            <a:endParaRPr sz="2500"/>
          </a:p>
        </p:txBody>
      </p:sp>
      <p:pic>
        <p:nvPicPr>
          <p:cNvPr id="3150" name="Google Shape;3150;g3d45d748a52_2_245"/>
          <p:cNvPicPr preferRelativeResize="0"/>
          <p:nvPr/>
        </p:nvPicPr>
        <p:blipFill>
          <a:blip r:embed="rId3">
            <a:alphaModFix/>
          </a:blip>
          <a:stretch>
            <a:fillRect/>
          </a:stretch>
        </p:blipFill>
        <p:spPr>
          <a:xfrm>
            <a:off x="0" y="891550"/>
            <a:ext cx="9144001" cy="2951875"/>
          </a:xfrm>
          <a:prstGeom prst="rect">
            <a:avLst/>
          </a:prstGeom>
          <a:noFill/>
          <a:ln>
            <a:noFill/>
          </a:ln>
        </p:spPr>
      </p:pic>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4" name="Shape 3154"/>
        <p:cNvGrpSpPr/>
        <p:nvPr/>
      </p:nvGrpSpPr>
      <p:grpSpPr>
        <a:xfrm>
          <a:off x="0" y="0"/>
          <a:ext cx="0" cy="0"/>
          <a:chOff x="0" y="0"/>
          <a:chExt cx="0" cy="0"/>
        </a:xfrm>
      </p:grpSpPr>
      <p:sp>
        <p:nvSpPr>
          <p:cNvPr id="3155" name="Google Shape;3155;g3d4502adc0c_0_63"/>
          <p:cNvSpPr txBox="1"/>
          <p:nvPr>
            <p:ph type="title"/>
          </p:nvPr>
        </p:nvSpPr>
        <p:spPr>
          <a:xfrm>
            <a:off x="790125" y="2327150"/>
            <a:ext cx="7744800" cy="2151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a:t>Business Recommendation &amp; Further Steps</a:t>
            </a:r>
            <a:endParaRPr/>
          </a:p>
        </p:txBody>
      </p:sp>
      <p:sp>
        <p:nvSpPr>
          <p:cNvPr id="3156" name="Google Shape;3156;g3d4502adc0c_0_63"/>
          <p:cNvSpPr txBox="1"/>
          <p:nvPr>
            <p:ph idx="2" type="title"/>
          </p:nvPr>
        </p:nvSpPr>
        <p:spPr>
          <a:xfrm>
            <a:off x="3574350" y="539500"/>
            <a:ext cx="1652100" cy="166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07</a:t>
            </a:r>
            <a:endParaRPr/>
          </a:p>
        </p:txBody>
      </p:sp>
      <p:grpSp>
        <p:nvGrpSpPr>
          <p:cNvPr id="3157" name="Google Shape;3157;g3d4502adc0c_0_63"/>
          <p:cNvGrpSpPr/>
          <p:nvPr/>
        </p:nvGrpSpPr>
        <p:grpSpPr>
          <a:xfrm>
            <a:off x="3333121" y="539511"/>
            <a:ext cx="397957" cy="491303"/>
            <a:chOff x="4986000" y="2166120"/>
            <a:chExt cx="388440" cy="1402920"/>
          </a:xfrm>
        </p:grpSpPr>
        <p:sp>
          <p:nvSpPr>
            <p:cNvPr id="3158" name="Google Shape;3158;g3d4502adc0c_0_63"/>
            <p:cNvSpPr/>
            <p:nvPr/>
          </p:nvSpPr>
          <p:spPr>
            <a:xfrm>
              <a:off x="5135040" y="2166120"/>
              <a:ext cx="90360" cy="1294200"/>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9" name="Google Shape;3159;g3d4502adc0c_0_63"/>
            <p:cNvSpPr/>
            <p:nvPr/>
          </p:nvSpPr>
          <p:spPr>
            <a:xfrm>
              <a:off x="4986000" y="2166120"/>
              <a:ext cx="90360" cy="792720"/>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60" name="Google Shape;3160;g3d4502adc0c_0_63"/>
            <p:cNvSpPr/>
            <p:nvPr/>
          </p:nvSpPr>
          <p:spPr>
            <a:xfrm>
              <a:off x="5284440" y="3460320"/>
              <a:ext cx="90000" cy="108720"/>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161" name="Google Shape;3161;g3d4502adc0c_0_63"/>
          <p:cNvGrpSpPr/>
          <p:nvPr/>
        </p:nvGrpSpPr>
        <p:grpSpPr>
          <a:xfrm>
            <a:off x="4984304" y="1974862"/>
            <a:ext cx="398326" cy="280942"/>
            <a:chOff x="6180480" y="1249200"/>
            <a:chExt cx="388800" cy="552600"/>
          </a:xfrm>
        </p:grpSpPr>
        <p:sp>
          <p:nvSpPr>
            <p:cNvPr id="3162" name="Google Shape;3162;g3d4502adc0c_0_63"/>
            <p:cNvSpPr/>
            <p:nvPr/>
          </p:nvSpPr>
          <p:spPr>
            <a:xfrm>
              <a:off x="6479280" y="1249200"/>
              <a:ext cx="90000" cy="173520"/>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63" name="Google Shape;3163;g3d4502adc0c_0_63"/>
            <p:cNvSpPr/>
            <p:nvPr/>
          </p:nvSpPr>
          <p:spPr>
            <a:xfrm>
              <a:off x="6329880" y="1249200"/>
              <a:ext cx="90000" cy="443880"/>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64" name="Google Shape;3164;g3d4502adc0c_0_63"/>
            <p:cNvSpPr/>
            <p:nvPr/>
          </p:nvSpPr>
          <p:spPr>
            <a:xfrm>
              <a:off x="6180480" y="1693080"/>
              <a:ext cx="90360" cy="108720"/>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8" name="Shape 3168"/>
        <p:cNvGrpSpPr/>
        <p:nvPr/>
      </p:nvGrpSpPr>
      <p:grpSpPr>
        <a:xfrm>
          <a:off x="0" y="0"/>
          <a:ext cx="0" cy="0"/>
          <a:chOff x="0" y="0"/>
          <a:chExt cx="0" cy="0"/>
        </a:xfrm>
      </p:grpSpPr>
      <p:sp>
        <p:nvSpPr>
          <p:cNvPr id="3169" name="Google Shape;3169;g3d4719490e4_0_101"/>
          <p:cNvSpPr txBox="1"/>
          <p:nvPr/>
        </p:nvSpPr>
        <p:spPr>
          <a:xfrm>
            <a:off x="375450" y="269200"/>
            <a:ext cx="8393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2500"/>
              <a:t>From Prediction to Action</a:t>
            </a:r>
            <a:endParaRPr b="1" i="1" sz="2500"/>
          </a:p>
          <a:p>
            <a:pPr indent="0" lvl="0" marL="0" rtl="0" algn="ctr">
              <a:spcBef>
                <a:spcPts val="0"/>
              </a:spcBef>
              <a:spcAft>
                <a:spcPts val="0"/>
              </a:spcAft>
              <a:buNone/>
            </a:pPr>
            <a:r>
              <a:rPr i="1" lang="en" sz="1500"/>
              <a:t>How schools can use the model as an early-warning system</a:t>
            </a:r>
            <a:endParaRPr i="1" sz="1500"/>
          </a:p>
        </p:txBody>
      </p:sp>
      <p:pic>
        <p:nvPicPr>
          <p:cNvPr id="3170" name="Google Shape;3170;g3d4719490e4_0_101"/>
          <p:cNvPicPr preferRelativeResize="0"/>
          <p:nvPr/>
        </p:nvPicPr>
        <p:blipFill>
          <a:blip r:embed="rId3">
            <a:alphaModFix/>
          </a:blip>
          <a:stretch>
            <a:fillRect/>
          </a:stretch>
        </p:blipFill>
        <p:spPr>
          <a:xfrm>
            <a:off x="364738" y="1159675"/>
            <a:ext cx="8414536" cy="3769099"/>
          </a:xfrm>
          <a:prstGeom prst="rect">
            <a:avLst/>
          </a:prstGeom>
          <a:noFill/>
          <a:ln>
            <a:noFill/>
          </a:ln>
        </p:spPr>
      </p:pic>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4" name="Shape 3174"/>
        <p:cNvGrpSpPr/>
        <p:nvPr/>
      </p:nvGrpSpPr>
      <p:grpSpPr>
        <a:xfrm>
          <a:off x="0" y="0"/>
          <a:ext cx="0" cy="0"/>
          <a:chOff x="0" y="0"/>
          <a:chExt cx="0" cy="0"/>
        </a:xfrm>
      </p:grpSpPr>
      <p:sp>
        <p:nvSpPr>
          <p:cNvPr id="3175" name="Google Shape;3175;g3d45d748a52_0_2455"/>
          <p:cNvSpPr txBox="1"/>
          <p:nvPr/>
        </p:nvSpPr>
        <p:spPr>
          <a:xfrm>
            <a:off x="375450" y="269200"/>
            <a:ext cx="8393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2500"/>
              <a:t>From Prediction to Action</a:t>
            </a:r>
            <a:endParaRPr b="1" i="1" sz="2500"/>
          </a:p>
          <a:p>
            <a:pPr indent="0" lvl="0" marL="0" rtl="0" algn="ctr">
              <a:spcBef>
                <a:spcPts val="0"/>
              </a:spcBef>
              <a:spcAft>
                <a:spcPts val="0"/>
              </a:spcAft>
              <a:buNone/>
            </a:pPr>
            <a:r>
              <a:rPr i="1" lang="en" sz="1500"/>
              <a:t>How schools can use the model as an early-warning system</a:t>
            </a:r>
            <a:endParaRPr i="1" sz="1500"/>
          </a:p>
        </p:txBody>
      </p:sp>
      <p:sp>
        <p:nvSpPr>
          <p:cNvPr id="3176" name="Google Shape;3176;g3d45d748a52_0_2455"/>
          <p:cNvSpPr txBox="1"/>
          <p:nvPr/>
        </p:nvSpPr>
        <p:spPr>
          <a:xfrm>
            <a:off x="999750" y="1918900"/>
            <a:ext cx="7144500" cy="569400"/>
          </a:xfrm>
          <a:prstGeom prst="rect">
            <a:avLst/>
          </a:prstGeom>
          <a:solidFill>
            <a:srgbClr val="00FFFF"/>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2500"/>
              <a:t>DEMO!</a:t>
            </a:r>
            <a:endParaRPr i="1" sz="2500"/>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0" name="Shape 3180"/>
        <p:cNvGrpSpPr/>
        <p:nvPr/>
      </p:nvGrpSpPr>
      <p:grpSpPr>
        <a:xfrm>
          <a:off x="0" y="0"/>
          <a:ext cx="0" cy="0"/>
          <a:chOff x="0" y="0"/>
          <a:chExt cx="0" cy="0"/>
        </a:xfrm>
      </p:grpSpPr>
      <p:sp>
        <p:nvSpPr>
          <p:cNvPr id="3181" name="Google Shape;3181;g3d45d748a52_3_16"/>
          <p:cNvSpPr txBox="1"/>
          <p:nvPr/>
        </p:nvSpPr>
        <p:spPr>
          <a:xfrm>
            <a:off x="375450" y="269200"/>
            <a:ext cx="83931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t>What’sNext</a:t>
            </a:r>
            <a:endParaRPr sz="2500"/>
          </a:p>
        </p:txBody>
      </p:sp>
      <p:sp>
        <p:nvSpPr>
          <p:cNvPr id="3182" name="Google Shape;3182;g3d45d748a52_3_16"/>
          <p:cNvSpPr txBox="1"/>
          <p:nvPr/>
        </p:nvSpPr>
        <p:spPr>
          <a:xfrm>
            <a:off x="3072000" y="8845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This is the beginning, not the end</a:t>
            </a:r>
            <a:endParaRPr/>
          </a:p>
        </p:txBody>
      </p:sp>
      <p:sp>
        <p:nvSpPr>
          <p:cNvPr id="3183" name="Google Shape;3183;g3d45d748a52_3_16"/>
          <p:cNvSpPr txBox="1"/>
          <p:nvPr/>
        </p:nvSpPr>
        <p:spPr>
          <a:xfrm>
            <a:off x="2155200" y="1509400"/>
            <a:ext cx="4833600" cy="14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t>1. Wave 2 Comparison </a:t>
            </a:r>
            <a:r>
              <a:rPr lang="en" sz="1100"/>
              <a:t> </a:t>
            </a:r>
            <a:r>
              <a:rPr i="1" lang="en" sz="1100"/>
              <a:t>Our proposal includes comparing 9th-grade-only prediction with 11th-grade data, does waiting two more years meaningfully improve the model, or can we intervene earlier?</a:t>
            </a:r>
            <a:endParaRPr sz="1100"/>
          </a:p>
          <a:p>
            <a:pPr indent="0" lvl="0" marL="0" rtl="0" algn="l">
              <a:lnSpc>
                <a:spcPct val="115000"/>
              </a:lnSpc>
              <a:spcBef>
                <a:spcPts val="1200"/>
              </a:spcBef>
              <a:spcAft>
                <a:spcPts val="1200"/>
              </a:spcAft>
              <a:buNone/>
            </a:pPr>
            <a:r>
              <a:rPr b="1" lang="en" sz="1100"/>
              <a:t>2. Real-World Validation</a:t>
            </a:r>
            <a:r>
              <a:rPr lang="en" sz="1100"/>
              <a:t> </a:t>
            </a:r>
            <a:r>
              <a:rPr i="1" lang="en" sz="1100"/>
              <a:t>This model was trained on U.S. national data from 2009. The next step is testing it on more recent cohorts and local school districts to see if the patterns hold</a:t>
            </a:r>
            <a:r>
              <a:rPr i="1" lang="en" sz="1100"/>
              <a:t>.</a:t>
            </a:r>
            <a:endParaRPr i="1" sz="1100"/>
          </a:p>
        </p:txBody>
      </p:sp>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7" name="Shape 3187"/>
        <p:cNvGrpSpPr/>
        <p:nvPr/>
      </p:nvGrpSpPr>
      <p:grpSpPr>
        <a:xfrm>
          <a:off x="0" y="0"/>
          <a:ext cx="0" cy="0"/>
          <a:chOff x="0" y="0"/>
          <a:chExt cx="0" cy="0"/>
        </a:xfrm>
      </p:grpSpPr>
      <p:sp>
        <p:nvSpPr>
          <p:cNvPr id="3188" name="Google Shape;3188;g3d45d748a52_3_34"/>
          <p:cNvSpPr txBox="1"/>
          <p:nvPr>
            <p:ph idx="1" type="subTitle"/>
          </p:nvPr>
        </p:nvSpPr>
        <p:spPr>
          <a:xfrm>
            <a:off x="2810175" y="2578600"/>
            <a:ext cx="3091200" cy="72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sz="1800"/>
              <a:t>Do you have any questions?</a:t>
            </a:r>
            <a:endParaRPr b="1" sz="1800"/>
          </a:p>
          <a:p>
            <a:pPr indent="0" lvl="0" marL="0" rtl="0" algn="l">
              <a:lnSpc>
                <a:spcPct val="115000"/>
              </a:lnSpc>
              <a:spcBef>
                <a:spcPts val="0"/>
              </a:spcBef>
              <a:spcAft>
                <a:spcPts val="0"/>
              </a:spcAft>
              <a:buSzPts val="1400"/>
              <a:buNone/>
            </a:pPr>
            <a:r>
              <a:t/>
            </a:r>
            <a:endParaRPr/>
          </a:p>
        </p:txBody>
      </p:sp>
      <p:grpSp>
        <p:nvGrpSpPr>
          <p:cNvPr id="3189" name="Google Shape;3189;g3d45d748a52_3_34"/>
          <p:cNvGrpSpPr/>
          <p:nvPr/>
        </p:nvGrpSpPr>
        <p:grpSpPr>
          <a:xfrm>
            <a:off x="16" y="539500"/>
            <a:ext cx="1602762" cy="4057299"/>
            <a:chOff x="-17" y="539500"/>
            <a:chExt cx="453231" cy="4057299"/>
          </a:xfrm>
        </p:grpSpPr>
        <p:sp>
          <p:nvSpPr>
            <p:cNvPr id="3190" name="Google Shape;3190;g3d45d748a52_3_34"/>
            <p:cNvSpPr/>
            <p:nvPr/>
          </p:nvSpPr>
          <p:spPr>
            <a:xfrm rot="5400000">
              <a:off x="53069" y="1582766"/>
              <a:ext cx="82937" cy="189109"/>
            </a:xfrm>
            <a:custGeom>
              <a:rect b="b" l="l" r="r" t="t"/>
              <a:pathLst>
                <a:path extrusionOk="0" h="1500" w="251">
                  <a:moveTo>
                    <a:pt x="0" y="0"/>
                  </a:moveTo>
                  <a:lnTo>
                    <a:pt x="251" y="0"/>
                  </a:lnTo>
                  <a:lnTo>
                    <a:pt x="251" y="1500"/>
                  </a:lnTo>
                  <a:lnTo>
                    <a:pt x="0" y="1500"/>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1" name="Google Shape;3191;g3d45d748a52_3_34"/>
            <p:cNvSpPr/>
            <p:nvPr/>
          </p:nvSpPr>
          <p:spPr>
            <a:xfrm rot="5400000">
              <a:off x="127680" y="1919535"/>
              <a:ext cx="82606" cy="338000"/>
            </a:xfrm>
            <a:custGeom>
              <a:rect b="b" l="l" r="r" t="t"/>
              <a:pathLst>
                <a:path extrusionOk="0" h="2681" w="250">
                  <a:moveTo>
                    <a:pt x="0" y="0"/>
                  </a:moveTo>
                  <a:lnTo>
                    <a:pt x="250" y="0"/>
                  </a:lnTo>
                  <a:lnTo>
                    <a:pt x="250" y="2681"/>
                  </a:lnTo>
                  <a:lnTo>
                    <a:pt x="0" y="268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2" name="Google Shape;3192;g3d45d748a52_3_34"/>
            <p:cNvSpPr/>
            <p:nvPr/>
          </p:nvSpPr>
          <p:spPr>
            <a:xfrm rot="5400000">
              <a:off x="185130" y="2409932"/>
              <a:ext cx="82937" cy="453231"/>
            </a:xfrm>
            <a:custGeom>
              <a:rect b="b" l="l" r="r" t="t"/>
              <a:pathLst>
                <a:path extrusionOk="0" h="3595" w="251">
                  <a:moveTo>
                    <a:pt x="0" y="0"/>
                  </a:moveTo>
                  <a:lnTo>
                    <a:pt x="251" y="0"/>
                  </a:lnTo>
                  <a:lnTo>
                    <a:pt x="251" y="3595"/>
                  </a:lnTo>
                  <a:lnTo>
                    <a:pt x="0" y="35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3" name="Google Shape;3193;g3d45d748a52_3_34"/>
            <p:cNvSpPr/>
            <p:nvPr/>
          </p:nvSpPr>
          <p:spPr>
            <a:xfrm rot="5400000">
              <a:off x="150752" y="3267071"/>
              <a:ext cx="82606" cy="384143"/>
            </a:xfrm>
            <a:custGeom>
              <a:rect b="b" l="l" r="r" t="t"/>
              <a:pathLst>
                <a:path extrusionOk="0" h="3047" w="250">
                  <a:moveTo>
                    <a:pt x="0" y="0"/>
                  </a:moveTo>
                  <a:lnTo>
                    <a:pt x="250" y="0"/>
                  </a:lnTo>
                  <a:lnTo>
                    <a:pt x="250" y="3047"/>
                  </a:lnTo>
                  <a:lnTo>
                    <a:pt x="0" y="3047"/>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4" name="Google Shape;3194;g3d45d748a52_3_34"/>
            <p:cNvSpPr/>
            <p:nvPr/>
          </p:nvSpPr>
          <p:spPr>
            <a:xfrm rot="5400000">
              <a:off x="90741" y="2778574"/>
              <a:ext cx="82606" cy="264122"/>
            </a:xfrm>
            <a:custGeom>
              <a:rect b="b" l="l" r="r" t="t"/>
              <a:pathLst>
                <a:path extrusionOk="0" h="2095" w="250">
                  <a:moveTo>
                    <a:pt x="0" y="0"/>
                  </a:moveTo>
                  <a:lnTo>
                    <a:pt x="250" y="0"/>
                  </a:lnTo>
                  <a:lnTo>
                    <a:pt x="250" y="2095"/>
                  </a:lnTo>
                  <a:lnTo>
                    <a:pt x="0" y="209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5" name="Google Shape;3195;g3d45d748a52_3_34"/>
            <p:cNvSpPr/>
            <p:nvPr/>
          </p:nvSpPr>
          <p:spPr>
            <a:xfrm rot="5400000">
              <a:off x="32370" y="1466670"/>
              <a:ext cx="82606"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6" name="Google Shape;3196;g3d45d748a52_3_34"/>
            <p:cNvSpPr/>
            <p:nvPr/>
          </p:nvSpPr>
          <p:spPr>
            <a:xfrm rot="5400000">
              <a:off x="32306" y="1877783"/>
              <a:ext cx="82606"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7" name="Google Shape;3197;g3d45d748a52_3_34"/>
            <p:cNvSpPr/>
            <p:nvPr/>
          </p:nvSpPr>
          <p:spPr>
            <a:xfrm rot="5400000">
              <a:off x="97321" y="2360945"/>
              <a:ext cx="82937" cy="277612"/>
            </a:xfrm>
            <a:custGeom>
              <a:rect b="b" l="l" r="r" t="t"/>
              <a:pathLst>
                <a:path extrusionOk="0" h="2202" w="251">
                  <a:moveTo>
                    <a:pt x="0" y="0"/>
                  </a:moveTo>
                  <a:lnTo>
                    <a:pt x="251" y="0"/>
                  </a:lnTo>
                  <a:lnTo>
                    <a:pt x="251" y="2202"/>
                  </a:lnTo>
                  <a:lnTo>
                    <a:pt x="0" y="22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8" name="Google Shape;3198;g3d45d748a52_3_34"/>
            <p:cNvSpPr/>
            <p:nvPr/>
          </p:nvSpPr>
          <p:spPr>
            <a:xfrm rot="5400000">
              <a:off x="19447" y="3124122"/>
              <a:ext cx="82606" cy="121534"/>
            </a:xfrm>
            <a:custGeom>
              <a:rect b="b" l="l" r="r" t="t"/>
              <a:pathLst>
                <a:path extrusionOk="0" h="964" w="250">
                  <a:moveTo>
                    <a:pt x="0" y="0"/>
                  </a:moveTo>
                  <a:lnTo>
                    <a:pt x="250" y="0"/>
                  </a:lnTo>
                  <a:lnTo>
                    <a:pt x="250" y="964"/>
                  </a:lnTo>
                  <a:lnTo>
                    <a:pt x="0" y="96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9" name="Google Shape;3199;g3d45d748a52_3_34"/>
            <p:cNvSpPr/>
            <p:nvPr/>
          </p:nvSpPr>
          <p:spPr>
            <a:xfrm rot="5400000">
              <a:off x="-10936" y="3839808"/>
              <a:ext cx="82606" cy="60767"/>
            </a:xfrm>
            <a:custGeom>
              <a:rect b="b" l="l" r="r" t="t"/>
              <a:pathLst>
                <a:path extrusionOk="0" h="482" w="250">
                  <a:moveTo>
                    <a:pt x="0" y="0"/>
                  </a:moveTo>
                  <a:lnTo>
                    <a:pt x="250" y="0"/>
                  </a:lnTo>
                  <a:lnTo>
                    <a:pt x="250" y="482"/>
                  </a:lnTo>
                  <a:lnTo>
                    <a:pt x="0" y="48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0" name="Google Shape;3200;g3d45d748a52_3_34"/>
            <p:cNvSpPr/>
            <p:nvPr/>
          </p:nvSpPr>
          <p:spPr>
            <a:xfrm rot="5400000">
              <a:off x="36404" y="3655341"/>
              <a:ext cx="82606" cy="155447"/>
            </a:xfrm>
            <a:custGeom>
              <a:rect b="b" l="l" r="r" t="t"/>
              <a:pathLst>
                <a:path extrusionOk="0" h="1233" w="250">
                  <a:moveTo>
                    <a:pt x="0" y="0"/>
                  </a:moveTo>
                  <a:lnTo>
                    <a:pt x="250" y="0"/>
                  </a:lnTo>
                  <a:lnTo>
                    <a:pt x="250" y="1233"/>
                  </a:lnTo>
                  <a:lnTo>
                    <a:pt x="0" y="123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1" name="Google Shape;3201;g3d45d748a52_3_34"/>
            <p:cNvSpPr/>
            <p:nvPr/>
          </p:nvSpPr>
          <p:spPr>
            <a:xfrm rot="5400000">
              <a:off x="23001" y="4354047"/>
              <a:ext cx="82937" cy="128972"/>
            </a:xfrm>
            <a:custGeom>
              <a:rect b="b" l="l" r="r" t="t"/>
              <a:pathLst>
                <a:path extrusionOk="0" h="1023" w="251">
                  <a:moveTo>
                    <a:pt x="0" y="0"/>
                  </a:moveTo>
                  <a:lnTo>
                    <a:pt x="251" y="0"/>
                  </a:lnTo>
                  <a:lnTo>
                    <a:pt x="251" y="1023"/>
                  </a:lnTo>
                  <a:lnTo>
                    <a:pt x="0" y="102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2" name="Google Shape;3202;g3d45d748a52_3_34"/>
            <p:cNvSpPr/>
            <p:nvPr/>
          </p:nvSpPr>
          <p:spPr>
            <a:xfrm rot="5400000">
              <a:off x="2995" y="4237257"/>
              <a:ext cx="82606" cy="88629"/>
            </a:xfrm>
            <a:custGeom>
              <a:rect b="b" l="l" r="r" t="t"/>
              <a:pathLst>
                <a:path extrusionOk="0" h="703" w="250">
                  <a:moveTo>
                    <a:pt x="0" y="0"/>
                  </a:moveTo>
                  <a:lnTo>
                    <a:pt x="250" y="0"/>
                  </a:lnTo>
                  <a:lnTo>
                    <a:pt x="250" y="703"/>
                  </a:lnTo>
                  <a:lnTo>
                    <a:pt x="0" y="70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3" name="Google Shape;3203;g3d45d748a52_3_34"/>
            <p:cNvSpPr/>
            <p:nvPr/>
          </p:nvSpPr>
          <p:spPr>
            <a:xfrm rot="5400000">
              <a:off x="12324" y="4501851"/>
              <a:ext cx="82606" cy="107288"/>
            </a:xfrm>
            <a:custGeom>
              <a:rect b="b" l="l" r="r" t="t"/>
              <a:pathLst>
                <a:path extrusionOk="0" h="851" w="250">
                  <a:moveTo>
                    <a:pt x="0" y="0"/>
                  </a:moveTo>
                  <a:lnTo>
                    <a:pt x="250" y="0"/>
                  </a:lnTo>
                  <a:lnTo>
                    <a:pt x="250" y="851"/>
                  </a:lnTo>
                  <a:lnTo>
                    <a:pt x="0" y="851"/>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4" name="Google Shape;3204;g3d45d748a52_3_34"/>
            <p:cNvSpPr/>
            <p:nvPr/>
          </p:nvSpPr>
          <p:spPr>
            <a:xfrm rot="5400000">
              <a:off x="67418" y="4035708"/>
              <a:ext cx="82606" cy="217475"/>
            </a:xfrm>
            <a:custGeom>
              <a:rect b="b" l="l" r="r" t="t"/>
              <a:pathLst>
                <a:path extrusionOk="0" h="1725" w="250">
                  <a:moveTo>
                    <a:pt x="0" y="0"/>
                  </a:moveTo>
                  <a:lnTo>
                    <a:pt x="250" y="0"/>
                  </a:lnTo>
                  <a:lnTo>
                    <a:pt x="250" y="1725"/>
                  </a:lnTo>
                  <a:lnTo>
                    <a:pt x="0" y="172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5" name="Google Shape;3205;g3d45d748a52_3_34"/>
            <p:cNvSpPr/>
            <p:nvPr/>
          </p:nvSpPr>
          <p:spPr>
            <a:xfrm rot="5400000">
              <a:off x="46427" y="3234269"/>
              <a:ext cx="82606" cy="175493"/>
            </a:xfrm>
            <a:custGeom>
              <a:rect b="b" l="l" r="r" t="t"/>
              <a:pathLst>
                <a:path extrusionOk="0" h="1392" w="250">
                  <a:moveTo>
                    <a:pt x="0" y="0"/>
                  </a:moveTo>
                  <a:lnTo>
                    <a:pt x="250" y="0"/>
                  </a:lnTo>
                  <a:lnTo>
                    <a:pt x="250" y="1392"/>
                  </a:lnTo>
                  <a:lnTo>
                    <a:pt x="0" y="139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6" name="Google Shape;3206;g3d45d748a52_3_34"/>
            <p:cNvSpPr/>
            <p:nvPr/>
          </p:nvSpPr>
          <p:spPr>
            <a:xfrm rot="5400000">
              <a:off x="32370" y="2151973"/>
              <a:ext cx="82606" cy="147379"/>
            </a:xfrm>
            <a:custGeom>
              <a:rect b="b" l="l" r="r" t="t"/>
              <a:pathLst>
                <a:path extrusionOk="0" h="1169" w="250">
                  <a:moveTo>
                    <a:pt x="0" y="0"/>
                  </a:moveTo>
                  <a:lnTo>
                    <a:pt x="250" y="0"/>
                  </a:lnTo>
                  <a:lnTo>
                    <a:pt x="250" y="1169"/>
                  </a:lnTo>
                  <a:lnTo>
                    <a:pt x="0" y="1169"/>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7" name="Google Shape;3207;g3d45d748a52_3_34"/>
            <p:cNvSpPr/>
            <p:nvPr/>
          </p:nvSpPr>
          <p:spPr>
            <a:xfrm rot="5400000">
              <a:off x="32306" y="1192479"/>
              <a:ext cx="82606" cy="147253"/>
            </a:xfrm>
            <a:custGeom>
              <a:rect b="b" l="l" r="r" t="t"/>
              <a:pathLst>
                <a:path extrusionOk="0" h="1168" w="250">
                  <a:moveTo>
                    <a:pt x="0" y="0"/>
                  </a:moveTo>
                  <a:lnTo>
                    <a:pt x="250" y="0"/>
                  </a:lnTo>
                  <a:lnTo>
                    <a:pt x="250" y="1168"/>
                  </a:lnTo>
                  <a:lnTo>
                    <a:pt x="0" y="1168"/>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8" name="Google Shape;3208;g3d45d748a52_3_34"/>
            <p:cNvSpPr/>
            <p:nvPr/>
          </p:nvSpPr>
          <p:spPr>
            <a:xfrm rot="5400000">
              <a:off x="6777" y="943756"/>
              <a:ext cx="82606" cy="96193"/>
            </a:xfrm>
            <a:custGeom>
              <a:rect b="b" l="l" r="r" t="t"/>
              <a:pathLst>
                <a:path extrusionOk="0" h="763" w="250">
                  <a:moveTo>
                    <a:pt x="0" y="0"/>
                  </a:moveTo>
                  <a:lnTo>
                    <a:pt x="250" y="0"/>
                  </a:lnTo>
                  <a:lnTo>
                    <a:pt x="250" y="763"/>
                  </a:lnTo>
                  <a:lnTo>
                    <a:pt x="0" y="763"/>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9" name="Google Shape;3209;g3d45d748a52_3_34"/>
            <p:cNvSpPr/>
            <p:nvPr/>
          </p:nvSpPr>
          <p:spPr>
            <a:xfrm rot="5400000">
              <a:off x="6549" y="669730"/>
              <a:ext cx="82937" cy="96067"/>
            </a:xfrm>
            <a:custGeom>
              <a:rect b="b" l="l" r="r" t="t"/>
              <a:pathLst>
                <a:path extrusionOk="0" h="762" w="251">
                  <a:moveTo>
                    <a:pt x="0" y="0"/>
                  </a:moveTo>
                  <a:lnTo>
                    <a:pt x="251" y="0"/>
                  </a:lnTo>
                  <a:lnTo>
                    <a:pt x="251" y="762"/>
                  </a:lnTo>
                  <a:lnTo>
                    <a:pt x="0" y="76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0" name="Google Shape;3210;g3d45d748a52_3_34"/>
            <p:cNvSpPr/>
            <p:nvPr/>
          </p:nvSpPr>
          <p:spPr>
            <a:xfrm rot="5400000">
              <a:off x="38988" y="774417"/>
              <a:ext cx="82606" cy="160616"/>
            </a:xfrm>
            <a:custGeom>
              <a:rect b="b" l="l" r="r" t="t"/>
              <a:pathLst>
                <a:path extrusionOk="0" h="1274" w="250">
                  <a:moveTo>
                    <a:pt x="0" y="0"/>
                  </a:moveTo>
                  <a:lnTo>
                    <a:pt x="250" y="0"/>
                  </a:lnTo>
                  <a:lnTo>
                    <a:pt x="250" y="1274"/>
                  </a:lnTo>
                  <a:lnTo>
                    <a:pt x="0" y="127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1" name="Google Shape;3211;g3d45d748a52_3_34"/>
            <p:cNvSpPr/>
            <p:nvPr/>
          </p:nvSpPr>
          <p:spPr>
            <a:xfrm rot="5400000">
              <a:off x="-10747" y="1372660"/>
              <a:ext cx="82606"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2" name="Google Shape;3212;g3d45d748a52_3_34"/>
            <p:cNvSpPr/>
            <p:nvPr/>
          </p:nvSpPr>
          <p:spPr>
            <a:xfrm rot="5400000">
              <a:off x="-10912" y="1783875"/>
              <a:ext cx="82937" cy="61145"/>
            </a:xfrm>
            <a:custGeom>
              <a:rect b="b" l="l" r="r" t="t"/>
              <a:pathLst>
                <a:path extrusionOk="0" h="485" w="251">
                  <a:moveTo>
                    <a:pt x="0" y="0"/>
                  </a:moveTo>
                  <a:lnTo>
                    <a:pt x="251" y="0"/>
                  </a:lnTo>
                  <a:lnTo>
                    <a:pt x="251"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3" name="Google Shape;3213;g3d45d748a52_3_34"/>
            <p:cNvSpPr/>
            <p:nvPr/>
          </p:nvSpPr>
          <p:spPr>
            <a:xfrm rot="5400000">
              <a:off x="-10747" y="2332216"/>
              <a:ext cx="82606" cy="61145"/>
            </a:xfrm>
            <a:custGeom>
              <a:rect b="b" l="l" r="r" t="t"/>
              <a:pathLst>
                <a:path extrusionOk="0" h="485" w="250">
                  <a:moveTo>
                    <a:pt x="0" y="0"/>
                  </a:moveTo>
                  <a:lnTo>
                    <a:pt x="250" y="0"/>
                  </a:lnTo>
                  <a:lnTo>
                    <a:pt x="250" y="485"/>
                  </a:lnTo>
                  <a:lnTo>
                    <a:pt x="0" y="485"/>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4" name="Google Shape;3214;g3d45d748a52_3_34"/>
            <p:cNvSpPr/>
            <p:nvPr/>
          </p:nvSpPr>
          <p:spPr>
            <a:xfrm rot="5400000">
              <a:off x="73532" y="2932910"/>
              <a:ext cx="82606" cy="229704"/>
            </a:xfrm>
            <a:custGeom>
              <a:rect b="b" l="l" r="r" t="t"/>
              <a:pathLst>
                <a:path extrusionOk="0" h="1822" w="250">
                  <a:moveTo>
                    <a:pt x="0" y="0"/>
                  </a:moveTo>
                  <a:lnTo>
                    <a:pt x="250" y="0"/>
                  </a:lnTo>
                  <a:lnTo>
                    <a:pt x="250" y="1822"/>
                  </a:lnTo>
                  <a:lnTo>
                    <a:pt x="0" y="182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5" name="Google Shape;3215;g3d45d748a52_3_34"/>
            <p:cNvSpPr/>
            <p:nvPr/>
          </p:nvSpPr>
          <p:spPr>
            <a:xfrm rot="5400000">
              <a:off x="-22283" y="2754471"/>
              <a:ext cx="82606"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6" name="Google Shape;3216;g3d45d748a52_3_34"/>
            <p:cNvSpPr/>
            <p:nvPr/>
          </p:nvSpPr>
          <p:spPr>
            <a:xfrm rot="5400000">
              <a:off x="-22448" y="3577067"/>
              <a:ext cx="82937" cy="38074"/>
            </a:xfrm>
            <a:custGeom>
              <a:rect b="b" l="l" r="r" t="t"/>
              <a:pathLst>
                <a:path extrusionOk="0" h="302" w="251">
                  <a:moveTo>
                    <a:pt x="0" y="0"/>
                  </a:moveTo>
                  <a:lnTo>
                    <a:pt x="251" y="0"/>
                  </a:lnTo>
                  <a:lnTo>
                    <a:pt x="251"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7" name="Google Shape;3217;g3d45d748a52_3_34"/>
            <p:cNvSpPr/>
            <p:nvPr/>
          </p:nvSpPr>
          <p:spPr>
            <a:xfrm rot="5400000">
              <a:off x="-22283" y="3988282"/>
              <a:ext cx="82606" cy="38074"/>
            </a:xfrm>
            <a:custGeom>
              <a:rect b="b" l="l" r="r" t="t"/>
              <a:pathLst>
                <a:path extrusionOk="0" h="302" w="250">
                  <a:moveTo>
                    <a:pt x="0" y="0"/>
                  </a:moveTo>
                  <a:lnTo>
                    <a:pt x="250" y="0"/>
                  </a:lnTo>
                  <a:lnTo>
                    <a:pt x="250" y="302"/>
                  </a:lnTo>
                  <a:lnTo>
                    <a:pt x="0" y="302"/>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8" name="Google Shape;3218;g3d45d748a52_3_34"/>
            <p:cNvSpPr/>
            <p:nvPr/>
          </p:nvSpPr>
          <p:spPr>
            <a:xfrm rot="5400000">
              <a:off x="-26065" y="1113724"/>
              <a:ext cx="82606" cy="30510"/>
            </a:xfrm>
            <a:custGeom>
              <a:rect b="b" l="l" r="r" t="t"/>
              <a:pathLst>
                <a:path extrusionOk="0" h="242" w="250">
                  <a:moveTo>
                    <a:pt x="0" y="0"/>
                  </a:moveTo>
                  <a:lnTo>
                    <a:pt x="250" y="0"/>
                  </a:lnTo>
                  <a:lnTo>
                    <a:pt x="250" y="242"/>
                  </a:lnTo>
                  <a:lnTo>
                    <a:pt x="0" y="242"/>
                  </a:lnTo>
                  <a:lnTo>
                    <a:pt x="0" y="0"/>
                  </a:lnTo>
                  <a:close/>
                </a:path>
              </a:pathLst>
            </a:custGeom>
            <a:solidFill>
              <a:schemeClr val="accent1"/>
            </a:solidFill>
            <a:ln>
              <a:noFill/>
            </a:ln>
          </p:spPr>
          <p:txBody>
            <a:bodyPr anchorCtr="1" anchor="ctr" bIns="42100" lIns="90000" spcFirstLastPara="1" rIns="90000" wrap="square" tIns="421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9" name="Google Shape;3219;g3d45d748a52_3_34"/>
            <p:cNvSpPr/>
            <p:nvPr/>
          </p:nvSpPr>
          <p:spPr>
            <a:xfrm rot="5400000">
              <a:off x="78071" y="461412"/>
              <a:ext cx="82606" cy="238781"/>
            </a:xfrm>
            <a:custGeom>
              <a:rect b="b" l="l" r="r" t="t"/>
              <a:pathLst>
                <a:path extrusionOk="0" h="1894" w="250">
                  <a:moveTo>
                    <a:pt x="0" y="0"/>
                  </a:moveTo>
                  <a:lnTo>
                    <a:pt x="250" y="0"/>
                  </a:lnTo>
                  <a:lnTo>
                    <a:pt x="250" y="1894"/>
                  </a:lnTo>
                  <a:lnTo>
                    <a:pt x="0" y="1894"/>
                  </a:lnTo>
                  <a:lnTo>
                    <a:pt x="0" y="0"/>
                  </a:lnTo>
                  <a:close/>
                </a:path>
              </a:pathLst>
            </a:custGeom>
            <a:solidFill>
              <a:schemeClr val="accent1"/>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20" name="Google Shape;3220;g3d45d748a52_3_34"/>
          <p:cNvSpPr txBox="1"/>
          <p:nvPr>
            <p:ph type="title"/>
          </p:nvPr>
        </p:nvSpPr>
        <p:spPr>
          <a:xfrm>
            <a:off x="2542000" y="1506125"/>
            <a:ext cx="4869600" cy="11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Thank You!</a:t>
            </a:r>
            <a:endParaRPr/>
          </a:p>
        </p:txBody>
      </p:sp>
    </p:spTree>
  </p:cSld>
  <p:clrMapOvr>
    <a:masterClrMapping/>
  </p:clrMapOvr>
  <p:transition spd="med">
    <p:push/>
  </p:transition>
</p:sld>
</file>

<file path=ppt/theme/theme1.xml><?xml version="1.0" encoding="utf-8"?>
<a:theme xmlns:a="http://schemas.openxmlformats.org/drawingml/2006/main" xmlns:r="http://schemas.openxmlformats.org/officeDocument/2006/relationships" name="Bayesian Data Analysis - Master of Science in Biostatistics by Slidesgo">
  <a:themeElements>
    <a:clrScheme name="Simple Light">
      <a:dk1>
        <a:srgbClr val="2D3538"/>
      </a:dk1>
      <a:lt1>
        <a:srgbClr val="EDEEF3"/>
      </a:lt1>
      <a:dk2>
        <a:srgbClr val="3F4850"/>
      </a:dk2>
      <a:lt2>
        <a:srgbClr val="CDD1E0"/>
      </a:lt2>
      <a:accent1>
        <a:srgbClr val="2544D8"/>
      </a:accent1>
      <a:accent2>
        <a:srgbClr val="FFFFFF"/>
      </a:accent2>
      <a:accent3>
        <a:srgbClr val="FFFFFF"/>
      </a:accent3>
      <a:accent4>
        <a:srgbClr val="FFFFFF"/>
      </a:accent4>
      <a:accent5>
        <a:srgbClr val="FFFFFF"/>
      </a:accent5>
      <a:accent6>
        <a:srgbClr val="FFFFFF"/>
      </a:accent6>
      <a:hlink>
        <a:srgbClr val="2D35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