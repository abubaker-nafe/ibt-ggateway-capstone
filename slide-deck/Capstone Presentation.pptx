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</p:sldIdLst>
  <p:sldSz cy="5143500" cx="9144000"/>
  <p:notesSz cx="6858000" cy="9144000"/>
  <p:embeddedFontLst>
    <p:embeddedFont>
      <p:font typeface="Outfit ExtraBold"/>
      <p:bold r:id="rId44"/>
    </p:embeddedFont>
    <p:embeddedFont>
      <p:font typeface="Lato"/>
      <p:regular r:id="rId45"/>
      <p:bold r:id="rId46"/>
      <p:italic r:id="rId47"/>
      <p:boldItalic r:id="rId48"/>
    </p:embeddedFont>
    <p:embeddedFont>
      <p:font typeface="Roboto Mono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53" roundtripDataSignature="AMtx7mj+gJ+31Nky++bs8JR9/33VlXZV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6.xml"/><Relationship Id="rId42" Type="http://schemas.openxmlformats.org/officeDocument/2006/relationships/slide" Target="slides/slide38.xml"/><Relationship Id="rId41" Type="http://schemas.openxmlformats.org/officeDocument/2006/relationships/slide" Target="slides/slide37.xml"/><Relationship Id="rId44" Type="http://schemas.openxmlformats.org/officeDocument/2006/relationships/font" Target="fonts/OutfitExtraBold-bold.fntdata"/><Relationship Id="rId43" Type="http://schemas.openxmlformats.org/officeDocument/2006/relationships/slide" Target="slides/slide39.xml"/><Relationship Id="rId46" Type="http://schemas.openxmlformats.org/officeDocument/2006/relationships/font" Target="fonts/Lato-bold.fntdata"/><Relationship Id="rId45" Type="http://schemas.openxmlformats.org/officeDocument/2006/relationships/font" Target="fonts/Lat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48" Type="http://schemas.openxmlformats.org/officeDocument/2006/relationships/font" Target="fonts/Lato-boldItalic.fntdata"/><Relationship Id="rId47" Type="http://schemas.openxmlformats.org/officeDocument/2006/relationships/font" Target="fonts/Lato-italic.fntdata"/><Relationship Id="rId49" Type="http://schemas.openxmlformats.org/officeDocument/2006/relationships/font" Target="fonts/RobotoMono-regular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5" Type="http://schemas.openxmlformats.org/officeDocument/2006/relationships/slide" Target="slides/slide31.xml"/><Relationship Id="rId34" Type="http://schemas.openxmlformats.org/officeDocument/2006/relationships/slide" Target="slides/slide30.xml"/><Relationship Id="rId37" Type="http://schemas.openxmlformats.org/officeDocument/2006/relationships/slide" Target="slides/slide33.xml"/><Relationship Id="rId36" Type="http://schemas.openxmlformats.org/officeDocument/2006/relationships/slide" Target="slides/slide32.xml"/><Relationship Id="rId39" Type="http://schemas.openxmlformats.org/officeDocument/2006/relationships/slide" Target="slides/slide35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9" Type="http://schemas.openxmlformats.org/officeDocument/2006/relationships/slide" Target="slides/slide25.xml"/><Relationship Id="rId51" Type="http://schemas.openxmlformats.org/officeDocument/2006/relationships/font" Target="fonts/RobotoMono-italic.fntdata"/><Relationship Id="rId50" Type="http://schemas.openxmlformats.org/officeDocument/2006/relationships/font" Target="fonts/RobotoMono-bold.fntdata"/><Relationship Id="rId53" Type="http://customschemas.google.com/relationships/presentationmetadata" Target="metadata"/><Relationship Id="rId52" Type="http://schemas.openxmlformats.org/officeDocument/2006/relationships/font" Target="fonts/RobotoMono-bold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5" name="Shape 2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6" name="Google Shape;267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77" name="Google Shape;26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4" name="Shape 2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5" name="Google Shape;2685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6" name="Google Shape;268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3" name="Shape 2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4" name="Google Shape;2704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5" name="Google Shape;270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7" name="Shape 27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8" name="Google Shape;2718;g3d45d748a52_2_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9" name="Google Shape;2719;g3d45d748a52_2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2" name="Shape 2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3" name="Google Shape;2783;g3d4502adc0c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4" name="Google Shape;2784;g3d4502adc0c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3" name="Shape 2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4" name="Google Shape;2884;g3d4502adc0c_0_29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5" name="Google Shape;2885;g3d4502adc0c_0_29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9" name="Shape 2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0" name="Google Shape;2890;g3d45d748a52_1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91" name="Google Shape;2891;g3d45d748a52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3" name="Shape 29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4" name="Google Shape;2904;g3d45d748a52_0_24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5" name="Google Shape;2905;g3d45d748a52_0_24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8" name="Shape 2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9" name="Google Shape;2939;g3d4502adc0c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0" name="Google Shape;2940;g3d4502adc0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2" name="Shape 2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3" name="Google Shape;2953;g3d45d748a52_2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4" name="Google Shape;2954;g3d45d748a52_2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9" name="Shape 2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0" name="Google Shape;2960;g3d4719490e4_4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61" name="Google Shape;2961;g3d4719490e4_4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8" name="Shape 29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" name="Google Shape;2969;g3d45d748a52_2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0" name="Google Shape;2970;g3d45d748a52_2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4" name="Shape 2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5" name="Google Shape;2975;g3d4719490e4_4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6" name="Google Shape;2976;g3d4719490e4_4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5" name="Shape 29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6" name="Google Shape;2986;g3d4719490e4_4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7" name="Google Shape;2987;g3d4719490e4_4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1" name="Shape 2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2" name="Google Shape;2992;g3d4719490e4_4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3" name="Google Shape;2993;g3d4719490e4_4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7" name="Shape 2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8" name="Google Shape;2998;g3d4502adc0c_0_1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9" name="Google Shape;2999;g3d4502adc0c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1" name="Shape 3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2" name="Google Shape;3012;g3d4502adc0c_0_3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3" name="Google Shape;3013;g3d4502adc0c_0_3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5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7" name="Shape 30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8" name="Google Shape;3018;g3d4502adc0c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9" name="Google Shape;3019;g3d4502adc0c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15,900 students total 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10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>
                <a:solidFill>
                  <a:schemeClr val="dk1"/>
                </a:solidFill>
              </a:rPr>
              <a:t>2,443 (15.4%) dropout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en">
                <a:solidFill>
                  <a:schemeClr val="dk1"/>
                </a:solidFill>
              </a:rPr>
              <a:t>13,457 (84.6%) no dropout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5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5.5:1 imbalance ratio — a naive "always predict no dropout" model would be 84.6% accurate but useless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3" name="Shape 30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4" name="Google Shape;3024;g3d4502adc0c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5" name="Google Shape;3025;g3d4502adc0c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100"/>
              </a:spcBef>
              <a:spcAft>
                <a:spcPts val="5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Difference between MNAR+ Structured</a:t>
            </a:r>
            <a:br>
              <a:rPr lang="en">
                <a:solidFill>
                  <a:schemeClr val="dk1"/>
                </a:solidFill>
              </a:rPr>
            </a:b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The feature engineered column “Parent missigness or disengagement”</a:t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9" name="Shape 3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0" name="Google Shape;3030;g3d4502adc0c_0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1" name="Google Shape;3031;g3d4502adc0c_0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</a:t>
            </a:r>
            <a:r>
              <a:rPr lang="en"/>
              <a:t>he three top cards (Family, Academic, Motivation) are the primary story domains with confirmed strong signals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rPr>
              <a:t>Which of these categories of student-level factors are the strongest predictors of dropout risk?</a:t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5" name="Shape 3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6" name="Google Shape;3036;g3d4502adc0c_0_1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7" name="Google Shape;3037;g3d4502adc0c_0_1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71.9% — the single highest dropout rate of any variable in the entire analysis. Not grades. Not poverty. A parent's belief. Even parental UNCERTAINTY produces an above-baseline dropout rate (21.3%) which itself a warning sign.</a:t>
            </a:r>
            <a:br>
              <a:rPr lang="en"/>
            </a:br>
            <a:br>
              <a:rPr lang="en"/>
            </a:br>
            <a:r>
              <a:rPr lang="en"/>
              <a:t>Parent Expectations Dominate Student Expectations</a:t>
            </a:r>
            <a:br>
              <a:rPr lang="en"/>
            </a:br>
            <a:r>
              <a:rPr lang="en"/>
              <a:t>A student's own aspirations cannot fully overcome what their parents believe is possible for them.</a:t>
            </a:r>
            <a:br>
              <a:rPr lang="en"/>
            </a:br>
            <a:br>
              <a:rPr lang="en"/>
            </a:br>
            <a:r>
              <a:rPr b="1" lang="en">
                <a:solidFill>
                  <a:schemeClr val="dk1"/>
                </a:solidFill>
              </a:rPr>
              <a:t>Why r = −0.111 is misleading:</a:t>
            </a:r>
            <a:r>
              <a:rPr lang="en">
                <a:solidFill>
                  <a:schemeClr val="dk1"/>
                </a:solidFill>
              </a:rPr>
              <a:t> Category 11 ("Don't know") is encoded as the highest numeric value but produces an </a:t>
            </a:r>
            <a:r>
              <a:rPr i="1" lang="en">
                <a:solidFill>
                  <a:schemeClr val="dk1"/>
                </a:solidFill>
              </a:rPr>
              <a:t>elevated</a:t>
            </a:r>
            <a:r>
              <a:rPr lang="en">
                <a:solidFill>
                  <a:schemeClr val="dk1"/>
                </a:solidFill>
              </a:rPr>
              <a:t> dropout rate (21.3%), not a low one. This breaks the monotonic relationship and collapses the linear correlation. </a:t>
            </a:r>
            <a:br>
              <a:rPr lang="en"/>
            </a:br>
            <a:br>
              <a:rPr lang="en"/>
            </a:br>
            <a:br>
              <a:rPr lang="en"/>
            </a:br>
            <a:br>
              <a:rPr lang="en"/>
            </a:br>
            <a:r>
              <a:rPr lang="en" sz="1400">
                <a:solidFill>
                  <a:srgbClr val="2D3538"/>
                </a:solidFill>
                <a:latin typeface="Lato"/>
                <a:ea typeface="Lato"/>
                <a:cs typeface="Lato"/>
                <a:sym typeface="Lato"/>
              </a:rPr>
              <a:t>The strongest domain in the dataset — and the most surprising</a:t>
            </a:r>
            <a:endParaRPr sz="1400">
              <a:solidFill>
                <a:srgbClr val="2D353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>
              <a:solidFill>
                <a:srgbClr val="2D353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2D3538"/>
                </a:solidFill>
                <a:latin typeface="Lato"/>
                <a:ea typeface="Lato"/>
                <a:cs typeface="Lato"/>
                <a:sym typeface="Lato"/>
              </a:rPr>
              <a:t>What a parent believes about their child's future is more predictive than grades, poverty, or anything else measured individually</a:t>
            </a:r>
            <a:br>
              <a:rPr lang="en"/>
            </a:b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1" name="Shape 30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2" name="Google Shape;3042;g3d4502adc0c_0_30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3" name="Google Shape;3043;g3d4502adc0c_0_30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Multicollinearity note: "We expected these two variables to be collinear. The data showed r = +0.127 — negligible. Parents and their children form expectations largely independently of each other."</a:t>
            </a:r>
            <a:br>
              <a:rPr lang="en"/>
            </a:br>
            <a:br>
              <a:rPr lang="en"/>
            </a:br>
            <a:r>
              <a:rPr lang="en">
                <a:solidFill>
                  <a:schemeClr val="dk1"/>
                </a:solidFill>
              </a:rPr>
              <a:t>When </a:t>
            </a:r>
            <a:r>
              <a:rPr b="1" lang="en">
                <a:solidFill>
                  <a:schemeClr val="dk1"/>
                </a:solidFill>
              </a:rPr>
              <a:t>both</a:t>
            </a:r>
            <a:r>
              <a:rPr lang="en">
                <a:solidFill>
                  <a:schemeClr val="dk1"/>
                </a:solidFill>
              </a:rPr>
              <a:t> student and parent expectations are low (≤HS): </a:t>
            </a:r>
            <a:r>
              <a:rPr b="1" lang="en">
                <a:solidFill>
                  <a:schemeClr val="dk1"/>
                </a:solidFill>
              </a:rPr>
              <a:t>48.8%</a:t>
            </a:r>
            <a:r>
              <a:rPr lang="en">
                <a:solidFill>
                  <a:schemeClr val="dk1"/>
                </a:solidFill>
              </a:rPr>
              <a:t> dropout.</a:t>
            </a:r>
            <a:br>
              <a:rPr lang="en">
                <a:solidFill>
                  <a:schemeClr val="dk1"/>
                </a:solidFill>
              </a:rPr>
            </a:b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A student with </a:t>
            </a:r>
            <a:r>
              <a:rPr b="1" lang="en">
                <a:solidFill>
                  <a:schemeClr val="dk1"/>
                </a:solidFill>
              </a:rPr>
              <a:t>high expectations but low-expectation parents</a:t>
            </a:r>
            <a:r>
              <a:rPr lang="en">
                <a:solidFill>
                  <a:schemeClr val="dk1"/>
                </a:solidFill>
              </a:rPr>
              <a:t> still drops out at </a:t>
            </a:r>
            <a:r>
              <a:rPr b="1" lang="en">
                <a:solidFill>
                  <a:schemeClr val="dk1"/>
                </a:solidFill>
              </a:rPr>
              <a:t>42.0%</a:t>
            </a:r>
            <a:r>
              <a:rPr lang="en">
                <a:solidFill>
                  <a:schemeClr val="dk1"/>
                </a:solidFill>
              </a:rPr>
              <a:t> — nearly as bad. Parent expectations dominate.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—------&gt; what to say </a:t>
            </a:r>
            <a:br>
              <a:rPr lang="en">
                <a:solidFill>
                  <a:schemeClr val="dk1"/>
                </a:solidFill>
              </a:rPr>
            </a:br>
            <a:br>
              <a:rPr lang="en">
                <a:solidFill>
                  <a:schemeClr val="dk1"/>
                </a:solidFill>
              </a:rPr>
            </a:br>
            <a:r>
              <a:rPr lang="en" sz="1000">
                <a:solidFill>
                  <a:schemeClr val="dk1"/>
                </a:solidFill>
              </a:rPr>
              <a:t>Heatmap: Student tier (rows) × Parent tier (columns)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       Low / Mid / High / Don't know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Highlight three cells with arrows: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Both High (Master+/Master+)       →  6.2%   "Best case"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Both Low  (≤HS / ≤HS)             → 48.8%   "Worst case"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Student HIGH, Parent LOW          → 42.0%   ★ "Most important cell"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Annotation on the ★ cell: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"A student with high personal aspirations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 but low-expectation parents drops out at 42.0%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 — nearly as bad as when both are low (48.8%)"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"A student's own ambition cannot overcome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 low parental expectations."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Correlation note (small, bottom corner):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"Student and parent expectations: r = +0.127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   They are NOT measuring the same thing.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 Both belong in the model independently."</a:t>
            </a:r>
            <a:br>
              <a:rPr lang="en" sz="1000">
                <a:solidFill>
                  <a:schemeClr val="dk1"/>
                </a:solidFill>
              </a:rPr>
            </a:b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Both High (Master+/Master+)       →  6.2%   "Best case"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" sz="1000">
                <a:solidFill>
                  <a:schemeClr val="dk1"/>
                </a:solidFill>
              </a:rPr>
            </a:br>
            <a:br>
              <a:rPr lang="en" sz="1000">
                <a:solidFill>
                  <a:schemeClr val="dk1"/>
                </a:solidFill>
              </a:rPr>
            </a:br>
            <a:r>
              <a:rPr lang="en" sz="1000">
                <a:solidFill>
                  <a:schemeClr val="dk1"/>
                </a:solidFill>
              </a:rPr>
              <a:t>Both Low  (≤HS / ≤HS)             → 48.8%   "Worst case"</a:t>
            </a:r>
            <a:br>
              <a:rPr lang="en" sz="1000">
                <a:solidFill>
                  <a:schemeClr val="dk1"/>
                </a:solidFill>
              </a:rPr>
            </a:br>
            <a:br>
              <a:rPr lang="en" sz="1000">
                <a:solidFill>
                  <a:schemeClr val="dk1"/>
                </a:solidFill>
              </a:rPr>
            </a:br>
            <a:br>
              <a:rPr lang="en" sz="1000">
                <a:solidFill>
                  <a:schemeClr val="dk1"/>
                </a:solidFill>
              </a:rPr>
            </a:br>
            <a:r>
              <a:rPr lang="en" sz="1000">
                <a:solidFill>
                  <a:schemeClr val="dk1"/>
                </a:solidFill>
              </a:rPr>
              <a:t>Student HIGH, Parent LOW          → 42.0%   ★ "Most important cell"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000">
                <a:solidFill>
                  <a:schemeClr val="dk1"/>
                </a:solidFill>
              </a:rPr>
              <a:t>Parent expectations dominate student expectations — a student with high aspirations but low-expectation parents still drops out at 42.0%</a:t>
            </a:r>
            <a:br>
              <a:rPr lang="en" sz="1000">
                <a:solidFill>
                  <a:schemeClr val="dk1"/>
                </a:solidFill>
              </a:rPr>
            </a:br>
            <a:r>
              <a:rPr lang="en" sz="1000">
                <a:solidFill>
                  <a:schemeClr val="dk1"/>
                </a:solidFill>
              </a:rPr>
              <a:t> nearly as bad as when both are low (48.8%)"</a:t>
            </a:r>
            <a:br>
              <a:rPr lang="en" sz="1000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7" name="Shape 3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8" name="Google Shape;3048;g3d4502adc0c_0_3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9" name="Google Shape;3049;g3d4502adc0c_0_3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Multicollinearity note: "We expected these two variables to be collinear. The data showed r = +0.127 — negligible. Parents and their children form expectations largely independently of each other."</a:t>
            </a:r>
            <a:br>
              <a:rPr lang="en"/>
            </a:br>
            <a:br>
              <a:rPr lang="en"/>
            </a:br>
            <a:r>
              <a:rPr lang="en">
                <a:solidFill>
                  <a:schemeClr val="dk1"/>
                </a:solidFill>
              </a:rPr>
              <a:t>When </a:t>
            </a:r>
            <a:r>
              <a:rPr b="1" lang="en">
                <a:solidFill>
                  <a:schemeClr val="dk1"/>
                </a:solidFill>
              </a:rPr>
              <a:t>both</a:t>
            </a:r>
            <a:r>
              <a:rPr lang="en">
                <a:solidFill>
                  <a:schemeClr val="dk1"/>
                </a:solidFill>
              </a:rPr>
              <a:t> student and parent expectations are low (≤HS): </a:t>
            </a:r>
            <a:r>
              <a:rPr b="1" lang="en">
                <a:solidFill>
                  <a:schemeClr val="dk1"/>
                </a:solidFill>
              </a:rPr>
              <a:t>48.8%</a:t>
            </a:r>
            <a:r>
              <a:rPr lang="en">
                <a:solidFill>
                  <a:schemeClr val="dk1"/>
                </a:solidFill>
              </a:rPr>
              <a:t> dropout.</a:t>
            </a:r>
            <a:br>
              <a:rPr lang="en">
                <a:solidFill>
                  <a:schemeClr val="dk1"/>
                </a:solidFill>
              </a:rPr>
            </a:b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A student with </a:t>
            </a:r>
            <a:r>
              <a:rPr b="1" lang="en">
                <a:solidFill>
                  <a:schemeClr val="dk1"/>
                </a:solidFill>
              </a:rPr>
              <a:t>high expectations but low-expectation parents</a:t>
            </a:r>
            <a:r>
              <a:rPr lang="en">
                <a:solidFill>
                  <a:schemeClr val="dk1"/>
                </a:solidFill>
              </a:rPr>
              <a:t> still drops out at </a:t>
            </a:r>
            <a:r>
              <a:rPr b="1" lang="en">
                <a:solidFill>
                  <a:schemeClr val="dk1"/>
                </a:solidFill>
              </a:rPr>
              <a:t>42.0%</a:t>
            </a:r>
            <a:r>
              <a:rPr lang="en">
                <a:solidFill>
                  <a:schemeClr val="dk1"/>
                </a:solidFill>
              </a:rPr>
              <a:t> — nearly as bad. Parent expectations dominate.</a:t>
            </a:r>
            <a:br>
              <a:rPr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—------&gt; what to say </a:t>
            </a:r>
            <a:br>
              <a:rPr lang="en">
                <a:solidFill>
                  <a:schemeClr val="dk1"/>
                </a:solidFill>
              </a:rPr>
            </a:br>
            <a:br>
              <a:rPr lang="en">
                <a:solidFill>
                  <a:schemeClr val="dk1"/>
                </a:solidFill>
              </a:rPr>
            </a:br>
            <a:r>
              <a:rPr lang="en" sz="1000">
                <a:solidFill>
                  <a:schemeClr val="dk1"/>
                </a:solidFill>
              </a:rPr>
              <a:t>Heatmap: Student tier (rows) × Parent tier (columns)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       Low / Mid / High / Don't know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Highlight three cells with arrows: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Both High (Master+/Master+)       →  6.2%   "Best case"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Both Low  (≤HS / ≤HS)             → 48.8%   "Worst case"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Student HIGH, Parent LOW          → 42.0%   ★ "Most important cell"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Annotation on the ★ cell: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"A student with high personal aspirations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 but low-expectation parents drops out at 42.0%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 — nearly as bad as when both are low (48.8%)"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"A student's own ambition cannot overcome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 low parental expectations."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Correlation note (small, bottom corner):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"Student and parent expectations: r = +0.127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 They are NOT measuring the same thing.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   Both belong in the model independently."</a:t>
            </a:r>
            <a:br>
              <a:rPr lang="en" sz="1000">
                <a:solidFill>
                  <a:schemeClr val="dk1"/>
                </a:solidFill>
              </a:rPr>
            </a:br>
            <a:br>
              <a:rPr lang="en" sz="1000">
                <a:solidFill>
                  <a:schemeClr val="dk1"/>
                </a:solidFill>
              </a:rPr>
            </a:b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Both High (Master+/Master+)       →  6.2%   "Best case"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" sz="1000">
                <a:solidFill>
                  <a:schemeClr val="dk1"/>
                </a:solidFill>
              </a:rPr>
            </a:br>
            <a:br>
              <a:rPr lang="en" sz="1000">
                <a:solidFill>
                  <a:schemeClr val="dk1"/>
                </a:solidFill>
              </a:rPr>
            </a:br>
            <a:r>
              <a:rPr lang="en" sz="1000">
                <a:solidFill>
                  <a:schemeClr val="dk1"/>
                </a:solidFill>
              </a:rPr>
              <a:t>Both Low  (≤HS / ≤HS)             → 48.8%   "Worst case"</a:t>
            </a:r>
            <a:br>
              <a:rPr lang="en" sz="1000">
                <a:solidFill>
                  <a:schemeClr val="dk1"/>
                </a:solidFill>
              </a:rPr>
            </a:br>
            <a:br>
              <a:rPr lang="en" sz="1000">
                <a:solidFill>
                  <a:schemeClr val="dk1"/>
                </a:solidFill>
              </a:rPr>
            </a:br>
            <a:br>
              <a:rPr lang="en" sz="1000">
                <a:solidFill>
                  <a:schemeClr val="dk1"/>
                </a:solidFill>
              </a:rPr>
            </a:br>
            <a:r>
              <a:rPr lang="en" sz="1000">
                <a:solidFill>
                  <a:schemeClr val="dk1"/>
                </a:solidFill>
              </a:rPr>
              <a:t>Student HIGH, Parent LOW          → 42.0%   ★ "Most important cell"</a:t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</a:rPr>
              <a:t>Parent expectations dominate student expectations — a student with high aspirations but low-expectation parents still drops out at 42.0%</a:t>
            </a:r>
            <a:br>
              <a:rPr lang="en" sz="1000">
                <a:solidFill>
                  <a:schemeClr val="dk1"/>
                </a:solidFill>
              </a:rPr>
            </a:br>
            <a:r>
              <a:rPr lang="en" sz="1000">
                <a:solidFill>
                  <a:schemeClr val="dk1"/>
                </a:solidFill>
              </a:rPr>
              <a:t> nearly as bad as when both are low (48.8%)"</a:t>
            </a:r>
            <a:br>
              <a:rPr lang="en" sz="1000">
                <a:solidFill>
                  <a:schemeClr val="dk1"/>
                </a:solidFill>
              </a:rPr>
            </a:b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3" name="Shape 30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4" name="Google Shape;3054;g3d4502adc0c_0_29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5" name="Google Shape;3055;g3d4502adc0c_0_29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(Parent Education × Poverty heatmap)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Best case: PhD/MD/Law + above poverty → 4.0% Worst case: &lt; HS + below poverty → 36.6% Ratio: 36.6 / 4.0 = 9.15× — nearly 9× difference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 Highlight HS diploma row: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 Above poverty: 15.9% → Below poverty: 29.3%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  "Poverty nearly doubles the risk for HS-educated families"</a:t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9" name="Shape 3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0" name="Google Shape;3060;g3d4502adc0c_0_30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1" name="Google Shape;3061;g3d4502adc0c_0_30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500">
                <a:solidFill>
                  <a:schemeClr val="dk1"/>
                </a:solidFill>
              </a:rPr>
              <a:t>Does academic performance before high school predict dropout?</a:t>
            </a:r>
            <a:endParaRPr b="1" sz="1500">
              <a:solidFill>
                <a:srgbClr val="2D353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en"/>
            </a:br>
            <a:br>
              <a:rPr lang="en"/>
            </a:br>
            <a:r>
              <a:rPr lang="en"/>
              <a:t>A student arriving in 9th grade with below-D 8th-grade grades is …</a:t>
            </a:r>
            <a:br>
              <a:rPr lang="en"/>
            </a:br>
            <a:br>
              <a:rPr lang="en"/>
            </a:br>
            <a:r>
              <a:rPr b="1" lang="en" sz="13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S1S8GRADE</a:t>
            </a:r>
            <a:r>
              <a:rPr b="1" lang="en" sz="1300">
                <a:solidFill>
                  <a:schemeClr val="dk1"/>
                </a:solidFill>
              </a:rPr>
              <a:t> / </a:t>
            </a:r>
            <a:r>
              <a:rPr b="1" lang="en" sz="13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S1M8GRADE</a:t>
            </a:r>
            <a:r>
              <a:rPr b="1" lang="en" sz="1300">
                <a:solidFill>
                  <a:schemeClr val="dk1"/>
                </a:solidFill>
              </a:rPr>
              <a:t> (8th-Grade Grades)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Spearman r: +0.242 / +0.229</a:t>
            </a:r>
            <a:r>
              <a:rPr lang="en">
                <a:solidFill>
                  <a:schemeClr val="dk1"/>
                </a:solidFill>
              </a:rPr>
              <a:t> </a:t>
            </a:r>
            <a:r>
              <a:rPr i="1" lang="en">
                <a:solidFill>
                  <a:schemeClr val="dk1"/>
                </a:solidFill>
              </a:rPr>
              <a:t>(strongest linear correlates)</a:t>
            </a:r>
            <a:br>
              <a:rPr i="1" lang="en">
                <a:solidFill>
                  <a:schemeClr val="dk1"/>
                </a:solidFill>
              </a:rPr>
            </a:br>
            <a:br>
              <a:rPr i="1" lang="en">
                <a:solidFill>
                  <a:schemeClr val="dk1"/>
                </a:solidFill>
              </a:rPr>
            </a:br>
            <a:r>
              <a:rPr lang="en">
                <a:solidFill>
                  <a:schemeClr val="dk1"/>
                </a:solidFill>
              </a:rPr>
              <a:t>Bivariate:    A grade → 7.8%/8.2% dropout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              Below D → 51.1%/50.4% dropout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              Monotonic staircase — every grade step worsens dropout risk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Multivariate: Combined with graduation certainty (S1SUREHSGRAD) → 7.0% to 69.7% range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              The widest spread of any feature combination in the entire analysis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5" name="Shape 3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6" name="Google Shape;3066;g3d4502adc0c_0_30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7" name="Google Shape;3067;g3d4502adc0c_0_30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>
                <a:solidFill>
                  <a:srgbClr val="2D3538"/>
                </a:solidFill>
                <a:latin typeface="Lato"/>
                <a:ea typeface="Lato"/>
                <a:cs typeface="Lato"/>
                <a:sym typeface="Lato"/>
              </a:rPr>
              <a:t>Do a student's own educational expectations, their confidence in graduating, and their attitudes toward school and college access predict dropout risk in 9th grade?</a:t>
            </a:r>
            <a:br>
              <a:rPr lang="en" sz="1600">
                <a:solidFill>
                  <a:srgbClr val="2D3538"/>
                </a:solidFill>
                <a:latin typeface="Lato"/>
                <a:ea typeface="Lato"/>
                <a:cs typeface="Lato"/>
                <a:sym typeface="Lato"/>
              </a:rPr>
            </a:br>
            <a:br>
              <a:rPr lang="en" sz="1600">
                <a:solidFill>
                  <a:srgbClr val="2D3538"/>
                </a:solidFill>
                <a:latin typeface="Lato"/>
                <a:ea typeface="Lato"/>
                <a:cs typeface="Lato"/>
                <a:sym typeface="Lato"/>
              </a:rPr>
            </a:br>
            <a:endParaRPr sz="1600">
              <a:solidFill>
                <a:srgbClr val="2D353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73" name="Shape 3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Google Shape;3074;g3d4502adc0c_0_3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5" name="Google Shape;3075;g3d4502adc0c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7" name="Shape 3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8" name="Google Shape;3088;g3d45d748a52_0_24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9" name="Google Shape;3089;g3d45d748a52_0_24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4" name="Shape 3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5" name="Google Shape;3095;g3d45d748a52_3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6" name="Google Shape;3096;g3d45d748a52_3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2" name="Shape 3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3" name="Google Shape;3103;g3d4502adc0c_0_4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04" name="Google Shape;3104;g3d4502adc0c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6" name="Shape 3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7" name="Google Shape;3117;g3d45d748a52_0_24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18" name="Google Shape;3118;g3d45d748a52_0_2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4" name="Shape 3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5" name="Google Shape;3125;g3d45d748a52_2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6" name="Google Shape;3126;g3d45d748a52_2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2" name="Shape 3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" name="Google Shape;3133;g3d45d748a52_2_2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4" name="Google Shape;3134;g3d45d748a52_2_2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9" name="Shape 3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0" name="Google Shape;3140;g3d45d748a52_2_2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1" name="Google Shape;3141;g3d45d748a52_2_2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5" name="Shape 3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6" name="Google Shape;3146;g3d4502adc0c_0_6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47" name="Google Shape;3147;g3d4502adc0c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9" name="Shape 3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0" name="Google Shape;3160;g3d4719490e4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1" name="Google Shape;3161;g3d4719490e4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5" name="Shape 3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6" name="Google Shape;3166;g3d45d748a52_0_24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7" name="Google Shape;3167;g3d45d748a52_0_24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1" name="Shape 3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2" name="Google Shape;3172;g3d45d748a52_3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3" name="Google Shape;3173;g3d45d748a52_3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8" name="Shape 3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9" name="Google Shape;3179;g3d45d748a52_3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80" name="Google Shape;3180;g3d45d748a52_3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s://bit.ly/3A1uf1Q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42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10" name="Google Shape;10;p42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p42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p42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42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p42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" name="Google Shape;15;p42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16;p42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" name="Google Shape;17;p42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18;p42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" name="Google Shape;19;p42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42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" name="Google Shape;21;p42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" name="Google Shape;22;p42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" name="Google Shape;23;p42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" name="Google Shape;24;p42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" name="Google Shape;25;p42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" name="Google Shape;26;p42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" name="Google Shape;27;p42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p42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p42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p42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" name="Google Shape;31;p42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" name="Google Shape;32;p42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" name="Google Shape;33;p42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42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42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42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42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42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" name="Google Shape;39;p42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" name="Google Shape;40;p42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" name="Google Shape;41;p42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" name="Google Shape;42;p42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" name="Google Shape;43;p42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42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" name="Google Shape;45;p42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" name="Google Shape;46;p42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p42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p42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p42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42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42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" name="Google Shape;52;p42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" name="Google Shape;53;p42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p42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42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42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42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42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42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" name="Google Shape;60;p42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" name="Google Shape;61;p42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" name="Google Shape;62;p42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" name="Google Shape;63;p42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" name="Google Shape;64;p42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" name="Google Shape;65;p42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" name="Google Shape;66;p42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" name="Google Shape;67;p42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" name="Google Shape;68;p42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" name="Google Shape;69;p42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" name="Google Shape;70;p42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42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" name="Google Shape;72;p42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3" name="Google Shape;73;p42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4" name="Google Shape;74;p42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42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42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42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42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" name="Google Shape;79;p42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" name="Google Shape;80;p42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42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42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42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42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42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42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42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" name="Google Shape;88;p42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" name="Google Shape;89;p42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42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" name="Google Shape;91;p42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" name="Google Shape;92;p42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42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" name="Google Shape;94;p42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42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42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" name="Google Shape;97;p42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" name="Google Shape;98;p42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42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" name="Google Shape;100;p42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" name="Google Shape;101;p42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02" name="Google Shape;102;p42"/>
          <p:cNvGrpSpPr/>
          <p:nvPr/>
        </p:nvGrpSpPr>
        <p:grpSpPr>
          <a:xfrm rot="10800000">
            <a:off x="711299" y="3"/>
            <a:ext cx="7721361" cy="453232"/>
            <a:chOff x="713261" y="4150779"/>
            <a:chExt cx="7721361" cy="453232"/>
          </a:xfrm>
        </p:grpSpPr>
        <p:grpSp>
          <p:nvGrpSpPr>
            <p:cNvPr id="103" name="Google Shape;103;p42"/>
            <p:cNvGrpSpPr/>
            <p:nvPr/>
          </p:nvGrpSpPr>
          <p:grpSpPr>
            <a:xfrm>
              <a:off x="713261" y="4150779"/>
              <a:ext cx="4528741" cy="453232"/>
              <a:chOff x="2226811" y="890954"/>
              <a:chExt cx="4528741" cy="453232"/>
            </a:xfrm>
          </p:grpSpPr>
          <p:sp>
            <p:nvSpPr>
              <p:cNvPr id="104" name="Google Shape;104;p42"/>
              <p:cNvSpPr/>
              <p:nvPr/>
            </p:nvSpPr>
            <p:spPr>
              <a:xfrm>
                <a:off x="3450556" y="1155076"/>
                <a:ext cx="92574" cy="189109"/>
              </a:xfrm>
              <a:custGeom>
                <a:rect b="b" l="l" r="r" t="t"/>
                <a:pathLst>
                  <a:path extrusionOk="0" h="1500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1500"/>
                    </a:lnTo>
                    <a:lnTo>
                      <a:pt x="0" y="15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" name="Google Shape;105;p42"/>
              <p:cNvSpPr/>
              <p:nvPr/>
            </p:nvSpPr>
            <p:spPr>
              <a:xfrm>
                <a:off x="3909737" y="1006185"/>
                <a:ext cx="92205" cy="338000"/>
              </a:xfrm>
              <a:custGeom>
                <a:rect b="b" l="l" r="r" t="t"/>
                <a:pathLst>
                  <a:path extrusionOk="0" h="2681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681"/>
                    </a:lnTo>
                    <a:lnTo>
                      <a:pt x="0" y="26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6" name="Google Shape;106;p42"/>
              <p:cNvSpPr/>
              <p:nvPr/>
            </p:nvSpPr>
            <p:spPr>
              <a:xfrm>
                <a:off x="4521241" y="890954"/>
                <a:ext cx="92574" cy="453231"/>
              </a:xfrm>
              <a:custGeom>
                <a:rect b="b" l="l" r="r" t="t"/>
                <a:pathLst>
                  <a:path extrusionOk="0" h="3595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3595"/>
                    </a:lnTo>
                    <a:lnTo>
                      <a:pt x="0" y="35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7" name="Google Shape;107;p42"/>
              <p:cNvSpPr/>
              <p:nvPr/>
            </p:nvSpPr>
            <p:spPr>
              <a:xfrm>
                <a:off x="5439602" y="960042"/>
                <a:ext cx="92205" cy="384143"/>
              </a:xfrm>
              <a:custGeom>
                <a:rect b="b" l="l" r="r" t="t"/>
                <a:pathLst>
                  <a:path extrusionOk="0" h="3047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3047"/>
                    </a:lnTo>
                    <a:lnTo>
                      <a:pt x="0" y="30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8" name="Google Shape;108;p42"/>
              <p:cNvSpPr/>
              <p:nvPr/>
            </p:nvSpPr>
            <p:spPr>
              <a:xfrm>
                <a:off x="4827361" y="1080063"/>
                <a:ext cx="92205" cy="264122"/>
              </a:xfrm>
              <a:custGeom>
                <a:rect b="b" l="l" r="r" t="t"/>
                <a:pathLst>
                  <a:path extrusionOk="0" h="209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095"/>
                    </a:lnTo>
                    <a:lnTo>
                      <a:pt x="0" y="20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9" name="Google Shape;109;p42"/>
              <p:cNvSpPr/>
              <p:nvPr/>
            </p:nvSpPr>
            <p:spPr>
              <a:xfrm>
                <a:off x="3297865" y="1196806"/>
                <a:ext cx="92205" cy="147379"/>
              </a:xfrm>
              <a:custGeom>
                <a:rect b="b" l="l" r="r" t="t"/>
                <a:pathLst>
                  <a:path extrusionOk="0" h="1169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9"/>
                    </a:lnTo>
                    <a:lnTo>
                      <a:pt x="0" y="11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0" name="Google Shape;110;p42"/>
              <p:cNvSpPr/>
              <p:nvPr/>
            </p:nvSpPr>
            <p:spPr>
              <a:xfrm>
                <a:off x="3756677" y="1196932"/>
                <a:ext cx="92205" cy="147253"/>
              </a:xfrm>
              <a:custGeom>
                <a:rect b="b" l="l" r="r" t="t"/>
                <a:pathLst>
                  <a:path extrusionOk="0" h="1168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8"/>
                    </a:lnTo>
                    <a:lnTo>
                      <a:pt x="0" y="11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1" name="Google Shape;111;p42"/>
              <p:cNvSpPr/>
              <p:nvPr/>
            </p:nvSpPr>
            <p:spPr>
              <a:xfrm>
                <a:off x="4368549" y="1066573"/>
                <a:ext cx="92574" cy="277612"/>
              </a:xfrm>
              <a:custGeom>
                <a:rect b="b" l="l" r="r" t="t"/>
                <a:pathLst>
                  <a:path extrusionOk="0" h="220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2202"/>
                    </a:lnTo>
                    <a:lnTo>
                      <a:pt x="0" y="22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2" name="Google Shape;112;p42"/>
              <p:cNvSpPr/>
              <p:nvPr/>
            </p:nvSpPr>
            <p:spPr>
              <a:xfrm>
                <a:off x="5133482" y="1222651"/>
                <a:ext cx="92205" cy="121534"/>
              </a:xfrm>
              <a:custGeom>
                <a:rect b="b" l="l" r="r" t="t"/>
                <a:pathLst>
                  <a:path extrusionOk="0" h="96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964"/>
                    </a:lnTo>
                    <a:lnTo>
                      <a:pt x="0" y="9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3" name="Google Shape;113;p42"/>
              <p:cNvSpPr/>
              <p:nvPr/>
            </p:nvSpPr>
            <p:spPr>
              <a:xfrm>
                <a:off x="5898415" y="1283418"/>
                <a:ext cx="92205" cy="60767"/>
              </a:xfrm>
              <a:custGeom>
                <a:rect b="b" l="l" r="r" t="t"/>
                <a:pathLst>
                  <a:path extrusionOk="0" h="48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2"/>
                    </a:lnTo>
                    <a:lnTo>
                      <a:pt x="0" y="48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4" name="Google Shape;114;p42"/>
              <p:cNvSpPr/>
              <p:nvPr/>
            </p:nvSpPr>
            <p:spPr>
              <a:xfrm>
                <a:off x="5745354" y="1188738"/>
                <a:ext cx="92205" cy="155447"/>
              </a:xfrm>
              <a:custGeom>
                <a:rect b="b" l="l" r="r" t="t"/>
                <a:pathLst>
                  <a:path extrusionOk="0" h="1233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233"/>
                    </a:lnTo>
                    <a:lnTo>
                      <a:pt x="0" y="123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5" name="Google Shape;115;p42"/>
              <p:cNvSpPr/>
              <p:nvPr/>
            </p:nvSpPr>
            <p:spPr>
              <a:xfrm>
                <a:off x="6510287" y="1215213"/>
                <a:ext cx="92574" cy="128972"/>
              </a:xfrm>
              <a:custGeom>
                <a:rect b="b" l="l" r="r" t="t"/>
                <a:pathLst>
                  <a:path extrusionOk="0" h="1023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1023"/>
                    </a:lnTo>
                    <a:lnTo>
                      <a:pt x="0" y="10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6" name="Google Shape;116;p42"/>
              <p:cNvSpPr/>
              <p:nvPr/>
            </p:nvSpPr>
            <p:spPr>
              <a:xfrm>
                <a:off x="6357595" y="1255556"/>
                <a:ext cx="92205" cy="88629"/>
              </a:xfrm>
              <a:custGeom>
                <a:rect b="b" l="l" r="r" t="t"/>
                <a:pathLst>
                  <a:path extrusionOk="0" h="703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703"/>
                    </a:lnTo>
                    <a:lnTo>
                      <a:pt x="0" y="70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7" name="Google Shape;117;p42"/>
              <p:cNvSpPr/>
              <p:nvPr/>
            </p:nvSpPr>
            <p:spPr>
              <a:xfrm>
                <a:off x="6663347" y="1236897"/>
                <a:ext cx="92205" cy="107288"/>
              </a:xfrm>
              <a:custGeom>
                <a:rect b="b" l="l" r="r" t="t"/>
                <a:pathLst>
                  <a:path extrusionOk="0" h="851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851"/>
                    </a:lnTo>
                    <a:lnTo>
                      <a:pt x="0" y="8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8" name="Google Shape;118;p42"/>
              <p:cNvSpPr/>
              <p:nvPr/>
            </p:nvSpPr>
            <p:spPr>
              <a:xfrm>
                <a:off x="6204535" y="1126710"/>
                <a:ext cx="92205" cy="217475"/>
              </a:xfrm>
              <a:custGeom>
                <a:rect b="b" l="l" r="r" t="t"/>
                <a:pathLst>
                  <a:path extrusionOk="0" h="172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725"/>
                    </a:lnTo>
                    <a:lnTo>
                      <a:pt x="0" y="17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9" name="Google Shape;119;p42"/>
              <p:cNvSpPr/>
              <p:nvPr/>
            </p:nvSpPr>
            <p:spPr>
              <a:xfrm>
                <a:off x="5286542" y="1168692"/>
                <a:ext cx="92205" cy="175493"/>
              </a:xfrm>
              <a:custGeom>
                <a:rect b="b" l="l" r="r" t="t"/>
                <a:pathLst>
                  <a:path extrusionOk="0" h="139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392"/>
                    </a:lnTo>
                    <a:lnTo>
                      <a:pt x="0" y="1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0" name="Google Shape;120;p42"/>
              <p:cNvSpPr/>
              <p:nvPr/>
            </p:nvSpPr>
            <p:spPr>
              <a:xfrm>
                <a:off x="4062797" y="1196806"/>
                <a:ext cx="92205" cy="147379"/>
              </a:xfrm>
              <a:custGeom>
                <a:rect b="b" l="l" r="r" t="t"/>
                <a:pathLst>
                  <a:path extrusionOk="0" h="1169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9"/>
                    </a:lnTo>
                    <a:lnTo>
                      <a:pt x="0" y="11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1" name="Google Shape;121;p42"/>
              <p:cNvSpPr/>
              <p:nvPr/>
            </p:nvSpPr>
            <p:spPr>
              <a:xfrm>
                <a:off x="2991744" y="1196932"/>
                <a:ext cx="92205" cy="147253"/>
              </a:xfrm>
              <a:custGeom>
                <a:rect b="b" l="l" r="r" t="t"/>
                <a:pathLst>
                  <a:path extrusionOk="0" h="1168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8"/>
                    </a:lnTo>
                    <a:lnTo>
                      <a:pt x="0" y="11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2" name="Google Shape;122;p42"/>
              <p:cNvSpPr/>
              <p:nvPr/>
            </p:nvSpPr>
            <p:spPr>
              <a:xfrm>
                <a:off x="2685624" y="1247992"/>
                <a:ext cx="92205" cy="96193"/>
              </a:xfrm>
              <a:custGeom>
                <a:rect b="b" l="l" r="r" t="t"/>
                <a:pathLst>
                  <a:path extrusionOk="0" h="763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763"/>
                    </a:lnTo>
                    <a:lnTo>
                      <a:pt x="0" y="7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3" name="Google Shape;123;p42"/>
              <p:cNvSpPr/>
              <p:nvPr/>
            </p:nvSpPr>
            <p:spPr>
              <a:xfrm>
                <a:off x="2379503" y="1248118"/>
                <a:ext cx="92574" cy="96067"/>
              </a:xfrm>
              <a:custGeom>
                <a:rect b="b" l="l" r="r" t="t"/>
                <a:pathLst>
                  <a:path extrusionOk="0" h="76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762"/>
                    </a:lnTo>
                    <a:lnTo>
                      <a:pt x="0" y="7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4" name="Google Shape;124;p42"/>
              <p:cNvSpPr/>
              <p:nvPr/>
            </p:nvSpPr>
            <p:spPr>
              <a:xfrm>
                <a:off x="2532563" y="1183569"/>
                <a:ext cx="92205" cy="160616"/>
              </a:xfrm>
              <a:custGeom>
                <a:rect b="b" l="l" r="r" t="t"/>
                <a:pathLst>
                  <a:path extrusionOk="0" h="127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274"/>
                    </a:lnTo>
                    <a:lnTo>
                      <a:pt x="0" y="127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5" name="Google Shape;125;p42"/>
              <p:cNvSpPr/>
              <p:nvPr/>
            </p:nvSpPr>
            <p:spPr>
              <a:xfrm>
                <a:off x="3144804" y="1283040"/>
                <a:ext cx="92205" cy="61145"/>
              </a:xfrm>
              <a:custGeom>
                <a:rect b="b" l="l" r="r" t="t"/>
                <a:pathLst>
                  <a:path extrusionOk="0" h="48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6" name="Google Shape;126;p42"/>
              <p:cNvSpPr/>
              <p:nvPr/>
            </p:nvSpPr>
            <p:spPr>
              <a:xfrm>
                <a:off x="3603617" y="1283040"/>
                <a:ext cx="92574" cy="61145"/>
              </a:xfrm>
              <a:custGeom>
                <a:rect b="b" l="l" r="r" t="t"/>
                <a:pathLst>
                  <a:path extrusionOk="0" h="485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7" name="Google Shape;127;p42"/>
              <p:cNvSpPr/>
              <p:nvPr/>
            </p:nvSpPr>
            <p:spPr>
              <a:xfrm>
                <a:off x="4215858" y="1283040"/>
                <a:ext cx="92205" cy="61145"/>
              </a:xfrm>
              <a:custGeom>
                <a:rect b="b" l="l" r="r" t="t"/>
                <a:pathLst>
                  <a:path extrusionOk="0" h="48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8" name="Google Shape;128;p42"/>
              <p:cNvSpPr/>
              <p:nvPr/>
            </p:nvSpPr>
            <p:spPr>
              <a:xfrm>
                <a:off x="4980422" y="1114481"/>
                <a:ext cx="92205" cy="229704"/>
              </a:xfrm>
              <a:custGeom>
                <a:rect b="b" l="l" r="r" t="t"/>
                <a:pathLst>
                  <a:path extrusionOk="0" h="182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822"/>
                    </a:lnTo>
                    <a:lnTo>
                      <a:pt x="0" y="18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29" name="Google Shape;129;p42"/>
              <p:cNvSpPr/>
              <p:nvPr/>
            </p:nvSpPr>
            <p:spPr>
              <a:xfrm>
                <a:off x="4674301" y="1306111"/>
                <a:ext cx="92205" cy="38074"/>
              </a:xfrm>
              <a:custGeom>
                <a:rect b="b" l="l" r="r" t="t"/>
                <a:pathLst>
                  <a:path extrusionOk="0" h="30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302"/>
                    </a:lnTo>
                    <a:lnTo>
                      <a:pt x="0" y="3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0" name="Google Shape;130;p42"/>
              <p:cNvSpPr/>
              <p:nvPr/>
            </p:nvSpPr>
            <p:spPr>
              <a:xfrm>
                <a:off x="5592294" y="1306111"/>
                <a:ext cx="92574" cy="38074"/>
              </a:xfrm>
              <a:custGeom>
                <a:rect b="b" l="l" r="r" t="t"/>
                <a:pathLst>
                  <a:path extrusionOk="0" h="30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302"/>
                    </a:lnTo>
                    <a:lnTo>
                      <a:pt x="0" y="3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1" name="Google Shape;131;p42"/>
              <p:cNvSpPr/>
              <p:nvPr/>
            </p:nvSpPr>
            <p:spPr>
              <a:xfrm>
                <a:off x="6051475" y="1306111"/>
                <a:ext cx="92205" cy="38074"/>
              </a:xfrm>
              <a:custGeom>
                <a:rect b="b" l="l" r="r" t="t"/>
                <a:pathLst>
                  <a:path extrusionOk="0" h="30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302"/>
                    </a:lnTo>
                    <a:lnTo>
                      <a:pt x="0" y="3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2" name="Google Shape;132;p42"/>
              <p:cNvSpPr/>
              <p:nvPr/>
            </p:nvSpPr>
            <p:spPr>
              <a:xfrm>
                <a:off x="2838684" y="1313676"/>
                <a:ext cx="92205" cy="30510"/>
              </a:xfrm>
              <a:custGeom>
                <a:rect b="b" l="l" r="r" t="t"/>
                <a:pathLst>
                  <a:path extrusionOk="0" h="24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42"/>
                    </a:lnTo>
                    <a:lnTo>
                      <a:pt x="0" y="2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2100" lIns="90000" spcFirstLastPara="1" rIns="90000" wrap="square" tIns="421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3" name="Google Shape;133;p42"/>
              <p:cNvSpPr/>
              <p:nvPr/>
            </p:nvSpPr>
            <p:spPr>
              <a:xfrm>
                <a:off x="2226811" y="1105404"/>
                <a:ext cx="92205" cy="238781"/>
              </a:xfrm>
              <a:custGeom>
                <a:rect b="b" l="l" r="r" t="t"/>
                <a:pathLst>
                  <a:path extrusionOk="0" h="189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894"/>
                    </a:lnTo>
                    <a:lnTo>
                      <a:pt x="0" y="18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34" name="Google Shape;134;p42"/>
            <p:cNvGrpSpPr/>
            <p:nvPr/>
          </p:nvGrpSpPr>
          <p:grpSpPr>
            <a:xfrm>
              <a:off x="5301739" y="4150779"/>
              <a:ext cx="3132883" cy="453232"/>
              <a:chOff x="5301739" y="4150779"/>
              <a:chExt cx="3132883" cy="453232"/>
            </a:xfrm>
          </p:grpSpPr>
          <p:sp>
            <p:nvSpPr>
              <p:cNvPr id="135" name="Google Shape;135;p42"/>
              <p:cNvSpPr/>
              <p:nvPr/>
            </p:nvSpPr>
            <p:spPr>
              <a:xfrm>
                <a:off x="6517641" y="4414901"/>
                <a:ext cx="92574" cy="189109"/>
              </a:xfrm>
              <a:custGeom>
                <a:rect b="b" l="l" r="r" t="t"/>
                <a:pathLst>
                  <a:path extrusionOk="0" h="1500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1500"/>
                    </a:lnTo>
                    <a:lnTo>
                      <a:pt x="0" y="15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6" name="Google Shape;136;p42"/>
              <p:cNvSpPr/>
              <p:nvPr/>
            </p:nvSpPr>
            <p:spPr>
              <a:xfrm>
                <a:off x="6974204" y="4266010"/>
                <a:ext cx="92205" cy="338000"/>
              </a:xfrm>
              <a:custGeom>
                <a:rect b="b" l="l" r="r" t="t"/>
                <a:pathLst>
                  <a:path extrusionOk="0" h="2681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681"/>
                    </a:lnTo>
                    <a:lnTo>
                      <a:pt x="0" y="26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7" name="Google Shape;137;p42"/>
              <p:cNvSpPr/>
              <p:nvPr/>
            </p:nvSpPr>
            <p:spPr>
              <a:xfrm>
                <a:off x="7582340" y="4150779"/>
                <a:ext cx="92574" cy="453231"/>
              </a:xfrm>
              <a:custGeom>
                <a:rect b="b" l="l" r="r" t="t"/>
                <a:pathLst>
                  <a:path extrusionOk="0" h="3595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3595"/>
                    </a:lnTo>
                    <a:lnTo>
                      <a:pt x="0" y="35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8" name="Google Shape;138;p42"/>
              <p:cNvSpPr/>
              <p:nvPr/>
            </p:nvSpPr>
            <p:spPr>
              <a:xfrm>
                <a:off x="7886592" y="4339888"/>
                <a:ext cx="92205" cy="264122"/>
              </a:xfrm>
              <a:custGeom>
                <a:rect b="b" l="l" r="r" t="t"/>
                <a:pathLst>
                  <a:path extrusionOk="0" h="209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095"/>
                    </a:lnTo>
                    <a:lnTo>
                      <a:pt x="0" y="20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39" name="Google Shape;139;p42"/>
              <p:cNvSpPr/>
              <p:nvPr/>
            </p:nvSpPr>
            <p:spPr>
              <a:xfrm>
                <a:off x="6365700" y="4456631"/>
                <a:ext cx="92205" cy="147379"/>
              </a:xfrm>
              <a:custGeom>
                <a:rect b="b" l="l" r="r" t="t"/>
                <a:pathLst>
                  <a:path extrusionOk="0" h="1169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9"/>
                    </a:lnTo>
                    <a:lnTo>
                      <a:pt x="0" y="11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0" name="Google Shape;140;p42"/>
              <p:cNvSpPr/>
              <p:nvPr/>
            </p:nvSpPr>
            <p:spPr>
              <a:xfrm>
                <a:off x="6822262" y="4456757"/>
                <a:ext cx="92205" cy="147253"/>
              </a:xfrm>
              <a:custGeom>
                <a:rect b="b" l="l" r="r" t="t"/>
                <a:pathLst>
                  <a:path extrusionOk="0" h="1168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8"/>
                    </a:lnTo>
                    <a:lnTo>
                      <a:pt x="0" y="11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1" name="Google Shape;141;p42"/>
              <p:cNvSpPr/>
              <p:nvPr/>
            </p:nvSpPr>
            <p:spPr>
              <a:xfrm>
                <a:off x="7430029" y="4326398"/>
                <a:ext cx="92574" cy="277612"/>
              </a:xfrm>
              <a:custGeom>
                <a:rect b="b" l="l" r="r" t="t"/>
                <a:pathLst>
                  <a:path extrusionOk="0" h="220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2202"/>
                    </a:lnTo>
                    <a:lnTo>
                      <a:pt x="0" y="22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2" name="Google Shape;142;p42"/>
              <p:cNvSpPr/>
              <p:nvPr/>
            </p:nvSpPr>
            <p:spPr>
              <a:xfrm>
                <a:off x="8190475" y="4482476"/>
                <a:ext cx="92205" cy="121534"/>
              </a:xfrm>
              <a:custGeom>
                <a:rect b="b" l="l" r="r" t="t"/>
                <a:pathLst>
                  <a:path extrusionOk="0" h="96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964"/>
                    </a:lnTo>
                    <a:lnTo>
                      <a:pt x="0" y="9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3" name="Google Shape;143;p42"/>
              <p:cNvSpPr/>
              <p:nvPr/>
            </p:nvSpPr>
            <p:spPr>
              <a:xfrm>
                <a:off x="8342417" y="4428517"/>
                <a:ext cx="92205" cy="175493"/>
              </a:xfrm>
              <a:custGeom>
                <a:rect b="b" l="l" r="r" t="t"/>
                <a:pathLst>
                  <a:path extrusionOk="0" h="139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392"/>
                    </a:lnTo>
                    <a:lnTo>
                      <a:pt x="0" y="1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4" name="Google Shape;144;p42"/>
              <p:cNvSpPr/>
              <p:nvPr/>
            </p:nvSpPr>
            <p:spPr>
              <a:xfrm>
                <a:off x="7126146" y="4456631"/>
                <a:ext cx="92205" cy="147379"/>
              </a:xfrm>
              <a:custGeom>
                <a:rect b="b" l="l" r="r" t="t"/>
                <a:pathLst>
                  <a:path extrusionOk="0" h="1169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9"/>
                    </a:lnTo>
                    <a:lnTo>
                      <a:pt x="0" y="11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5" name="Google Shape;145;p42"/>
              <p:cNvSpPr/>
              <p:nvPr/>
            </p:nvSpPr>
            <p:spPr>
              <a:xfrm>
                <a:off x="6061816" y="4456757"/>
                <a:ext cx="92205" cy="147253"/>
              </a:xfrm>
              <a:custGeom>
                <a:rect b="b" l="l" r="r" t="t"/>
                <a:pathLst>
                  <a:path extrusionOk="0" h="1168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8"/>
                    </a:lnTo>
                    <a:lnTo>
                      <a:pt x="0" y="11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6" name="Google Shape;146;p42"/>
              <p:cNvSpPr/>
              <p:nvPr/>
            </p:nvSpPr>
            <p:spPr>
              <a:xfrm>
                <a:off x="5757933" y="4507817"/>
                <a:ext cx="92205" cy="96193"/>
              </a:xfrm>
              <a:custGeom>
                <a:rect b="b" l="l" r="r" t="t"/>
                <a:pathLst>
                  <a:path extrusionOk="0" h="763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763"/>
                    </a:lnTo>
                    <a:lnTo>
                      <a:pt x="0" y="7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7" name="Google Shape;147;p42"/>
              <p:cNvSpPr/>
              <p:nvPr/>
            </p:nvSpPr>
            <p:spPr>
              <a:xfrm>
                <a:off x="5453681" y="4507943"/>
                <a:ext cx="92574" cy="96067"/>
              </a:xfrm>
              <a:custGeom>
                <a:rect b="b" l="l" r="r" t="t"/>
                <a:pathLst>
                  <a:path extrusionOk="0" h="76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762"/>
                    </a:lnTo>
                    <a:lnTo>
                      <a:pt x="0" y="7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8" name="Google Shape;148;p42"/>
              <p:cNvSpPr/>
              <p:nvPr/>
            </p:nvSpPr>
            <p:spPr>
              <a:xfrm>
                <a:off x="5605991" y="4443394"/>
                <a:ext cx="92205" cy="160616"/>
              </a:xfrm>
              <a:custGeom>
                <a:rect b="b" l="l" r="r" t="t"/>
                <a:pathLst>
                  <a:path extrusionOk="0" h="127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274"/>
                    </a:lnTo>
                    <a:lnTo>
                      <a:pt x="0" y="127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49" name="Google Shape;149;p42"/>
              <p:cNvSpPr/>
              <p:nvPr/>
            </p:nvSpPr>
            <p:spPr>
              <a:xfrm>
                <a:off x="6213758" y="4542865"/>
                <a:ext cx="92205" cy="61145"/>
              </a:xfrm>
              <a:custGeom>
                <a:rect b="b" l="l" r="r" t="t"/>
                <a:pathLst>
                  <a:path extrusionOk="0" h="48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" name="Google Shape;150;p42"/>
              <p:cNvSpPr/>
              <p:nvPr/>
            </p:nvSpPr>
            <p:spPr>
              <a:xfrm>
                <a:off x="6669952" y="4542865"/>
                <a:ext cx="92574" cy="61145"/>
              </a:xfrm>
              <a:custGeom>
                <a:rect b="b" l="l" r="r" t="t"/>
                <a:pathLst>
                  <a:path extrusionOk="0" h="485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1" name="Google Shape;151;p42"/>
              <p:cNvSpPr/>
              <p:nvPr/>
            </p:nvSpPr>
            <p:spPr>
              <a:xfrm>
                <a:off x="7278088" y="4542865"/>
                <a:ext cx="92205" cy="61145"/>
              </a:xfrm>
              <a:custGeom>
                <a:rect b="b" l="l" r="r" t="t"/>
                <a:pathLst>
                  <a:path extrusionOk="0" h="48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2" name="Google Shape;152;p42"/>
              <p:cNvSpPr/>
              <p:nvPr/>
            </p:nvSpPr>
            <p:spPr>
              <a:xfrm>
                <a:off x="8038534" y="4374306"/>
                <a:ext cx="92205" cy="229704"/>
              </a:xfrm>
              <a:custGeom>
                <a:rect b="b" l="l" r="r" t="t"/>
                <a:pathLst>
                  <a:path extrusionOk="0" h="182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822"/>
                    </a:lnTo>
                    <a:lnTo>
                      <a:pt x="0" y="18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3" name="Google Shape;153;p42"/>
              <p:cNvSpPr/>
              <p:nvPr/>
            </p:nvSpPr>
            <p:spPr>
              <a:xfrm>
                <a:off x="7734650" y="4565936"/>
                <a:ext cx="92205" cy="38074"/>
              </a:xfrm>
              <a:custGeom>
                <a:rect b="b" l="l" r="r" t="t"/>
                <a:pathLst>
                  <a:path extrusionOk="0" h="30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302"/>
                    </a:lnTo>
                    <a:lnTo>
                      <a:pt x="0" y="3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4" name="Google Shape;154;p42"/>
              <p:cNvSpPr/>
              <p:nvPr/>
            </p:nvSpPr>
            <p:spPr>
              <a:xfrm>
                <a:off x="5909875" y="4573501"/>
                <a:ext cx="92205" cy="30510"/>
              </a:xfrm>
              <a:custGeom>
                <a:rect b="b" l="l" r="r" t="t"/>
                <a:pathLst>
                  <a:path extrusionOk="0" h="24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42"/>
                    </a:lnTo>
                    <a:lnTo>
                      <a:pt x="0" y="2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2100" lIns="90000" spcFirstLastPara="1" rIns="90000" wrap="square" tIns="421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5" name="Google Shape;155;p42"/>
              <p:cNvSpPr/>
              <p:nvPr/>
            </p:nvSpPr>
            <p:spPr>
              <a:xfrm>
                <a:off x="5301739" y="4365229"/>
                <a:ext cx="92205" cy="238781"/>
              </a:xfrm>
              <a:custGeom>
                <a:rect b="b" l="l" r="r" t="t"/>
                <a:pathLst>
                  <a:path extrusionOk="0" h="189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894"/>
                    </a:lnTo>
                    <a:lnTo>
                      <a:pt x="0" y="18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56" name="Google Shape;156;p42"/>
          <p:cNvGrpSpPr/>
          <p:nvPr/>
        </p:nvGrpSpPr>
        <p:grpSpPr>
          <a:xfrm>
            <a:off x="711324" y="4690279"/>
            <a:ext cx="7721361" cy="453232"/>
            <a:chOff x="713261" y="4150779"/>
            <a:chExt cx="7721361" cy="453232"/>
          </a:xfrm>
        </p:grpSpPr>
        <p:grpSp>
          <p:nvGrpSpPr>
            <p:cNvPr id="157" name="Google Shape;157;p42"/>
            <p:cNvGrpSpPr/>
            <p:nvPr/>
          </p:nvGrpSpPr>
          <p:grpSpPr>
            <a:xfrm>
              <a:off x="713261" y="4150779"/>
              <a:ext cx="4528741" cy="453232"/>
              <a:chOff x="2226811" y="890954"/>
              <a:chExt cx="4528741" cy="453232"/>
            </a:xfrm>
          </p:grpSpPr>
          <p:sp>
            <p:nvSpPr>
              <p:cNvPr id="158" name="Google Shape;158;p42"/>
              <p:cNvSpPr/>
              <p:nvPr/>
            </p:nvSpPr>
            <p:spPr>
              <a:xfrm>
                <a:off x="3450556" y="1155076"/>
                <a:ext cx="92574" cy="189109"/>
              </a:xfrm>
              <a:custGeom>
                <a:rect b="b" l="l" r="r" t="t"/>
                <a:pathLst>
                  <a:path extrusionOk="0" h="1500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1500"/>
                    </a:lnTo>
                    <a:lnTo>
                      <a:pt x="0" y="15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9" name="Google Shape;159;p42"/>
              <p:cNvSpPr/>
              <p:nvPr/>
            </p:nvSpPr>
            <p:spPr>
              <a:xfrm>
                <a:off x="3909737" y="1006185"/>
                <a:ext cx="92205" cy="338000"/>
              </a:xfrm>
              <a:custGeom>
                <a:rect b="b" l="l" r="r" t="t"/>
                <a:pathLst>
                  <a:path extrusionOk="0" h="2681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681"/>
                    </a:lnTo>
                    <a:lnTo>
                      <a:pt x="0" y="26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0" name="Google Shape;160;p42"/>
              <p:cNvSpPr/>
              <p:nvPr/>
            </p:nvSpPr>
            <p:spPr>
              <a:xfrm>
                <a:off x="4521241" y="890954"/>
                <a:ext cx="92574" cy="453231"/>
              </a:xfrm>
              <a:custGeom>
                <a:rect b="b" l="l" r="r" t="t"/>
                <a:pathLst>
                  <a:path extrusionOk="0" h="3595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3595"/>
                    </a:lnTo>
                    <a:lnTo>
                      <a:pt x="0" y="35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1" name="Google Shape;161;p42"/>
              <p:cNvSpPr/>
              <p:nvPr/>
            </p:nvSpPr>
            <p:spPr>
              <a:xfrm>
                <a:off x="5439602" y="960042"/>
                <a:ext cx="92205" cy="384143"/>
              </a:xfrm>
              <a:custGeom>
                <a:rect b="b" l="l" r="r" t="t"/>
                <a:pathLst>
                  <a:path extrusionOk="0" h="3047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3047"/>
                    </a:lnTo>
                    <a:lnTo>
                      <a:pt x="0" y="30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2" name="Google Shape;162;p42"/>
              <p:cNvSpPr/>
              <p:nvPr/>
            </p:nvSpPr>
            <p:spPr>
              <a:xfrm>
                <a:off x="4827361" y="1080063"/>
                <a:ext cx="92205" cy="264122"/>
              </a:xfrm>
              <a:custGeom>
                <a:rect b="b" l="l" r="r" t="t"/>
                <a:pathLst>
                  <a:path extrusionOk="0" h="209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095"/>
                    </a:lnTo>
                    <a:lnTo>
                      <a:pt x="0" y="20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3" name="Google Shape;163;p42"/>
              <p:cNvSpPr/>
              <p:nvPr/>
            </p:nvSpPr>
            <p:spPr>
              <a:xfrm>
                <a:off x="3297865" y="1196806"/>
                <a:ext cx="92205" cy="147379"/>
              </a:xfrm>
              <a:custGeom>
                <a:rect b="b" l="l" r="r" t="t"/>
                <a:pathLst>
                  <a:path extrusionOk="0" h="1169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9"/>
                    </a:lnTo>
                    <a:lnTo>
                      <a:pt x="0" y="11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4" name="Google Shape;164;p42"/>
              <p:cNvSpPr/>
              <p:nvPr/>
            </p:nvSpPr>
            <p:spPr>
              <a:xfrm>
                <a:off x="3756677" y="1196932"/>
                <a:ext cx="92205" cy="147253"/>
              </a:xfrm>
              <a:custGeom>
                <a:rect b="b" l="l" r="r" t="t"/>
                <a:pathLst>
                  <a:path extrusionOk="0" h="1168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8"/>
                    </a:lnTo>
                    <a:lnTo>
                      <a:pt x="0" y="11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5" name="Google Shape;165;p42"/>
              <p:cNvSpPr/>
              <p:nvPr/>
            </p:nvSpPr>
            <p:spPr>
              <a:xfrm>
                <a:off x="4368549" y="1066573"/>
                <a:ext cx="92574" cy="277612"/>
              </a:xfrm>
              <a:custGeom>
                <a:rect b="b" l="l" r="r" t="t"/>
                <a:pathLst>
                  <a:path extrusionOk="0" h="220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2202"/>
                    </a:lnTo>
                    <a:lnTo>
                      <a:pt x="0" y="22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6" name="Google Shape;166;p42"/>
              <p:cNvSpPr/>
              <p:nvPr/>
            </p:nvSpPr>
            <p:spPr>
              <a:xfrm>
                <a:off x="5133482" y="1222651"/>
                <a:ext cx="92205" cy="121534"/>
              </a:xfrm>
              <a:custGeom>
                <a:rect b="b" l="l" r="r" t="t"/>
                <a:pathLst>
                  <a:path extrusionOk="0" h="96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964"/>
                    </a:lnTo>
                    <a:lnTo>
                      <a:pt x="0" y="9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7" name="Google Shape;167;p42"/>
              <p:cNvSpPr/>
              <p:nvPr/>
            </p:nvSpPr>
            <p:spPr>
              <a:xfrm>
                <a:off x="5898415" y="1283418"/>
                <a:ext cx="92205" cy="60767"/>
              </a:xfrm>
              <a:custGeom>
                <a:rect b="b" l="l" r="r" t="t"/>
                <a:pathLst>
                  <a:path extrusionOk="0" h="48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2"/>
                    </a:lnTo>
                    <a:lnTo>
                      <a:pt x="0" y="48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8" name="Google Shape;168;p42"/>
              <p:cNvSpPr/>
              <p:nvPr/>
            </p:nvSpPr>
            <p:spPr>
              <a:xfrm>
                <a:off x="5745354" y="1188738"/>
                <a:ext cx="92205" cy="155447"/>
              </a:xfrm>
              <a:custGeom>
                <a:rect b="b" l="l" r="r" t="t"/>
                <a:pathLst>
                  <a:path extrusionOk="0" h="1233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233"/>
                    </a:lnTo>
                    <a:lnTo>
                      <a:pt x="0" y="123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69" name="Google Shape;169;p42"/>
              <p:cNvSpPr/>
              <p:nvPr/>
            </p:nvSpPr>
            <p:spPr>
              <a:xfrm>
                <a:off x="6510287" y="1215213"/>
                <a:ext cx="92574" cy="128972"/>
              </a:xfrm>
              <a:custGeom>
                <a:rect b="b" l="l" r="r" t="t"/>
                <a:pathLst>
                  <a:path extrusionOk="0" h="1023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1023"/>
                    </a:lnTo>
                    <a:lnTo>
                      <a:pt x="0" y="10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0" name="Google Shape;170;p42"/>
              <p:cNvSpPr/>
              <p:nvPr/>
            </p:nvSpPr>
            <p:spPr>
              <a:xfrm>
                <a:off x="6357595" y="1255556"/>
                <a:ext cx="92205" cy="88629"/>
              </a:xfrm>
              <a:custGeom>
                <a:rect b="b" l="l" r="r" t="t"/>
                <a:pathLst>
                  <a:path extrusionOk="0" h="703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703"/>
                    </a:lnTo>
                    <a:lnTo>
                      <a:pt x="0" y="70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1" name="Google Shape;171;p42"/>
              <p:cNvSpPr/>
              <p:nvPr/>
            </p:nvSpPr>
            <p:spPr>
              <a:xfrm>
                <a:off x="6663347" y="1236897"/>
                <a:ext cx="92205" cy="107288"/>
              </a:xfrm>
              <a:custGeom>
                <a:rect b="b" l="l" r="r" t="t"/>
                <a:pathLst>
                  <a:path extrusionOk="0" h="851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851"/>
                    </a:lnTo>
                    <a:lnTo>
                      <a:pt x="0" y="8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2" name="Google Shape;172;p42"/>
              <p:cNvSpPr/>
              <p:nvPr/>
            </p:nvSpPr>
            <p:spPr>
              <a:xfrm>
                <a:off x="6204535" y="1126710"/>
                <a:ext cx="92205" cy="217475"/>
              </a:xfrm>
              <a:custGeom>
                <a:rect b="b" l="l" r="r" t="t"/>
                <a:pathLst>
                  <a:path extrusionOk="0" h="172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725"/>
                    </a:lnTo>
                    <a:lnTo>
                      <a:pt x="0" y="172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3" name="Google Shape;173;p42"/>
              <p:cNvSpPr/>
              <p:nvPr/>
            </p:nvSpPr>
            <p:spPr>
              <a:xfrm>
                <a:off x="5286542" y="1168692"/>
                <a:ext cx="92205" cy="175493"/>
              </a:xfrm>
              <a:custGeom>
                <a:rect b="b" l="l" r="r" t="t"/>
                <a:pathLst>
                  <a:path extrusionOk="0" h="139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392"/>
                    </a:lnTo>
                    <a:lnTo>
                      <a:pt x="0" y="1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4" name="Google Shape;174;p42"/>
              <p:cNvSpPr/>
              <p:nvPr/>
            </p:nvSpPr>
            <p:spPr>
              <a:xfrm>
                <a:off x="4062797" y="1196806"/>
                <a:ext cx="92205" cy="147379"/>
              </a:xfrm>
              <a:custGeom>
                <a:rect b="b" l="l" r="r" t="t"/>
                <a:pathLst>
                  <a:path extrusionOk="0" h="1169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9"/>
                    </a:lnTo>
                    <a:lnTo>
                      <a:pt x="0" y="11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5" name="Google Shape;175;p42"/>
              <p:cNvSpPr/>
              <p:nvPr/>
            </p:nvSpPr>
            <p:spPr>
              <a:xfrm>
                <a:off x="2991744" y="1196932"/>
                <a:ext cx="92205" cy="147253"/>
              </a:xfrm>
              <a:custGeom>
                <a:rect b="b" l="l" r="r" t="t"/>
                <a:pathLst>
                  <a:path extrusionOk="0" h="1168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8"/>
                    </a:lnTo>
                    <a:lnTo>
                      <a:pt x="0" y="11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6" name="Google Shape;176;p42"/>
              <p:cNvSpPr/>
              <p:nvPr/>
            </p:nvSpPr>
            <p:spPr>
              <a:xfrm>
                <a:off x="2685624" y="1247992"/>
                <a:ext cx="92205" cy="96193"/>
              </a:xfrm>
              <a:custGeom>
                <a:rect b="b" l="l" r="r" t="t"/>
                <a:pathLst>
                  <a:path extrusionOk="0" h="763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763"/>
                    </a:lnTo>
                    <a:lnTo>
                      <a:pt x="0" y="7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7" name="Google Shape;177;p42"/>
              <p:cNvSpPr/>
              <p:nvPr/>
            </p:nvSpPr>
            <p:spPr>
              <a:xfrm>
                <a:off x="2379503" y="1248118"/>
                <a:ext cx="92574" cy="96067"/>
              </a:xfrm>
              <a:custGeom>
                <a:rect b="b" l="l" r="r" t="t"/>
                <a:pathLst>
                  <a:path extrusionOk="0" h="76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762"/>
                    </a:lnTo>
                    <a:lnTo>
                      <a:pt x="0" y="7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8" name="Google Shape;178;p42"/>
              <p:cNvSpPr/>
              <p:nvPr/>
            </p:nvSpPr>
            <p:spPr>
              <a:xfrm>
                <a:off x="2532563" y="1183569"/>
                <a:ext cx="92205" cy="160616"/>
              </a:xfrm>
              <a:custGeom>
                <a:rect b="b" l="l" r="r" t="t"/>
                <a:pathLst>
                  <a:path extrusionOk="0" h="127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274"/>
                    </a:lnTo>
                    <a:lnTo>
                      <a:pt x="0" y="127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79" name="Google Shape;179;p42"/>
              <p:cNvSpPr/>
              <p:nvPr/>
            </p:nvSpPr>
            <p:spPr>
              <a:xfrm>
                <a:off x="3144804" y="1283040"/>
                <a:ext cx="92205" cy="61145"/>
              </a:xfrm>
              <a:custGeom>
                <a:rect b="b" l="l" r="r" t="t"/>
                <a:pathLst>
                  <a:path extrusionOk="0" h="48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0" name="Google Shape;180;p42"/>
              <p:cNvSpPr/>
              <p:nvPr/>
            </p:nvSpPr>
            <p:spPr>
              <a:xfrm>
                <a:off x="3603617" y="1283040"/>
                <a:ext cx="92574" cy="61145"/>
              </a:xfrm>
              <a:custGeom>
                <a:rect b="b" l="l" r="r" t="t"/>
                <a:pathLst>
                  <a:path extrusionOk="0" h="485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1" name="Google Shape;181;p42"/>
              <p:cNvSpPr/>
              <p:nvPr/>
            </p:nvSpPr>
            <p:spPr>
              <a:xfrm>
                <a:off x="4215858" y="1283040"/>
                <a:ext cx="92205" cy="61145"/>
              </a:xfrm>
              <a:custGeom>
                <a:rect b="b" l="l" r="r" t="t"/>
                <a:pathLst>
                  <a:path extrusionOk="0" h="48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2" name="Google Shape;182;p42"/>
              <p:cNvSpPr/>
              <p:nvPr/>
            </p:nvSpPr>
            <p:spPr>
              <a:xfrm>
                <a:off x="4980422" y="1114481"/>
                <a:ext cx="92205" cy="229704"/>
              </a:xfrm>
              <a:custGeom>
                <a:rect b="b" l="l" r="r" t="t"/>
                <a:pathLst>
                  <a:path extrusionOk="0" h="182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822"/>
                    </a:lnTo>
                    <a:lnTo>
                      <a:pt x="0" y="18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3" name="Google Shape;183;p42"/>
              <p:cNvSpPr/>
              <p:nvPr/>
            </p:nvSpPr>
            <p:spPr>
              <a:xfrm>
                <a:off x="4674301" y="1306111"/>
                <a:ext cx="92205" cy="38074"/>
              </a:xfrm>
              <a:custGeom>
                <a:rect b="b" l="l" r="r" t="t"/>
                <a:pathLst>
                  <a:path extrusionOk="0" h="30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302"/>
                    </a:lnTo>
                    <a:lnTo>
                      <a:pt x="0" y="3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4" name="Google Shape;184;p42"/>
              <p:cNvSpPr/>
              <p:nvPr/>
            </p:nvSpPr>
            <p:spPr>
              <a:xfrm>
                <a:off x="5592294" y="1306111"/>
                <a:ext cx="92574" cy="38074"/>
              </a:xfrm>
              <a:custGeom>
                <a:rect b="b" l="l" r="r" t="t"/>
                <a:pathLst>
                  <a:path extrusionOk="0" h="30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302"/>
                    </a:lnTo>
                    <a:lnTo>
                      <a:pt x="0" y="3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5" name="Google Shape;185;p42"/>
              <p:cNvSpPr/>
              <p:nvPr/>
            </p:nvSpPr>
            <p:spPr>
              <a:xfrm>
                <a:off x="6051475" y="1306111"/>
                <a:ext cx="92205" cy="38074"/>
              </a:xfrm>
              <a:custGeom>
                <a:rect b="b" l="l" r="r" t="t"/>
                <a:pathLst>
                  <a:path extrusionOk="0" h="30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302"/>
                    </a:lnTo>
                    <a:lnTo>
                      <a:pt x="0" y="3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6" name="Google Shape;186;p42"/>
              <p:cNvSpPr/>
              <p:nvPr/>
            </p:nvSpPr>
            <p:spPr>
              <a:xfrm>
                <a:off x="2838684" y="1313676"/>
                <a:ext cx="92205" cy="30510"/>
              </a:xfrm>
              <a:custGeom>
                <a:rect b="b" l="l" r="r" t="t"/>
                <a:pathLst>
                  <a:path extrusionOk="0" h="24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42"/>
                    </a:lnTo>
                    <a:lnTo>
                      <a:pt x="0" y="2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2100" lIns="90000" spcFirstLastPara="1" rIns="90000" wrap="square" tIns="421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87" name="Google Shape;187;p42"/>
              <p:cNvSpPr/>
              <p:nvPr/>
            </p:nvSpPr>
            <p:spPr>
              <a:xfrm>
                <a:off x="2226811" y="1105404"/>
                <a:ext cx="92205" cy="238781"/>
              </a:xfrm>
              <a:custGeom>
                <a:rect b="b" l="l" r="r" t="t"/>
                <a:pathLst>
                  <a:path extrusionOk="0" h="189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894"/>
                    </a:lnTo>
                    <a:lnTo>
                      <a:pt x="0" y="18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188" name="Google Shape;188;p42"/>
            <p:cNvGrpSpPr/>
            <p:nvPr/>
          </p:nvGrpSpPr>
          <p:grpSpPr>
            <a:xfrm>
              <a:off x="5301739" y="4150779"/>
              <a:ext cx="3132883" cy="453232"/>
              <a:chOff x="5301739" y="4150779"/>
              <a:chExt cx="3132883" cy="453232"/>
            </a:xfrm>
          </p:grpSpPr>
          <p:sp>
            <p:nvSpPr>
              <p:cNvPr id="189" name="Google Shape;189;p42"/>
              <p:cNvSpPr/>
              <p:nvPr/>
            </p:nvSpPr>
            <p:spPr>
              <a:xfrm>
                <a:off x="6517641" y="4414901"/>
                <a:ext cx="92574" cy="189109"/>
              </a:xfrm>
              <a:custGeom>
                <a:rect b="b" l="l" r="r" t="t"/>
                <a:pathLst>
                  <a:path extrusionOk="0" h="1500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1500"/>
                    </a:lnTo>
                    <a:lnTo>
                      <a:pt x="0" y="15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0" name="Google Shape;190;p42"/>
              <p:cNvSpPr/>
              <p:nvPr/>
            </p:nvSpPr>
            <p:spPr>
              <a:xfrm>
                <a:off x="6974204" y="4266010"/>
                <a:ext cx="92205" cy="338000"/>
              </a:xfrm>
              <a:custGeom>
                <a:rect b="b" l="l" r="r" t="t"/>
                <a:pathLst>
                  <a:path extrusionOk="0" h="2681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681"/>
                    </a:lnTo>
                    <a:lnTo>
                      <a:pt x="0" y="268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1" name="Google Shape;191;p42"/>
              <p:cNvSpPr/>
              <p:nvPr/>
            </p:nvSpPr>
            <p:spPr>
              <a:xfrm>
                <a:off x="7582340" y="4150779"/>
                <a:ext cx="92574" cy="453231"/>
              </a:xfrm>
              <a:custGeom>
                <a:rect b="b" l="l" r="r" t="t"/>
                <a:pathLst>
                  <a:path extrusionOk="0" h="3595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3595"/>
                    </a:lnTo>
                    <a:lnTo>
                      <a:pt x="0" y="35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2" name="Google Shape;192;p42"/>
              <p:cNvSpPr/>
              <p:nvPr/>
            </p:nvSpPr>
            <p:spPr>
              <a:xfrm>
                <a:off x="7886592" y="4339888"/>
                <a:ext cx="92205" cy="264122"/>
              </a:xfrm>
              <a:custGeom>
                <a:rect b="b" l="l" r="r" t="t"/>
                <a:pathLst>
                  <a:path extrusionOk="0" h="209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095"/>
                    </a:lnTo>
                    <a:lnTo>
                      <a:pt x="0" y="20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3" name="Google Shape;193;p42"/>
              <p:cNvSpPr/>
              <p:nvPr/>
            </p:nvSpPr>
            <p:spPr>
              <a:xfrm>
                <a:off x="6365700" y="4456631"/>
                <a:ext cx="92205" cy="147379"/>
              </a:xfrm>
              <a:custGeom>
                <a:rect b="b" l="l" r="r" t="t"/>
                <a:pathLst>
                  <a:path extrusionOk="0" h="1169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9"/>
                    </a:lnTo>
                    <a:lnTo>
                      <a:pt x="0" y="11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4" name="Google Shape;194;p42"/>
              <p:cNvSpPr/>
              <p:nvPr/>
            </p:nvSpPr>
            <p:spPr>
              <a:xfrm>
                <a:off x="6822262" y="4456757"/>
                <a:ext cx="92205" cy="147253"/>
              </a:xfrm>
              <a:custGeom>
                <a:rect b="b" l="l" r="r" t="t"/>
                <a:pathLst>
                  <a:path extrusionOk="0" h="1168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8"/>
                    </a:lnTo>
                    <a:lnTo>
                      <a:pt x="0" y="11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5" name="Google Shape;195;p42"/>
              <p:cNvSpPr/>
              <p:nvPr/>
            </p:nvSpPr>
            <p:spPr>
              <a:xfrm>
                <a:off x="7430029" y="4326398"/>
                <a:ext cx="92574" cy="277612"/>
              </a:xfrm>
              <a:custGeom>
                <a:rect b="b" l="l" r="r" t="t"/>
                <a:pathLst>
                  <a:path extrusionOk="0" h="220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2202"/>
                    </a:lnTo>
                    <a:lnTo>
                      <a:pt x="0" y="22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6" name="Google Shape;196;p42"/>
              <p:cNvSpPr/>
              <p:nvPr/>
            </p:nvSpPr>
            <p:spPr>
              <a:xfrm>
                <a:off x="8190475" y="4482476"/>
                <a:ext cx="92205" cy="121534"/>
              </a:xfrm>
              <a:custGeom>
                <a:rect b="b" l="l" r="r" t="t"/>
                <a:pathLst>
                  <a:path extrusionOk="0" h="96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964"/>
                    </a:lnTo>
                    <a:lnTo>
                      <a:pt x="0" y="9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7" name="Google Shape;197;p42"/>
              <p:cNvSpPr/>
              <p:nvPr/>
            </p:nvSpPr>
            <p:spPr>
              <a:xfrm>
                <a:off x="8342417" y="4428517"/>
                <a:ext cx="92205" cy="175493"/>
              </a:xfrm>
              <a:custGeom>
                <a:rect b="b" l="l" r="r" t="t"/>
                <a:pathLst>
                  <a:path extrusionOk="0" h="139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392"/>
                    </a:lnTo>
                    <a:lnTo>
                      <a:pt x="0" y="1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8" name="Google Shape;198;p42"/>
              <p:cNvSpPr/>
              <p:nvPr/>
            </p:nvSpPr>
            <p:spPr>
              <a:xfrm>
                <a:off x="7126146" y="4456631"/>
                <a:ext cx="92205" cy="147379"/>
              </a:xfrm>
              <a:custGeom>
                <a:rect b="b" l="l" r="r" t="t"/>
                <a:pathLst>
                  <a:path extrusionOk="0" h="1169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9"/>
                    </a:lnTo>
                    <a:lnTo>
                      <a:pt x="0" y="116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99" name="Google Shape;199;p42"/>
              <p:cNvSpPr/>
              <p:nvPr/>
            </p:nvSpPr>
            <p:spPr>
              <a:xfrm>
                <a:off x="6061816" y="4456757"/>
                <a:ext cx="92205" cy="147253"/>
              </a:xfrm>
              <a:custGeom>
                <a:rect b="b" l="l" r="r" t="t"/>
                <a:pathLst>
                  <a:path extrusionOk="0" h="1168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8"/>
                    </a:lnTo>
                    <a:lnTo>
                      <a:pt x="0" y="11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0" name="Google Shape;200;p42"/>
              <p:cNvSpPr/>
              <p:nvPr/>
            </p:nvSpPr>
            <p:spPr>
              <a:xfrm>
                <a:off x="5757933" y="4507817"/>
                <a:ext cx="92205" cy="96193"/>
              </a:xfrm>
              <a:custGeom>
                <a:rect b="b" l="l" r="r" t="t"/>
                <a:pathLst>
                  <a:path extrusionOk="0" h="763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763"/>
                    </a:lnTo>
                    <a:lnTo>
                      <a:pt x="0" y="76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1" name="Google Shape;201;p42"/>
              <p:cNvSpPr/>
              <p:nvPr/>
            </p:nvSpPr>
            <p:spPr>
              <a:xfrm>
                <a:off x="5453681" y="4507943"/>
                <a:ext cx="92574" cy="96067"/>
              </a:xfrm>
              <a:custGeom>
                <a:rect b="b" l="l" r="r" t="t"/>
                <a:pathLst>
                  <a:path extrusionOk="0" h="76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762"/>
                    </a:lnTo>
                    <a:lnTo>
                      <a:pt x="0" y="7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2" name="Google Shape;202;p42"/>
              <p:cNvSpPr/>
              <p:nvPr/>
            </p:nvSpPr>
            <p:spPr>
              <a:xfrm>
                <a:off x="5605991" y="4443394"/>
                <a:ext cx="92205" cy="160616"/>
              </a:xfrm>
              <a:custGeom>
                <a:rect b="b" l="l" r="r" t="t"/>
                <a:pathLst>
                  <a:path extrusionOk="0" h="127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274"/>
                    </a:lnTo>
                    <a:lnTo>
                      <a:pt x="0" y="127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3" name="Google Shape;203;p42"/>
              <p:cNvSpPr/>
              <p:nvPr/>
            </p:nvSpPr>
            <p:spPr>
              <a:xfrm>
                <a:off x="6213758" y="4542865"/>
                <a:ext cx="92205" cy="61145"/>
              </a:xfrm>
              <a:custGeom>
                <a:rect b="b" l="l" r="r" t="t"/>
                <a:pathLst>
                  <a:path extrusionOk="0" h="48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4" name="Google Shape;204;p42"/>
              <p:cNvSpPr/>
              <p:nvPr/>
            </p:nvSpPr>
            <p:spPr>
              <a:xfrm>
                <a:off x="6669952" y="4542865"/>
                <a:ext cx="92574" cy="61145"/>
              </a:xfrm>
              <a:custGeom>
                <a:rect b="b" l="l" r="r" t="t"/>
                <a:pathLst>
                  <a:path extrusionOk="0" h="485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" name="Google Shape;205;p42"/>
              <p:cNvSpPr/>
              <p:nvPr/>
            </p:nvSpPr>
            <p:spPr>
              <a:xfrm>
                <a:off x="7278088" y="4542865"/>
                <a:ext cx="92205" cy="61145"/>
              </a:xfrm>
              <a:custGeom>
                <a:rect b="b" l="l" r="r" t="t"/>
                <a:pathLst>
                  <a:path extrusionOk="0" h="48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" name="Google Shape;206;p42"/>
              <p:cNvSpPr/>
              <p:nvPr/>
            </p:nvSpPr>
            <p:spPr>
              <a:xfrm>
                <a:off x="8038534" y="4374306"/>
                <a:ext cx="92205" cy="229704"/>
              </a:xfrm>
              <a:custGeom>
                <a:rect b="b" l="l" r="r" t="t"/>
                <a:pathLst>
                  <a:path extrusionOk="0" h="182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822"/>
                    </a:lnTo>
                    <a:lnTo>
                      <a:pt x="0" y="182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" name="Google Shape;207;p42"/>
              <p:cNvSpPr/>
              <p:nvPr/>
            </p:nvSpPr>
            <p:spPr>
              <a:xfrm>
                <a:off x="7734650" y="4565936"/>
                <a:ext cx="92205" cy="38074"/>
              </a:xfrm>
              <a:custGeom>
                <a:rect b="b" l="l" r="r" t="t"/>
                <a:pathLst>
                  <a:path extrusionOk="0" h="30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302"/>
                    </a:lnTo>
                    <a:lnTo>
                      <a:pt x="0" y="3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" name="Google Shape;208;p42"/>
              <p:cNvSpPr/>
              <p:nvPr/>
            </p:nvSpPr>
            <p:spPr>
              <a:xfrm>
                <a:off x="5909875" y="4573501"/>
                <a:ext cx="92205" cy="30510"/>
              </a:xfrm>
              <a:custGeom>
                <a:rect b="b" l="l" r="r" t="t"/>
                <a:pathLst>
                  <a:path extrusionOk="0" h="24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242"/>
                    </a:lnTo>
                    <a:lnTo>
                      <a:pt x="0" y="2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2100" lIns="90000" spcFirstLastPara="1" rIns="90000" wrap="square" tIns="421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" name="Google Shape;209;p42"/>
              <p:cNvSpPr/>
              <p:nvPr/>
            </p:nvSpPr>
            <p:spPr>
              <a:xfrm>
                <a:off x="5301739" y="4365229"/>
                <a:ext cx="92205" cy="238781"/>
              </a:xfrm>
              <a:custGeom>
                <a:rect b="b" l="l" r="r" t="t"/>
                <a:pathLst>
                  <a:path extrusionOk="0" h="189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894"/>
                    </a:lnTo>
                    <a:lnTo>
                      <a:pt x="0" y="189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10" name="Google Shape;210;p42"/>
          <p:cNvSpPr txBox="1"/>
          <p:nvPr>
            <p:ph type="ctrTitle"/>
          </p:nvPr>
        </p:nvSpPr>
        <p:spPr>
          <a:xfrm>
            <a:off x="713225" y="1570400"/>
            <a:ext cx="7717500" cy="16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211" name="Google Shape;211;p42"/>
          <p:cNvSpPr txBox="1"/>
          <p:nvPr>
            <p:ph idx="1" type="subTitle"/>
          </p:nvPr>
        </p:nvSpPr>
        <p:spPr>
          <a:xfrm>
            <a:off x="713225" y="3180500"/>
            <a:ext cx="7721400" cy="47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>
                <a:solidFill>
                  <a:schemeClr val="dk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>
                <a:solidFill>
                  <a:schemeClr val="dk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>
                <a:solidFill>
                  <a:schemeClr val="dk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>
                <a:solidFill>
                  <a:schemeClr val="dk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>
                <a:solidFill>
                  <a:schemeClr val="dk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>
                <a:solidFill>
                  <a:schemeClr val="dk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>
                <a:solidFill>
                  <a:schemeClr val="dk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 sz="1800">
                <a:solidFill>
                  <a:schemeClr val="dk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3" name="Google Shape;213;p43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214" name="Google Shape;214;p43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43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43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43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" name="Google Shape;218;p43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" name="Google Shape;219;p43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" name="Google Shape;220;p43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" name="Google Shape;221;p43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" name="Google Shape;222;p43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" name="Google Shape;223;p43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" name="Google Shape;224;p43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" name="Google Shape;225;p43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" name="Google Shape;226;p43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" name="Google Shape;227;p43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" name="Google Shape;228;p43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" name="Google Shape;229;p43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" name="Google Shape;230;p43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" name="Google Shape;231;p43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" name="Google Shape;232;p43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" name="Google Shape;233;p43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" name="Google Shape;234;p43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3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3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3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43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43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" name="Google Shape;240;p43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" name="Google Shape;241;p43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" name="Google Shape;242;p43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" name="Google Shape;243;p43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" name="Google Shape;244;p43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" name="Google Shape;245;p43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" name="Google Shape;246;p43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" name="Google Shape;247;p43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" name="Google Shape;248;p43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43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" name="Google Shape;250;p43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" name="Google Shape;251;p43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" name="Google Shape;252;p43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" name="Google Shape;253;p43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" name="Google Shape;254;p43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" name="Google Shape;255;p43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" name="Google Shape;256;p43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" name="Google Shape;257;p43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" name="Google Shape;258;p43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" name="Google Shape;259;p43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" name="Google Shape;260;p43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" name="Google Shape;261;p43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" name="Google Shape;262;p43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3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3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3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" name="Google Shape;266;p43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" name="Google Shape;267;p43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8" name="Google Shape;268;p43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43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43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43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43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43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43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43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43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43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43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9" name="Google Shape;279;p43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0" name="Google Shape;280;p43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1" name="Google Shape;281;p43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2" name="Google Shape;282;p43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3" name="Google Shape;283;p43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4" name="Google Shape;284;p43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5" name="Google Shape;285;p43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6" name="Google Shape;286;p43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7" name="Google Shape;287;p43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8" name="Google Shape;288;p43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" name="Google Shape;289;p43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" name="Google Shape;290;p43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43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2" name="Google Shape;292;p43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3" name="Google Shape;293;p43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" name="Google Shape;294;p43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" name="Google Shape;295;p43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6" name="Google Shape;296;p43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7" name="Google Shape;297;p43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8" name="Google Shape;298;p43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9" name="Google Shape;299;p43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" name="Google Shape;300;p43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" name="Google Shape;301;p43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2" name="Google Shape;302;p43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3" name="Google Shape;303;p43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4" name="Google Shape;304;p43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5" name="Google Shape;305;p43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6" name="Google Shape;306;p43"/>
          <p:cNvGrpSpPr/>
          <p:nvPr/>
        </p:nvGrpSpPr>
        <p:grpSpPr>
          <a:xfrm>
            <a:off x="229136" y="121993"/>
            <a:ext cx="398326" cy="493698"/>
            <a:chOff x="5433840" y="2050560"/>
            <a:chExt cx="388800" cy="1409760"/>
          </a:xfrm>
        </p:grpSpPr>
        <p:sp>
          <p:nvSpPr>
            <p:cNvPr id="307" name="Google Shape;307;p43"/>
            <p:cNvSpPr/>
            <p:nvPr/>
          </p:nvSpPr>
          <p:spPr>
            <a:xfrm>
              <a:off x="5433840" y="2706120"/>
              <a:ext cx="90000" cy="754200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" name="Google Shape;308;p43"/>
            <p:cNvSpPr/>
            <p:nvPr/>
          </p:nvSpPr>
          <p:spPr>
            <a:xfrm>
              <a:off x="5732640" y="2050560"/>
              <a:ext cx="90000" cy="347040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9" name="Google Shape;309;p43"/>
            <p:cNvSpPr/>
            <p:nvPr/>
          </p:nvSpPr>
          <p:spPr>
            <a:xfrm>
              <a:off x="5583240" y="2050560"/>
              <a:ext cx="90000" cy="655920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0" name="Google Shape;310;p43"/>
          <p:cNvGrpSpPr/>
          <p:nvPr/>
        </p:nvGrpSpPr>
        <p:grpSpPr>
          <a:xfrm>
            <a:off x="8549592" y="4632154"/>
            <a:ext cx="398326" cy="422215"/>
            <a:chOff x="5882040" y="1693080"/>
            <a:chExt cx="388800" cy="1205640"/>
          </a:xfrm>
        </p:grpSpPr>
        <p:sp>
          <p:nvSpPr>
            <p:cNvPr id="311" name="Google Shape;311;p43"/>
            <p:cNvSpPr/>
            <p:nvPr/>
          </p:nvSpPr>
          <p:spPr>
            <a:xfrm>
              <a:off x="6031440" y="1801800"/>
              <a:ext cx="90000" cy="1096920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43"/>
            <p:cNvSpPr/>
            <p:nvPr/>
          </p:nvSpPr>
          <p:spPr>
            <a:xfrm>
              <a:off x="5882040" y="2397600"/>
              <a:ext cx="90000" cy="501120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3" name="Google Shape;313;p43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4" name="Google Shape;314;p4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5" name="Google Shape;315;p43"/>
          <p:cNvSpPr txBox="1"/>
          <p:nvPr>
            <p:ph idx="1" type="body"/>
          </p:nvPr>
        </p:nvSpPr>
        <p:spPr>
          <a:xfrm>
            <a:off x="720000" y="1215751"/>
            <a:ext cx="7704000" cy="33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200"/>
            </a:lvl1pPr>
            <a:lvl2pPr indent="-3175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indent="-3175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indent="-3175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indent="-3175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indent="-3175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indent="-3175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indent="-3175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indent="-3175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1_1_1_1_1_1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7" name="Google Shape;317;p44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318" name="Google Shape;318;p44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" name="Google Shape;319;p44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" name="Google Shape;320;p44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" name="Google Shape;321;p44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2" name="Google Shape;322;p44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3" name="Google Shape;323;p44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4" name="Google Shape;324;p44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5" name="Google Shape;325;p44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6" name="Google Shape;326;p44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7" name="Google Shape;327;p44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8" name="Google Shape;328;p44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9" name="Google Shape;329;p44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0" name="Google Shape;330;p44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1" name="Google Shape;331;p44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44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3" name="Google Shape;333;p44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4" name="Google Shape;334;p44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5" name="Google Shape;335;p44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6" name="Google Shape;336;p44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7" name="Google Shape;337;p44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8" name="Google Shape;338;p44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9" name="Google Shape;339;p44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0" name="Google Shape;340;p44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1" name="Google Shape;341;p44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2" name="Google Shape;342;p44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3" name="Google Shape;343;p44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4" name="Google Shape;344;p44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44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6" name="Google Shape;346;p44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7" name="Google Shape;347;p44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8" name="Google Shape;348;p44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9" name="Google Shape;349;p44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0" name="Google Shape;350;p44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1" name="Google Shape;351;p44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2" name="Google Shape;352;p44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3" name="Google Shape;353;p44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4" name="Google Shape;354;p44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5" name="Google Shape;355;p44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6" name="Google Shape;356;p44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7" name="Google Shape;357;p44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8" name="Google Shape;358;p44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9" name="Google Shape;359;p44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0" name="Google Shape;360;p44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1" name="Google Shape;361;p44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2" name="Google Shape;362;p44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3" name="Google Shape;363;p44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4" name="Google Shape;364;p44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5" name="Google Shape;365;p44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6" name="Google Shape;366;p44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7" name="Google Shape;367;p44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8" name="Google Shape;368;p44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9" name="Google Shape;369;p44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0" name="Google Shape;370;p44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1" name="Google Shape;371;p44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2" name="Google Shape;372;p44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3" name="Google Shape;373;p44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4" name="Google Shape;374;p44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5" name="Google Shape;375;p44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6" name="Google Shape;376;p44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7" name="Google Shape;377;p44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8" name="Google Shape;378;p44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9" name="Google Shape;379;p44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0" name="Google Shape;380;p44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1" name="Google Shape;381;p44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2" name="Google Shape;382;p44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3" name="Google Shape;383;p44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4" name="Google Shape;384;p44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5" name="Google Shape;385;p44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6" name="Google Shape;386;p44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7" name="Google Shape;387;p44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8" name="Google Shape;388;p44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9" name="Google Shape;389;p44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0" name="Google Shape;390;p44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1" name="Google Shape;391;p44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2" name="Google Shape;392;p44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3" name="Google Shape;393;p44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4" name="Google Shape;394;p44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5" name="Google Shape;395;p44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6" name="Google Shape;396;p44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7" name="Google Shape;397;p44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8" name="Google Shape;398;p44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99" name="Google Shape;399;p44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0" name="Google Shape;400;p44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1" name="Google Shape;401;p44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2" name="Google Shape;402;p44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3" name="Google Shape;403;p44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4" name="Google Shape;404;p44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5" name="Google Shape;405;p44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44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p44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p44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9" name="Google Shape;409;p44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0" name="Google Shape;410;p4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1" name="Google Shape;411;p44"/>
          <p:cNvSpPr txBox="1"/>
          <p:nvPr>
            <p:ph idx="1" type="subTitle"/>
          </p:nvPr>
        </p:nvSpPr>
        <p:spPr>
          <a:xfrm>
            <a:off x="1497964" y="1827108"/>
            <a:ext cx="3055500" cy="8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2" name="Google Shape;412;p44"/>
          <p:cNvSpPr txBox="1"/>
          <p:nvPr>
            <p:ph idx="2" type="subTitle"/>
          </p:nvPr>
        </p:nvSpPr>
        <p:spPr>
          <a:xfrm>
            <a:off x="1497964" y="3403253"/>
            <a:ext cx="3055500" cy="8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44"/>
          <p:cNvSpPr txBox="1"/>
          <p:nvPr>
            <p:ph idx="3" type="subTitle"/>
          </p:nvPr>
        </p:nvSpPr>
        <p:spPr>
          <a:xfrm>
            <a:off x="5350614" y="1827110"/>
            <a:ext cx="3055500" cy="8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4" name="Google Shape;414;p44"/>
          <p:cNvSpPr txBox="1"/>
          <p:nvPr>
            <p:ph idx="4" type="subTitle"/>
          </p:nvPr>
        </p:nvSpPr>
        <p:spPr>
          <a:xfrm>
            <a:off x="5350614" y="3403250"/>
            <a:ext cx="3055500" cy="81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5" name="Google Shape;415;p44"/>
          <p:cNvSpPr txBox="1"/>
          <p:nvPr>
            <p:ph idx="5" type="title"/>
          </p:nvPr>
        </p:nvSpPr>
        <p:spPr>
          <a:xfrm>
            <a:off x="737886" y="1587825"/>
            <a:ext cx="724800" cy="70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416" name="Google Shape;416;p44"/>
          <p:cNvSpPr txBox="1"/>
          <p:nvPr>
            <p:ph idx="6" type="title"/>
          </p:nvPr>
        </p:nvSpPr>
        <p:spPr>
          <a:xfrm>
            <a:off x="4590537" y="1587825"/>
            <a:ext cx="724800" cy="70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417" name="Google Shape;417;p44"/>
          <p:cNvSpPr txBox="1"/>
          <p:nvPr>
            <p:ph idx="7" type="title"/>
          </p:nvPr>
        </p:nvSpPr>
        <p:spPr>
          <a:xfrm>
            <a:off x="737886" y="3167325"/>
            <a:ext cx="724800" cy="70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418" name="Google Shape;418;p44"/>
          <p:cNvSpPr txBox="1"/>
          <p:nvPr>
            <p:ph idx="8" type="title"/>
          </p:nvPr>
        </p:nvSpPr>
        <p:spPr>
          <a:xfrm>
            <a:off x="4590536" y="3167325"/>
            <a:ext cx="724800" cy="70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Outfit ExtraBold"/>
              <a:buNone/>
              <a:defRPr b="1" sz="3000"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419" name="Google Shape;419;p44"/>
          <p:cNvSpPr txBox="1"/>
          <p:nvPr>
            <p:ph idx="9" type="subTitle"/>
          </p:nvPr>
        </p:nvSpPr>
        <p:spPr>
          <a:xfrm>
            <a:off x="1497964" y="1511625"/>
            <a:ext cx="3055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420" name="Google Shape;420;p44"/>
          <p:cNvSpPr txBox="1"/>
          <p:nvPr>
            <p:ph idx="13" type="subTitle"/>
          </p:nvPr>
        </p:nvSpPr>
        <p:spPr>
          <a:xfrm>
            <a:off x="1497964" y="3091119"/>
            <a:ext cx="3055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421" name="Google Shape;421;p44"/>
          <p:cNvSpPr txBox="1"/>
          <p:nvPr>
            <p:ph idx="14" type="subTitle"/>
          </p:nvPr>
        </p:nvSpPr>
        <p:spPr>
          <a:xfrm>
            <a:off x="5350614" y="1511625"/>
            <a:ext cx="3055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422" name="Google Shape;422;p44"/>
          <p:cNvSpPr txBox="1"/>
          <p:nvPr>
            <p:ph idx="15" type="subTitle"/>
          </p:nvPr>
        </p:nvSpPr>
        <p:spPr>
          <a:xfrm>
            <a:off x="5350614" y="3091123"/>
            <a:ext cx="3055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grpSp>
        <p:nvGrpSpPr>
          <p:cNvPr id="423" name="Google Shape;423;p44"/>
          <p:cNvGrpSpPr/>
          <p:nvPr/>
        </p:nvGrpSpPr>
        <p:grpSpPr>
          <a:xfrm>
            <a:off x="162681" y="4658602"/>
            <a:ext cx="847202" cy="384141"/>
            <a:chOff x="162681" y="4658602"/>
            <a:chExt cx="847202" cy="384141"/>
          </a:xfrm>
        </p:grpSpPr>
        <p:grpSp>
          <p:nvGrpSpPr>
            <p:cNvPr id="424" name="Google Shape;424;p44"/>
            <p:cNvGrpSpPr/>
            <p:nvPr/>
          </p:nvGrpSpPr>
          <p:grpSpPr>
            <a:xfrm>
              <a:off x="611557" y="4658602"/>
              <a:ext cx="398326" cy="384141"/>
              <a:chOff x="5732640" y="1801800"/>
              <a:chExt cx="388800" cy="1096920"/>
            </a:xfrm>
          </p:grpSpPr>
          <p:sp>
            <p:nvSpPr>
              <p:cNvPr id="425" name="Google Shape;425;p44"/>
              <p:cNvSpPr/>
              <p:nvPr/>
            </p:nvSpPr>
            <p:spPr>
              <a:xfrm>
                <a:off x="6031440" y="1801800"/>
                <a:ext cx="90000" cy="1096920"/>
              </a:xfrm>
              <a:custGeom>
                <a:rect b="b" l="l" r="r" t="t"/>
                <a:pathLst>
                  <a:path extrusionOk="0" h="3047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3047"/>
                    </a:lnTo>
                    <a:lnTo>
                      <a:pt x="0" y="30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6" name="Google Shape;426;p44"/>
              <p:cNvSpPr/>
              <p:nvPr/>
            </p:nvSpPr>
            <p:spPr>
              <a:xfrm>
                <a:off x="5732640" y="2050560"/>
                <a:ext cx="90000" cy="347040"/>
              </a:xfrm>
              <a:custGeom>
                <a:rect b="b" l="l" r="r" t="t"/>
                <a:pathLst>
                  <a:path extrusionOk="0" h="964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964"/>
                    </a:lnTo>
                    <a:lnTo>
                      <a:pt x="0" y="9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44"/>
              <p:cNvSpPr/>
              <p:nvPr/>
            </p:nvSpPr>
            <p:spPr>
              <a:xfrm>
                <a:off x="5882040" y="2397600"/>
                <a:ext cx="90000" cy="501120"/>
              </a:xfrm>
              <a:custGeom>
                <a:rect b="b" l="l" r="r" t="t"/>
                <a:pathLst>
                  <a:path extrusionOk="0" h="139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392"/>
                    </a:lnTo>
                    <a:lnTo>
                      <a:pt x="0" y="139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28" name="Google Shape;428;p44"/>
            <p:cNvGrpSpPr/>
            <p:nvPr/>
          </p:nvGrpSpPr>
          <p:grpSpPr>
            <a:xfrm>
              <a:off x="162681" y="4658610"/>
              <a:ext cx="398326" cy="275215"/>
              <a:chOff x="4089960" y="2589480"/>
              <a:chExt cx="388800" cy="785880"/>
            </a:xfrm>
          </p:grpSpPr>
          <p:sp>
            <p:nvSpPr>
              <p:cNvPr id="429" name="Google Shape;429;p44"/>
              <p:cNvSpPr/>
              <p:nvPr/>
            </p:nvSpPr>
            <p:spPr>
              <a:xfrm>
                <a:off x="4089960" y="2835360"/>
                <a:ext cx="90360" cy="540000"/>
              </a:xfrm>
              <a:custGeom>
                <a:rect b="b" l="l" r="r" t="t"/>
                <a:pathLst>
                  <a:path extrusionOk="0" h="1500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1500"/>
                    </a:lnTo>
                    <a:lnTo>
                      <a:pt x="0" y="150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0" name="Google Shape;430;p44"/>
              <p:cNvSpPr/>
              <p:nvPr/>
            </p:nvSpPr>
            <p:spPr>
              <a:xfrm>
                <a:off x="4388760" y="2589480"/>
                <a:ext cx="90000" cy="420480"/>
              </a:xfrm>
              <a:custGeom>
                <a:rect b="b" l="l" r="r" t="t"/>
                <a:pathLst>
                  <a:path extrusionOk="0" h="1168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168"/>
                    </a:lnTo>
                    <a:lnTo>
                      <a:pt x="0" y="11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44"/>
              <p:cNvSpPr/>
              <p:nvPr/>
            </p:nvSpPr>
            <p:spPr>
              <a:xfrm>
                <a:off x="4239360" y="2835360"/>
                <a:ext cx="90360" cy="174600"/>
              </a:xfrm>
              <a:custGeom>
                <a:rect b="b" l="l" r="r" t="t"/>
                <a:pathLst>
                  <a:path extrusionOk="0" h="485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32" name="Google Shape;432;p44"/>
          <p:cNvGrpSpPr/>
          <p:nvPr/>
        </p:nvGrpSpPr>
        <p:grpSpPr>
          <a:xfrm>
            <a:off x="8102233" y="86275"/>
            <a:ext cx="846137" cy="453229"/>
            <a:chOff x="8102233" y="86275"/>
            <a:chExt cx="846137" cy="453229"/>
          </a:xfrm>
        </p:grpSpPr>
        <p:grpSp>
          <p:nvGrpSpPr>
            <p:cNvPr id="433" name="Google Shape;433;p44"/>
            <p:cNvGrpSpPr/>
            <p:nvPr/>
          </p:nvGrpSpPr>
          <p:grpSpPr>
            <a:xfrm>
              <a:off x="8102233" y="86275"/>
              <a:ext cx="397957" cy="453229"/>
              <a:chOff x="4836960" y="2166120"/>
              <a:chExt cx="388440" cy="1294200"/>
            </a:xfrm>
          </p:grpSpPr>
          <p:sp>
            <p:nvSpPr>
              <p:cNvPr id="434" name="Google Shape;434;p44"/>
              <p:cNvSpPr/>
              <p:nvPr/>
            </p:nvSpPr>
            <p:spPr>
              <a:xfrm>
                <a:off x="5135040" y="2166120"/>
                <a:ext cx="90360" cy="1294200"/>
              </a:xfrm>
              <a:custGeom>
                <a:rect b="b" l="l" r="r" t="t"/>
                <a:pathLst>
                  <a:path extrusionOk="0" h="3595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3595"/>
                    </a:lnTo>
                    <a:lnTo>
                      <a:pt x="0" y="35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44"/>
              <p:cNvSpPr/>
              <p:nvPr/>
            </p:nvSpPr>
            <p:spPr>
              <a:xfrm>
                <a:off x="4986000" y="2166120"/>
                <a:ext cx="90360" cy="792720"/>
              </a:xfrm>
              <a:custGeom>
                <a:rect b="b" l="l" r="r" t="t"/>
                <a:pathLst>
                  <a:path extrusionOk="0" h="220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2202"/>
                    </a:lnTo>
                    <a:lnTo>
                      <a:pt x="0" y="22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44"/>
              <p:cNvSpPr/>
              <p:nvPr/>
            </p:nvSpPr>
            <p:spPr>
              <a:xfrm>
                <a:off x="4836960" y="2959200"/>
                <a:ext cx="90000" cy="174600"/>
              </a:xfrm>
              <a:custGeom>
                <a:rect b="b" l="l" r="r" t="t"/>
                <a:pathLst>
                  <a:path extrusionOk="0" h="485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5"/>
                    </a:lnTo>
                    <a:lnTo>
                      <a:pt x="0" y="4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44"/>
            <p:cNvGrpSpPr/>
            <p:nvPr/>
          </p:nvGrpSpPr>
          <p:grpSpPr>
            <a:xfrm>
              <a:off x="8550044" y="216119"/>
              <a:ext cx="398326" cy="193521"/>
              <a:chOff x="6180480" y="1249200"/>
              <a:chExt cx="388800" cy="552600"/>
            </a:xfrm>
          </p:grpSpPr>
          <p:sp>
            <p:nvSpPr>
              <p:cNvPr id="438" name="Google Shape;438;p44"/>
              <p:cNvSpPr/>
              <p:nvPr/>
            </p:nvSpPr>
            <p:spPr>
              <a:xfrm>
                <a:off x="6479280" y="1249200"/>
                <a:ext cx="90000" cy="173520"/>
              </a:xfrm>
              <a:custGeom>
                <a:rect b="b" l="l" r="r" t="t"/>
                <a:pathLst>
                  <a:path extrusionOk="0" h="482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482"/>
                    </a:lnTo>
                    <a:lnTo>
                      <a:pt x="0" y="48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44"/>
              <p:cNvSpPr/>
              <p:nvPr/>
            </p:nvSpPr>
            <p:spPr>
              <a:xfrm>
                <a:off x="6329880" y="1249200"/>
                <a:ext cx="90000" cy="443880"/>
              </a:xfrm>
              <a:custGeom>
                <a:rect b="b" l="l" r="r" t="t"/>
                <a:pathLst>
                  <a:path extrusionOk="0" h="1233" w="250">
                    <a:moveTo>
                      <a:pt x="0" y="0"/>
                    </a:moveTo>
                    <a:lnTo>
                      <a:pt x="250" y="0"/>
                    </a:lnTo>
                    <a:lnTo>
                      <a:pt x="250" y="1233"/>
                    </a:lnTo>
                    <a:lnTo>
                      <a:pt x="0" y="123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44"/>
              <p:cNvSpPr/>
              <p:nvPr/>
            </p:nvSpPr>
            <p:spPr>
              <a:xfrm>
                <a:off x="6180480" y="1693080"/>
                <a:ext cx="90360" cy="108720"/>
              </a:xfrm>
              <a:custGeom>
                <a:rect b="b" l="l" r="r" t="t"/>
                <a:pathLst>
                  <a:path extrusionOk="0" h="302" w="251">
                    <a:moveTo>
                      <a:pt x="0" y="0"/>
                    </a:moveTo>
                    <a:lnTo>
                      <a:pt x="251" y="0"/>
                    </a:lnTo>
                    <a:lnTo>
                      <a:pt x="251" y="302"/>
                    </a:lnTo>
                    <a:lnTo>
                      <a:pt x="0" y="3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2">
  <p:cSld name="TITLE_AND_TWO_COLUMNS_1_1">
    <p:spTree>
      <p:nvGrpSpPr>
        <p:cNvPr id="44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2" name="Google Shape;442;p45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443" name="Google Shape;443;p45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p45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45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p45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p45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45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p45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45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p45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45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45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4" name="Google Shape;454;p45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5" name="Google Shape;455;p45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6" name="Google Shape;456;p45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7" name="Google Shape;457;p45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45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9" name="Google Shape;459;p45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0" name="Google Shape;460;p45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1" name="Google Shape;461;p45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2" name="Google Shape;462;p45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3" name="Google Shape;463;p45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4" name="Google Shape;464;p45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5" name="Google Shape;465;p45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6" name="Google Shape;466;p45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7" name="Google Shape;467;p45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8" name="Google Shape;468;p45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69" name="Google Shape;469;p45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0" name="Google Shape;470;p45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1" name="Google Shape;471;p45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45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45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45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5" name="Google Shape;475;p45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6" name="Google Shape;476;p45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7" name="Google Shape;477;p45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8" name="Google Shape;478;p45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9" name="Google Shape;479;p45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0" name="Google Shape;480;p45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1" name="Google Shape;481;p45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2" name="Google Shape;482;p45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3" name="Google Shape;483;p45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4" name="Google Shape;484;p45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5" name="Google Shape;485;p45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6" name="Google Shape;486;p45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7" name="Google Shape;487;p45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8" name="Google Shape;488;p45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9" name="Google Shape;489;p45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0" name="Google Shape;490;p45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1" name="Google Shape;491;p45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2" name="Google Shape;492;p45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p45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4" name="Google Shape;494;p45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5" name="Google Shape;495;p45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6" name="Google Shape;496;p45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7" name="Google Shape;497;p45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8" name="Google Shape;498;p45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9" name="Google Shape;499;p45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0" name="Google Shape;500;p45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1" name="Google Shape;501;p45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2" name="Google Shape;502;p45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3" name="Google Shape;503;p45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4" name="Google Shape;504;p45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5" name="Google Shape;505;p45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6" name="Google Shape;506;p45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7" name="Google Shape;507;p45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8" name="Google Shape;508;p45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9" name="Google Shape;509;p45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0" name="Google Shape;510;p45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1" name="Google Shape;511;p45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2" name="Google Shape;512;p45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3" name="Google Shape;513;p45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4" name="Google Shape;514;p45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5" name="Google Shape;515;p45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6" name="Google Shape;516;p45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7" name="Google Shape;517;p45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8" name="Google Shape;518;p45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9" name="Google Shape;519;p45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0" name="Google Shape;520;p45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1" name="Google Shape;521;p45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45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45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45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5" name="Google Shape;525;p45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6" name="Google Shape;526;p45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p45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p45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9" name="Google Shape;529;p45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0" name="Google Shape;530;p45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p45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p45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3" name="Google Shape;533;p45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4" name="Google Shape;534;p45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5" name="Google Shape;535;p4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36" name="Google Shape;536;p45"/>
          <p:cNvSpPr txBox="1"/>
          <p:nvPr>
            <p:ph idx="1" type="subTitle"/>
          </p:nvPr>
        </p:nvSpPr>
        <p:spPr>
          <a:xfrm>
            <a:off x="4728100" y="1360275"/>
            <a:ext cx="3699300" cy="29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7" name="Google Shape;537;p45"/>
          <p:cNvSpPr txBox="1"/>
          <p:nvPr>
            <p:ph idx="2" type="subTitle"/>
          </p:nvPr>
        </p:nvSpPr>
        <p:spPr>
          <a:xfrm>
            <a:off x="716625" y="1360275"/>
            <a:ext cx="3699300" cy="29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538" name="Google Shape;538;p45"/>
          <p:cNvGrpSpPr/>
          <p:nvPr/>
        </p:nvGrpSpPr>
        <p:grpSpPr>
          <a:xfrm>
            <a:off x="122000" y="4917447"/>
            <a:ext cx="4420450" cy="226056"/>
            <a:chOff x="122000" y="4917447"/>
            <a:chExt cx="4420450" cy="226056"/>
          </a:xfrm>
        </p:grpSpPr>
        <p:sp>
          <p:nvSpPr>
            <p:cNvPr id="539" name="Google Shape;539;p45"/>
            <p:cNvSpPr/>
            <p:nvPr/>
          </p:nvSpPr>
          <p:spPr>
            <a:xfrm>
              <a:off x="12200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0" name="Google Shape;540;p45"/>
            <p:cNvSpPr/>
            <p:nvPr/>
          </p:nvSpPr>
          <p:spPr>
            <a:xfrm>
              <a:off x="420441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1" name="Google Shape;541;p45"/>
            <p:cNvSpPr/>
            <p:nvPr/>
          </p:nvSpPr>
          <p:spPr>
            <a:xfrm>
              <a:off x="719241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2" name="Google Shape;542;p45"/>
            <p:cNvSpPr/>
            <p:nvPr/>
          </p:nvSpPr>
          <p:spPr>
            <a:xfrm>
              <a:off x="1018042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3" name="Google Shape;543;p45"/>
            <p:cNvSpPr/>
            <p:nvPr/>
          </p:nvSpPr>
          <p:spPr>
            <a:xfrm>
              <a:off x="1316483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4" name="Google Shape;544;p45"/>
            <p:cNvSpPr/>
            <p:nvPr/>
          </p:nvSpPr>
          <p:spPr>
            <a:xfrm>
              <a:off x="1615283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5" name="Google Shape;545;p45"/>
            <p:cNvSpPr/>
            <p:nvPr/>
          </p:nvSpPr>
          <p:spPr>
            <a:xfrm>
              <a:off x="22125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6" name="Google Shape;546;p45"/>
            <p:cNvSpPr/>
            <p:nvPr/>
          </p:nvSpPr>
          <p:spPr>
            <a:xfrm>
              <a:off x="2809766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7" name="Google Shape;547;p45"/>
            <p:cNvSpPr/>
            <p:nvPr/>
          </p:nvSpPr>
          <p:spPr>
            <a:xfrm>
              <a:off x="3108567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8" name="Google Shape;548;p45"/>
            <p:cNvSpPr/>
            <p:nvPr/>
          </p:nvSpPr>
          <p:spPr>
            <a:xfrm>
              <a:off x="3407008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9" name="Google Shape;549;p45"/>
            <p:cNvSpPr/>
            <p:nvPr/>
          </p:nvSpPr>
          <p:spPr>
            <a:xfrm>
              <a:off x="3705808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0" name="Google Shape;550;p45"/>
            <p:cNvSpPr/>
            <p:nvPr/>
          </p:nvSpPr>
          <p:spPr>
            <a:xfrm>
              <a:off x="4004609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1" name="Google Shape;551;p45"/>
            <p:cNvSpPr/>
            <p:nvPr/>
          </p:nvSpPr>
          <p:spPr>
            <a:xfrm>
              <a:off x="4303050" y="4917447"/>
              <a:ext cx="239400" cy="22605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2" name="Google Shape;552;p45"/>
            <p:cNvSpPr/>
            <p:nvPr/>
          </p:nvSpPr>
          <p:spPr>
            <a:xfrm>
              <a:off x="1914084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3" name="Google Shape;553;p45"/>
            <p:cNvSpPr/>
            <p:nvPr/>
          </p:nvSpPr>
          <p:spPr>
            <a:xfrm>
              <a:off x="2510966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54" name="Google Shape;554;p45"/>
          <p:cNvGrpSpPr/>
          <p:nvPr/>
        </p:nvGrpSpPr>
        <p:grpSpPr>
          <a:xfrm>
            <a:off x="4601500" y="4884626"/>
            <a:ext cx="4420450" cy="258877"/>
            <a:chOff x="4601500" y="4884626"/>
            <a:chExt cx="4420450" cy="258877"/>
          </a:xfrm>
        </p:grpSpPr>
        <p:sp>
          <p:nvSpPr>
            <p:cNvPr id="555" name="Google Shape;555;p45"/>
            <p:cNvSpPr/>
            <p:nvPr/>
          </p:nvSpPr>
          <p:spPr>
            <a:xfrm flipH="1">
              <a:off x="878255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6" name="Google Shape;556;p45"/>
            <p:cNvSpPr/>
            <p:nvPr/>
          </p:nvSpPr>
          <p:spPr>
            <a:xfrm flipH="1">
              <a:off x="8484109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7" name="Google Shape;557;p45"/>
            <p:cNvSpPr/>
            <p:nvPr/>
          </p:nvSpPr>
          <p:spPr>
            <a:xfrm flipH="1">
              <a:off x="8185309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8" name="Google Shape;558;p45"/>
            <p:cNvSpPr/>
            <p:nvPr/>
          </p:nvSpPr>
          <p:spPr>
            <a:xfrm flipH="1">
              <a:off x="7886508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9" name="Google Shape;559;p45"/>
            <p:cNvSpPr/>
            <p:nvPr/>
          </p:nvSpPr>
          <p:spPr>
            <a:xfrm flipH="1">
              <a:off x="7587707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0" name="Google Shape;560;p45"/>
            <p:cNvSpPr/>
            <p:nvPr/>
          </p:nvSpPr>
          <p:spPr>
            <a:xfrm flipH="1">
              <a:off x="7289267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1" name="Google Shape;561;p45"/>
            <p:cNvSpPr/>
            <p:nvPr/>
          </p:nvSpPr>
          <p:spPr>
            <a:xfrm flipH="1">
              <a:off x="66920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2" name="Google Shape;562;p45"/>
            <p:cNvSpPr/>
            <p:nvPr/>
          </p:nvSpPr>
          <p:spPr>
            <a:xfrm flipH="1">
              <a:off x="6094784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3" name="Google Shape;563;p45"/>
            <p:cNvSpPr/>
            <p:nvPr/>
          </p:nvSpPr>
          <p:spPr>
            <a:xfrm flipH="1">
              <a:off x="5795983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4" name="Google Shape;564;p45"/>
            <p:cNvSpPr/>
            <p:nvPr/>
          </p:nvSpPr>
          <p:spPr>
            <a:xfrm flipH="1">
              <a:off x="5497542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5" name="Google Shape;565;p45"/>
            <p:cNvSpPr/>
            <p:nvPr/>
          </p:nvSpPr>
          <p:spPr>
            <a:xfrm flipH="1">
              <a:off x="5198742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6" name="Google Shape;566;p45"/>
            <p:cNvSpPr/>
            <p:nvPr/>
          </p:nvSpPr>
          <p:spPr>
            <a:xfrm flipH="1">
              <a:off x="4899941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45"/>
            <p:cNvSpPr/>
            <p:nvPr/>
          </p:nvSpPr>
          <p:spPr>
            <a:xfrm flipH="1">
              <a:off x="4601500" y="4884626"/>
              <a:ext cx="239400" cy="25887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8" name="Google Shape;568;p45"/>
            <p:cNvSpPr/>
            <p:nvPr/>
          </p:nvSpPr>
          <p:spPr>
            <a:xfrm flipH="1">
              <a:off x="6990466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9" name="Google Shape;569;p45"/>
            <p:cNvSpPr/>
            <p:nvPr/>
          </p:nvSpPr>
          <p:spPr>
            <a:xfrm flipH="1">
              <a:off x="6393584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70" name="Google Shape;570;p45"/>
          <p:cNvGrpSpPr/>
          <p:nvPr/>
        </p:nvGrpSpPr>
        <p:grpSpPr>
          <a:xfrm>
            <a:off x="122025" y="5036324"/>
            <a:ext cx="4420450" cy="107173"/>
            <a:chOff x="122000" y="4917447"/>
            <a:chExt cx="4420450" cy="226056"/>
          </a:xfrm>
        </p:grpSpPr>
        <p:sp>
          <p:nvSpPr>
            <p:cNvPr id="571" name="Google Shape;571;p45"/>
            <p:cNvSpPr/>
            <p:nvPr/>
          </p:nvSpPr>
          <p:spPr>
            <a:xfrm>
              <a:off x="12200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45"/>
            <p:cNvSpPr/>
            <p:nvPr/>
          </p:nvSpPr>
          <p:spPr>
            <a:xfrm>
              <a:off x="420441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3" name="Google Shape;573;p45"/>
            <p:cNvSpPr/>
            <p:nvPr/>
          </p:nvSpPr>
          <p:spPr>
            <a:xfrm>
              <a:off x="719241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45"/>
            <p:cNvSpPr/>
            <p:nvPr/>
          </p:nvSpPr>
          <p:spPr>
            <a:xfrm>
              <a:off x="1018042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5" name="Google Shape;575;p45"/>
            <p:cNvSpPr/>
            <p:nvPr/>
          </p:nvSpPr>
          <p:spPr>
            <a:xfrm>
              <a:off x="1316483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6" name="Google Shape;576;p45"/>
            <p:cNvSpPr/>
            <p:nvPr/>
          </p:nvSpPr>
          <p:spPr>
            <a:xfrm>
              <a:off x="1615283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45"/>
            <p:cNvSpPr/>
            <p:nvPr/>
          </p:nvSpPr>
          <p:spPr>
            <a:xfrm>
              <a:off x="22125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8" name="Google Shape;578;p45"/>
            <p:cNvSpPr/>
            <p:nvPr/>
          </p:nvSpPr>
          <p:spPr>
            <a:xfrm>
              <a:off x="2809766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9" name="Google Shape;579;p45"/>
            <p:cNvSpPr/>
            <p:nvPr/>
          </p:nvSpPr>
          <p:spPr>
            <a:xfrm>
              <a:off x="3108567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0" name="Google Shape;580;p45"/>
            <p:cNvSpPr/>
            <p:nvPr/>
          </p:nvSpPr>
          <p:spPr>
            <a:xfrm>
              <a:off x="3407008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1" name="Google Shape;581;p45"/>
            <p:cNvSpPr/>
            <p:nvPr/>
          </p:nvSpPr>
          <p:spPr>
            <a:xfrm>
              <a:off x="3705808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2" name="Google Shape;582;p45"/>
            <p:cNvSpPr/>
            <p:nvPr/>
          </p:nvSpPr>
          <p:spPr>
            <a:xfrm>
              <a:off x="4004609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3" name="Google Shape;583;p45"/>
            <p:cNvSpPr/>
            <p:nvPr/>
          </p:nvSpPr>
          <p:spPr>
            <a:xfrm>
              <a:off x="4303050" y="4917447"/>
              <a:ext cx="239400" cy="22605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4" name="Google Shape;584;p45"/>
            <p:cNvSpPr/>
            <p:nvPr/>
          </p:nvSpPr>
          <p:spPr>
            <a:xfrm>
              <a:off x="1914084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5" name="Google Shape;585;p45"/>
            <p:cNvSpPr/>
            <p:nvPr/>
          </p:nvSpPr>
          <p:spPr>
            <a:xfrm>
              <a:off x="2510966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6" name="Google Shape;586;p45"/>
          <p:cNvGrpSpPr/>
          <p:nvPr/>
        </p:nvGrpSpPr>
        <p:grpSpPr>
          <a:xfrm>
            <a:off x="4601525" y="5020763"/>
            <a:ext cx="4420450" cy="122734"/>
            <a:chOff x="4601500" y="4884626"/>
            <a:chExt cx="4420450" cy="258877"/>
          </a:xfrm>
        </p:grpSpPr>
        <p:sp>
          <p:nvSpPr>
            <p:cNvPr id="587" name="Google Shape;587;p45"/>
            <p:cNvSpPr/>
            <p:nvPr/>
          </p:nvSpPr>
          <p:spPr>
            <a:xfrm flipH="1">
              <a:off x="878255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8" name="Google Shape;588;p45"/>
            <p:cNvSpPr/>
            <p:nvPr/>
          </p:nvSpPr>
          <p:spPr>
            <a:xfrm flipH="1">
              <a:off x="8484109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9" name="Google Shape;589;p45"/>
            <p:cNvSpPr/>
            <p:nvPr/>
          </p:nvSpPr>
          <p:spPr>
            <a:xfrm flipH="1">
              <a:off x="8185309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0" name="Google Shape;590;p45"/>
            <p:cNvSpPr/>
            <p:nvPr/>
          </p:nvSpPr>
          <p:spPr>
            <a:xfrm flipH="1">
              <a:off x="7886508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1" name="Google Shape;591;p45"/>
            <p:cNvSpPr/>
            <p:nvPr/>
          </p:nvSpPr>
          <p:spPr>
            <a:xfrm flipH="1">
              <a:off x="7587707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2" name="Google Shape;592;p45"/>
            <p:cNvSpPr/>
            <p:nvPr/>
          </p:nvSpPr>
          <p:spPr>
            <a:xfrm flipH="1">
              <a:off x="7289267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3" name="Google Shape;593;p45"/>
            <p:cNvSpPr/>
            <p:nvPr/>
          </p:nvSpPr>
          <p:spPr>
            <a:xfrm flipH="1">
              <a:off x="66920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4" name="Google Shape;594;p45"/>
            <p:cNvSpPr/>
            <p:nvPr/>
          </p:nvSpPr>
          <p:spPr>
            <a:xfrm flipH="1">
              <a:off x="6094784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5" name="Google Shape;595;p45"/>
            <p:cNvSpPr/>
            <p:nvPr/>
          </p:nvSpPr>
          <p:spPr>
            <a:xfrm flipH="1">
              <a:off x="5795983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6" name="Google Shape;596;p45"/>
            <p:cNvSpPr/>
            <p:nvPr/>
          </p:nvSpPr>
          <p:spPr>
            <a:xfrm flipH="1">
              <a:off x="5497542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7" name="Google Shape;597;p45"/>
            <p:cNvSpPr/>
            <p:nvPr/>
          </p:nvSpPr>
          <p:spPr>
            <a:xfrm flipH="1">
              <a:off x="5198742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45"/>
            <p:cNvSpPr/>
            <p:nvPr/>
          </p:nvSpPr>
          <p:spPr>
            <a:xfrm flipH="1">
              <a:off x="4899941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9" name="Google Shape;599;p45"/>
            <p:cNvSpPr/>
            <p:nvPr/>
          </p:nvSpPr>
          <p:spPr>
            <a:xfrm flipH="1">
              <a:off x="4601500" y="4884626"/>
              <a:ext cx="239400" cy="25887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0" name="Google Shape;600;p45"/>
            <p:cNvSpPr/>
            <p:nvPr/>
          </p:nvSpPr>
          <p:spPr>
            <a:xfrm flipH="1">
              <a:off x="6990466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1" name="Google Shape;601;p45"/>
            <p:cNvSpPr/>
            <p:nvPr/>
          </p:nvSpPr>
          <p:spPr>
            <a:xfrm flipH="1">
              <a:off x="6393584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3" name="Google Shape;603;p46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604" name="Google Shape;604;p46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5" name="Google Shape;605;p46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6" name="Google Shape;606;p46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7" name="Google Shape;607;p46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8" name="Google Shape;608;p46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09" name="Google Shape;609;p46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0" name="Google Shape;610;p46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1" name="Google Shape;611;p46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2" name="Google Shape;612;p46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3" name="Google Shape;613;p46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4" name="Google Shape;614;p46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5" name="Google Shape;615;p46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6" name="Google Shape;616;p46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7" name="Google Shape;617;p46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8" name="Google Shape;618;p46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19" name="Google Shape;619;p46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0" name="Google Shape;620;p46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1" name="Google Shape;621;p46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2" name="Google Shape;622;p46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3" name="Google Shape;623;p46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4" name="Google Shape;624;p46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5" name="Google Shape;625;p46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6" name="Google Shape;626;p46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7" name="Google Shape;627;p46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8" name="Google Shape;628;p46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29" name="Google Shape;629;p46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0" name="Google Shape;630;p46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1" name="Google Shape;631;p46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2" name="Google Shape;632;p46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3" name="Google Shape;633;p46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4" name="Google Shape;634;p46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5" name="Google Shape;635;p46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6" name="Google Shape;636;p46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7" name="Google Shape;637;p46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8" name="Google Shape;638;p46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39" name="Google Shape;639;p46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0" name="Google Shape;640;p46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1" name="Google Shape;641;p46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2" name="Google Shape;642;p46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3" name="Google Shape;643;p46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4" name="Google Shape;644;p46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5" name="Google Shape;645;p46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6" name="Google Shape;646;p46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7" name="Google Shape;647;p46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8" name="Google Shape;648;p46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49" name="Google Shape;649;p46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0" name="Google Shape;650;p46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1" name="Google Shape;651;p46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2" name="Google Shape;652;p46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3" name="Google Shape;653;p46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4" name="Google Shape;654;p46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5" name="Google Shape;655;p46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6" name="Google Shape;656;p46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7" name="Google Shape;657;p46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8" name="Google Shape;658;p46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59" name="Google Shape;659;p46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0" name="Google Shape;660;p46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1" name="Google Shape;661;p46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2" name="Google Shape;662;p46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3" name="Google Shape;663;p46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4" name="Google Shape;664;p46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5" name="Google Shape;665;p46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6" name="Google Shape;666;p46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7" name="Google Shape;667;p46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8" name="Google Shape;668;p46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69" name="Google Shape;669;p46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0" name="Google Shape;670;p46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1" name="Google Shape;671;p46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2" name="Google Shape;672;p46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3" name="Google Shape;673;p46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4" name="Google Shape;674;p46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5" name="Google Shape;675;p46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6" name="Google Shape;676;p46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7" name="Google Shape;677;p46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8" name="Google Shape;678;p46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79" name="Google Shape;679;p46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0" name="Google Shape;680;p46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1" name="Google Shape;681;p46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2" name="Google Shape;682;p46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3" name="Google Shape;683;p46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4" name="Google Shape;684;p46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5" name="Google Shape;685;p46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6" name="Google Shape;686;p46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7" name="Google Shape;687;p46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8" name="Google Shape;688;p46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89" name="Google Shape;689;p46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0" name="Google Shape;690;p46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1" name="Google Shape;691;p46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2" name="Google Shape;692;p46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3" name="Google Shape;693;p46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4" name="Google Shape;694;p46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5" name="Google Shape;695;p46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96" name="Google Shape;696;p46"/>
          <p:cNvGrpSpPr/>
          <p:nvPr/>
        </p:nvGrpSpPr>
        <p:grpSpPr>
          <a:xfrm flipH="1">
            <a:off x="122025" y="4917447"/>
            <a:ext cx="4420450" cy="226056"/>
            <a:chOff x="122000" y="4917447"/>
            <a:chExt cx="4420450" cy="226056"/>
          </a:xfrm>
        </p:grpSpPr>
        <p:sp>
          <p:nvSpPr>
            <p:cNvPr id="697" name="Google Shape;697;p46"/>
            <p:cNvSpPr/>
            <p:nvPr/>
          </p:nvSpPr>
          <p:spPr>
            <a:xfrm>
              <a:off x="12200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8" name="Google Shape;698;p46"/>
            <p:cNvSpPr/>
            <p:nvPr/>
          </p:nvSpPr>
          <p:spPr>
            <a:xfrm>
              <a:off x="420441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699" name="Google Shape;699;p46"/>
            <p:cNvSpPr/>
            <p:nvPr/>
          </p:nvSpPr>
          <p:spPr>
            <a:xfrm>
              <a:off x="719241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0" name="Google Shape;700;p46"/>
            <p:cNvSpPr/>
            <p:nvPr/>
          </p:nvSpPr>
          <p:spPr>
            <a:xfrm>
              <a:off x="1018042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1" name="Google Shape;701;p46"/>
            <p:cNvSpPr/>
            <p:nvPr/>
          </p:nvSpPr>
          <p:spPr>
            <a:xfrm>
              <a:off x="1316483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2" name="Google Shape;702;p46"/>
            <p:cNvSpPr/>
            <p:nvPr/>
          </p:nvSpPr>
          <p:spPr>
            <a:xfrm>
              <a:off x="1615283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3" name="Google Shape;703;p46"/>
            <p:cNvSpPr/>
            <p:nvPr/>
          </p:nvSpPr>
          <p:spPr>
            <a:xfrm>
              <a:off x="22125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4" name="Google Shape;704;p46"/>
            <p:cNvSpPr/>
            <p:nvPr/>
          </p:nvSpPr>
          <p:spPr>
            <a:xfrm>
              <a:off x="2809766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5" name="Google Shape;705;p46"/>
            <p:cNvSpPr/>
            <p:nvPr/>
          </p:nvSpPr>
          <p:spPr>
            <a:xfrm>
              <a:off x="3108567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6" name="Google Shape;706;p46"/>
            <p:cNvSpPr/>
            <p:nvPr/>
          </p:nvSpPr>
          <p:spPr>
            <a:xfrm>
              <a:off x="3407008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7" name="Google Shape;707;p46"/>
            <p:cNvSpPr/>
            <p:nvPr/>
          </p:nvSpPr>
          <p:spPr>
            <a:xfrm>
              <a:off x="3705808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8" name="Google Shape;708;p46"/>
            <p:cNvSpPr/>
            <p:nvPr/>
          </p:nvSpPr>
          <p:spPr>
            <a:xfrm>
              <a:off x="4004609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09" name="Google Shape;709;p46"/>
            <p:cNvSpPr/>
            <p:nvPr/>
          </p:nvSpPr>
          <p:spPr>
            <a:xfrm>
              <a:off x="4303050" y="4917447"/>
              <a:ext cx="239400" cy="22605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0" name="Google Shape;710;p46"/>
            <p:cNvSpPr/>
            <p:nvPr/>
          </p:nvSpPr>
          <p:spPr>
            <a:xfrm>
              <a:off x="1914084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1" name="Google Shape;711;p46"/>
            <p:cNvSpPr/>
            <p:nvPr/>
          </p:nvSpPr>
          <p:spPr>
            <a:xfrm>
              <a:off x="2510966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12" name="Google Shape;712;p46"/>
          <p:cNvGrpSpPr/>
          <p:nvPr/>
        </p:nvGrpSpPr>
        <p:grpSpPr>
          <a:xfrm flipH="1">
            <a:off x="4601525" y="4884626"/>
            <a:ext cx="4420450" cy="258877"/>
            <a:chOff x="4601500" y="4884626"/>
            <a:chExt cx="4420450" cy="258877"/>
          </a:xfrm>
        </p:grpSpPr>
        <p:sp>
          <p:nvSpPr>
            <p:cNvPr id="713" name="Google Shape;713;p46"/>
            <p:cNvSpPr/>
            <p:nvPr/>
          </p:nvSpPr>
          <p:spPr>
            <a:xfrm flipH="1">
              <a:off x="878255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4" name="Google Shape;714;p46"/>
            <p:cNvSpPr/>
            <p:nvPr/>
          </p:nvSpPr>
          <p:spPr>
            <a:xfrm flipH="1">
              <a:off x="8484109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5" name="Google Shape;715;p46"/>
            <p:cNvSpPr/>
            <p:nvPr/>
          </p:nvSpPr>
          <p:spPr>
            <a:xfrm flipH="1">
              <a:off x="8185309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6" name="Google Shape;716;p46"/>
            <p:cNvSpPr/>
            <p:nvPr/>
          </p:nvSpPr>
          <p:spPr>
            <a:xfrm flipH="1">
              <a:off x="7886508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7" name="Google Shape;717;p46"/>
            <p:cNvSpPr/>
            <p:nvPr/>
          </p:nvSpPr>
          <p:spPr>
            <a:xfrm flipH="1">
              <a:off x="7587707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8" name="Google Shape;718;p46"/>
            <p:cNvSpPr/>
            <p:nvPr/>
          </p:nvSpPr>
          <p:spPr>
            <a:xfrm flipH="1">
              <a:off x="7289267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9" name="Google Shape;719;p46"/>
            <p:cNvSpPr/>
            <p:nvPr/>
          </p:nvSpPr>
          <p:spPr>
            <a:xfrm flipH="1">
              <a:off x="66920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0" name="Google Shape;720;p46"/>
            <p:cNvSpPr/>
            <p:nvPr/>
          </p:nvSpPr>
          <p:spPr>
            <a:xfrm flipH="1">
              <a:off x="6094784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1" name="Google Shape;721;p46"/>
            <p:cNvSpPr/>
            <p:nvPr/>
          </p:nvSpPr>
          <p:spPr>
            <a:xfrm flipH="1">
              <a:off x="5795983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2" name="Google Shape;722;p46"/>
            <p:cNvSpPr/>
            <p:nvPr/>
          </p:nvSpPr>
          <p:spPr>
            <a:xfrm flipH="1">
              <a:off x="5497542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3" name="Google Shape;723;p46"/>
            <p:cNvSpPr/>
            <p:nvPr/>
          </p:nvSpPr>
          <p:spPr>
            <a:xfrm flipH="1">
              <a:off x="5198742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4" name="Google Shape;724;p46"/>
            <p:cNvSpPr/>
            <p:nvPr/>
          </p:nvSpPr>
          <p:spPr>
            <a:xfrm flipH="1">
              <a:off x="4899941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5" name="Google Shape;725;p46"/>
            <p:cNvSpPr/>
            <p:nvPr/>
          </p:nvSpPr>
          <p:spPr>
            <a:xfrm flipH="1">
              <a:off x="4601500" y="4884626"/>
              <a:ext cx="239400" cy="25887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6" name="Google Shape;726;p46"/>
            <p:cNvSpPr/>
            <p:nvPr/>
          </p:nvSpPr>
          <p:spPr>
            <a:xfrm flipH="1">
              <a:off x="6990466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27" name="Google Shape;727;p46"/>
            <p:cNvSpPr/>
            <p:nvPr/>
          </p:nvSpPr>
          <p:spPr>
            <a:xfrm flipH="1">
              <a:off x="6393584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728" name="Google Shape;728;p46"/>
          <p:cNvGrpSpPr/>
          <p:nvPr/>
        </p:nvGrpSpPr>
        <p:grpSpPr>
          <a:xfrm>
            <a:off x="122000" y="4884626"/>
            <a:ext cx="8899950" cy="258877"/>
            <a:chOff x="122000" y="4884626"/>
            <a:chExt cx="8899950" cy="258877"/>
          </a:xfrm>
        </p:grpSpPr>
        <p:grpSp>
          <p:nvGrpSpPr>
            <p:cNvPr id="729" name="Google Shape;729;p46"/>
            <p:cNvGrpSpPr/>
            <p:nvPr/>
          </p:nvGrpSpPr>
          <p:grpSpPr>
            <a:xfrm>
              <a:off x="122000" y="4917447"/>
              <a:ext cx="4420450" cy="226056"/>
              <a:chOff x="122000" y="4917447"/>
              <a:chExt cx="4420450" cy="226056"/>
            </a:xfrm>
          </p:grpSpPr>
          <p:sp>
            <p:nvSpPr>
              <p:cNvPr id="730" name="Google Shape;730;p46"/>
              <p:cNvSpPr/>
              <p:nvPr/>
            </p:nvSpPr>
            <p:spPr>
              <a:xfrm>
                <a:off x="122000" y="5120767"/>
                <a:ext cx="239400" cy="22734"/>
              </a:xfrm>
              <a:custGeom>
                <a:rect b="b" l="l" r="r" t="t"/>
                <a:pathLst>
                  <a:path extrusionOk="0" h="389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9"/>
                    </a:lnTo>
                    <a:lnTo>
                      <a:pt x="0" y="3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1" name="Google Shape;731;p46"/>
              <p:cNvSpPr/>
              <p:nvPr/>
            </p:nvSpPr>
            <p:spPr>
              <a:xfrm>
                <a:off x="420441" y="5093416"/>
                <a:ext cx="239400" cy="50085"/>
              </a:xfrm>
              <a:custGeom>
                <a:rect b="b" l="l" r="r" t="t"/>
                <a:pathLst>
                  <a:path extrusionOk="0" h="85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857"/>
                    </a:lnTo>
                    <a:lnTo>
                      <a:pt x="0" y="8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2" name="Google Shape;732;p46"/>
              <p:cNvSpPr/>
              <p:nvPr/>
            </p:nvSpPr>
            <p:spPr>
              <a:xfrm>
                <a:off x="719241" y="5077403"/>
                <a:ext cx="239400" cy="66098"/>
              </a:xfrm>
              <a:custGeom>
                <a:rect b="b" l="l" r="r" t="t"/>
                <a:pathLst>
                  <a:path extrusionOk="0" h="113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131"/>
                    </a:lnTo>
                    <a:lnTo>
                      <a:pt x="0" y="11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3" name="Google Shape;733;p46"/>
              <p:cNvSpPr/>
              <p:nvPr/>
            </p:nvSpPr>
            <p:spPr>
              <a:xfrm>
                <a:off x="1018042" y="5048825"/>
                <a:ext cx="239400" cy="94677"/>
              </a:xfrm>
              <a:custGeom>
                <a:rect b="b" l="l" r="r" t="t"/>
                <a:pathLst>
                  <a:path extrusionOk="0" h="1620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620"/>
                    </a:lnTo>
                    <a:lnTo>
                      <a:pt x="0" y="16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4" name="Google Shape;734;p46"/>
              <p:cNvSpPr/>
              <p:nvPr/>
            </p:nvSpPr>
            <p:spPr>
              <a:xfrm>
                <a:off x="1316483" y="5020539"/>
                <a:ext cx="239760" cy="122963"/>
              </a:xfrm>
              <a:custGeom>
                <a:rect b="b" l="l" r="r" t="t"/>
                <a:pathLst>
                  <a:path extrusionOk="0" h="2104" w="666">
                    <a:moveTo>
                      <a:pt x="0" y="0"/>
                    </a:moveTo>
                    <a:lnTo>
                      <a:pt x="666" y="0"/>
                    </a:lnTo>
                    <a:lnTo>
                      <a:pt x="666" y="2104"/>
                    </a:lnTo>
                    <a:lnTo>
                      <a:pt x="0" y="2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5" name="Google Shape;735;p46"/>
              <p:cNvSpPr/>
              <p:nvPr/>
            </p:nvSpPr>
            <p:spPr>
              <a:xfrm>
                <a:off x="1615283" y="5009493"/>
                <a:ext cx="239400" cy="134009"/>
              </a:xfrm>
              <a:custGeom>
                <a:rect b="b" l="l" r="r" t="t"/>
                <a:pathLst>
                  <a:path extrusionOk="0" h="22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93"/>
                    </a:lnTo>
                    <a:lnTo>
                      <a:pt x="0" y="22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6" name="Google Shape;736;p46"/>
              <p:cNvSpPr/>
              <p:nvPr/>
            </p:nvSpPr>
            <p:spPr>
              <a:xfrm>
                <a:off x="2212525" y="4988980"/>
                <a:ext cx="239400" cy="154522"/>
              </a:xfrm>
              <a:custGeom>
                <a:rect b="b" l="l" r="r" t="t"/>
                <a:pathLst>
                  <a:path extrusionOk="0" h="2644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644"/>
                    </a:lnTo>
                    <a:lnTo>
                      <a:pt x="0" y="26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7" name="Google Shape;737;p46"/>
              <p:cNvSpPr/>
              <p:nvPr/>
            </p:nvSpPr>
            <p:spPr>
              <a:xfrm>
                <a:off x="2809766" y="4980623"/>
                <a:ext cx="239400" cy="162879"/>
              </a:xfrm>
              <a:custGeom>
                <a:rect b="b" l="l" r="r" t="t"/>
                <a:pathLst>
                  <a:path extrusionOk="0" h="278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787"/>
                    </a:lnTo>
                    <a:lnTo>
                      <a:pt x="0" y="278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8" name="Google Shape;738;p46"/>
              <p:cNvSpPr/>
              <p:nvPr/>
            </p:nvSpPr>
            <p:spPr>
              <a:xfrm>
                <a:off x="3108567" y="4966948"/>
                <a:ext cx="239400" cy="176555"/>
              </a:xfrm>
              <a:custGeom>
                <a:rect b="b" l="l" r="r" t="t"/>
                <a:pathLst>
                  <a:path extrusionOk="0" h="302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021"/>
                    </a:lnTo>
                    <a:lnTo>
                      <a:pt x="0" y="30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39" name="Google Shape;739;p46"/>
              <p:cNvSpPr/>
              <p:nvPr/>
            </p:nvSpPr>
            <p:spPr>
              <a:xfrm>
                <a:off x="3407008" y="4938486"/>
                <a:ext cx="239400" cy="205016"/>
              </a:xfrm>
              <a:custGeom>
                <a:rect b="b" l="l" r="r" t="t"/>
                <a:pathLst>
                  <a:path extrusionOk="0" h="350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508"/>
                    </a:lnTo>
                    <a:lnTo>
                      <a:pt x="0" y="350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0" name="Google Shape;740;p46"/>
              <p:cNvSpPr/>
              <p:nvPr/>
            </p:nvSpPr>
            <p:spPr>
              <a:xfrm>
                <a:off x="3705808" y="4945207"/>
                <a:ext cx="239400" cy="198295"/>
              </a:xfrm>
              <a:custGeom>
                <a:rect b="b" l="l" r="r" t="t"/>
                <a:pathLst>
                  <a:path extrusionOk="0" h="33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393"/>
                    </a:lnTo>
                    <a:lnTo>
                      <a:pt x="0" y="33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1" name="Google Shape;741;p46"/>
              <p:cNvSpPr/>
              <p:nvPr/>
            </p:nvSpPr>
            <p:spPr>
              <a:xfrm>
                <a:off x="4004609" y="4929545"/>
                <a:ext cx="239400" cy="213958"/>
              </a:xfrm>
              <a:custGeom>
                <a:rect b="b" l="l" r="r" t="t"/>
                <a:pathLst>
                  <a:path extrusionOk="0" h="366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661"/>
                    </a:lnTo>
                    <a:lnTo>
                      <a:pt x="0" y="36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2" name="Google Shape;742;p46"/>
              <p:cNvSpPr/>
              <p:nvPr/>
            </p:nvSpPr>
            <p:spPr>
              <a:xfrm>
                <a:off x="4303050" y="4917447"/>
                <a:ext cx="239400" cy="226056"/>
              </a:xfrm>
              <a:custGeom>
                <a:rect b="b" l="l" r="r" t="t"/>
                <a:pathLst>
                  <a:path extrusionOk="0" h="386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68"/>
                    </a:lnTo>
                    <a:lnTo>
                      <a:pt x="0" y="38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3" name="Google Shape;743;p46"/>
              <p:cNvSpPr/>
              <p:nvPr/>
            </p:nvSpPr>
            <p:spPr>
              <a:xfrm>
                <a:off x="1914084" y="5026208"/>
                <a:ext cx="239400" cy="117294"/>
              </a:xfrm>
              <a:custGeom>
                <a:rect b="b" l="l" r="r" t="t"/>
                <a:pathLst>
                  <a:path extrusionOk="0" h="200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007"/>
                    </a:lnTo>
                    <a:lnTo>
                      <a:pt x="0" y="20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4" name="Google Shape;744;p46"/>
              <p:cNvSpPr/>
              <p:nvPr/>
            </p:nvSpPr>
            <p:spPr>
              <a:xfrm>
                <a:off x="2510966" y="5013584"/>
                <a:ext cx="239400" cy="129918"/>
              </a:xfrm>
              <a:custGeom>
                <a:rect b="b" l="l" r="r" t="t"/>
                <a:pathLst>
                  <a:path extrusionOk="0" h="222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23"/>
                    </a:lnTo>
                    <a:lnTo>
                      <a:pt x="0" y="22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745" name="Google Shape;745;p46"/>
            <p:cNvGrpSpPr/>
            <p:nvPr/>
          </p:nvGrpSpPr>
          <p:grpSpPr>
            <a:xfrm>
              <a:off x="4601500" y="4884626"/>
              <a:ext cx="4420450" cy="258877"/>
              <a:chOff x="4601500" y="4884626"/>
              <a:chExt cx="4420450" cy="258877"/>
            </a:xfrm>
          </p:grpSpPr>
          <p:sp>
            <p:nvSpPr>
              <p:cNvPr id="746" name="Google Shape;746;p46"/>
              <p:cNvSpPr/>
              <p:nvPr/>
            </p:nvSpPr>
            <p:spPr>
              <a:xfrm flipH="1">
                <a:off x="8782550" y="5120767"/>
                <a:ext cx="239400" cy="22734"/>
              </a:xfrm>
              <a:custGeom>
                <a:rect b="b" l="l" r="r" t="t"/>
                <a:pathLst>
                  <a:path extrusionOk="0" h="389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9"/>
                    </a:lnTo>
                    <a:lnTo>
                      <a:pt x="0" y="3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7" name="Google Shape;747;p46"/>
              <p:cNvSpPr/>
              <p:nvPr/>
            </p:nvSpPr>
            <p:spPr>
              <a:xfrm flipH="1">
                <a:off x="8484109" y="5093416"/>
                <a:ext cx="239400" cy="50085"/>
              </a:xfrm>
              <a:custGeom>
                <a:rect b="b" l="l" r="r" t="t"/>
                <a:pathLst>
                  <a:path extrusionOk="0" h="85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857"/>
                    </a:lnTo>
                    <a:lnTo>
                      <a:pt x="0" y="8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8" name="Google Shape;748;p46"/>
              <p:cNvSpPr/>
              <p:nvPr/>
            </p:nvSpPr>
            <p:spPr>
              <a:xfrm flipH="1">
                <a:off x="8185309" y="5077403"/>
                <a:ext cx="239400" cy="66098"/>
              </a:xfrm>
              <a:custGeom>
                <a:rect b="b" l="l" r="r" t="t"/>
                <a:pathLst>
                  <a:path extrusionOk="0" h="113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131"/>
                    </a:lnTo>
                    <a:lnTo>
                      <a:pt x="0" y="11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49" name="Google Shape;749;p46"/>
              <p:cNvSpPr/>
              <p:nvPr/>
            </p:nvSpPr>
            <p:spPr>
              <a:xfrm flipH="1">
                <a:off x="7886508" y="5048825"/>
                <a:ext cx="239400" cy="94677"/>
              </a:xfrm>
              <a:custGeom>
                <a:rect b="b" l="l" r="r" t="t"/>
                <a:pathLst>
                  <a:path extrusionOk="0" h="1620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620"/>
                    </a:lnTo>
                    <a:lnTo>
                      <a:pt x="0" y="16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0" name="Google Shape;750;p46"/>
              <p:cNvSpPr/>
              <p:nvPr/>
            </p:nvSpPr>
            <p:spPr>
              <a:xfrm flipH="1">
                <a:off x="7587707" y="5020539"/>
                <a:ext cx="239760" cy="122963"/>
              </a:xfrm>
              <a:custGeom>
                <a:rect b="b" l="l" r="r" t="t"/>
                <a:pathLst>
                  <a:path extrusionOk="0" h="2104" w="666">
                    <a:moveTo>
                      <a:pt x="0" y="0"/>
                    </a:moveTo>
                    <a:lnTo>
                      <a:pt x="666" y="0"/>
                    </a:lnTo>
                    <a:lnTo>
                      <a:pt x="666" y="2104"/>
                    </a:lnTo>
                    <a:lnTo>
                      <a:pt x="0" y="2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1" name="Google Shape;751;p46"/>
              <p:cNvSpPr/>
              <p:nvPr/>
            </p:nvSpPr>
            <p:spPr>
              <a:xfrm flipH="1">
                <a:off x="7289267" y="5009493"/>
                <a:ext cx="239400" cy="134009"/>
              </a:xfrm>
              <a:custGeom>
                <a:rect b="b" l="l" r="r" t="t"/>
                <a:pathLst>
                  <a:path extrusionOk="0" h="22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93"/>
                    </a:lnTo>
                    <a:lnTo>
                      <a:pt x="0" y="22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2" name="Google Shape;752;p46"/>
              <p:cNvSpPr/>
              <p:nvPr/>
            </p:nvSpPr>
            <p:spPr>
              <a:xfrm flipH="1">
                <a:off x="6692025" y="4988980"/>
                <a:ext cx="239400" cy="154522"/>
              </a:xfrm>
              <a:custGeom>
                <a:rect b="b" l="l" r="r" t="t"/>
                <a:pathLst>
                  <a:path extrusionOk="0" h="2644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644"/>
                    </a:lnTo>
                    <a:lnTo>
                      <a:pt x="0" y="26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3" name="Google Shape;753;p46"/>
              <p:cNvSpPr/>
              <p:nvPr/>
            </p:nvSpPr>
            <p:spPr>
              <a:xfrm flipH="1">
                <a:off x="6094784" y="4980623"/>
                <a:ext cx="239400" cy="162879"/>
              </a:xfrm>
              <a:custGeom>
                <a:rect b="b" l="l" r="r" t="t"/>
                <a:pathLst>
                  <a:path extrusionOk="0" h="278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787"/>
                    </a:lnTo>
                    <a:lnTo>
                      <a:pt x="0" y="278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4" name="Google Shape;754;p46"/>
              <p:cNvSpPr/>
              <p:nvPr/>
            </p:nvSpPr>
            <p:spPr>
              <a:xfrm flipH="1">
                <a:off x="5795983" y="4966948"/>
                <a:ext cx="239400" cy="176555"/>
              </a:xfrm>
              <a:custGeom>
                <a:rect b="b" l="l" r="r" t="t"/>
                <a:pathLst>
                  <a:path extrusionOk="0" h="302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021"/>
                    </a:lnTo>
                    <a:lnTo>
                      <a:pt x="0" y="30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5" name="Google Shape;755;p46"/>
              <p:cNvSpPr/>
              <p:nvPr/>
            </p:nvSpPr>
            <p:spPr>
              <a:xfrm flipH="1">
                <a:off x="5497542" y="4938486"/>
                <a:ext cx="239400" cy="205016"/>
              </a:xfrm>
              <a:custGeom>
                <a:rect b="b" l="l" r="r" t="t"/>
                <a:pathLst>
                  <a:path extrusionOk="0" h="350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508"/>
                    </a:lnTo>
                    <a:lnTo>
                      <a:pt x="0" y="350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6" name="Google Shape;756;p46"/>
              <p:cNvSpPr/>
              <p:nvPr/>
            </p:nvSpPr>
            <p:spPr>
              <a:xfrm flipH="1">
                <a:off x="5198742" y="4945207"/>
                <a:ext cx="239400" cy="198295"/>
              </a:xfrm>
              <a:custGeom>
                <a:rect b="b" l="l" r="r" t="t"/>
                <a:pathLst>
                  <a:path extrusionOk="0" h="33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393"/>
                    </a:lnTo>
                    <a:lnTo>
                      <a:pt x="0" y="33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7" name="Google Shape;757;p46"/>
              <p:cNvSpPr/>
              <p:nvPr/>
            </p:nvSpPr>
            <p:spPr>
              <a:xfrm flipH="1">
                <a:off x="4899941" y="4929545"/>
                <a:ext cx="239400" cy="213958"/>
              </a:xfrm>
              <a:custGeom>
                <a:rect b="b" l="l" r="r" t="t"/>
                <a:pathLst>
                  <a:path extrusionOk="0" h="366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661"/>
                    </a:lnTo>
                    <a:lnTo>
                      <a:pt x="0" y="36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8" name="Google Shape;758;p46"/>
              <p:cNvSpPr/>
              <p:nvPr/>
            </p:nvSpPr>
            <p:spPr>
              <a:xfrm flipH="1">
                <a:off x="4601500" y="4884626"/>
                <a:ext cx="239400" cy="258876"/>
              </a:xfrm>
              <a:custGeom>
                <a:rect b="b" l="l" r="r" t="t"/>
                <a:pathLst>
                  <a:path extrusionOk="0" h="386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68"/>
                    </a:lnTo>
                    <a:lnTo>
                      <a:pt x="0" y="38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59" name="Google Shape;759;p46"/>
              <p:cNvSpPr/>
              <p:nvPr/>
            </p:nvSpPr>
            <p:spPr>
              <a:xfrm flipH="1">
                <a:off x="6990466" y="5026208"/>
                <a:ext cx="239400" cy="117294"/>
              </a:xfrm>
              <a:custGeom>
                <a:rect b="b" l="l" r="r" t="t"/>
                <a:pathLst>
                  <a:path extrusionOk="0" h="200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007"/>
                    </a:lnTo>
                    <a:lnTo>
                      <a:pt x="0" y="20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760" name="Google Shape;760;p46"/>
              <p:cNvSpPr/>
              <p:nvPr/>
            </p:nvSpPr>
            <p:spPr>
              <a:xfrm flipH="1">
                <a:off x="6393584" y="5013584"/>
                <a:ext cx="239400" cy="129918"/>
              </a:xfrm>
              <a:custGeom>
                <a:rect b="b" l="l" r="r" t="t"/>
                <a:pathLst>
                  <a:path extrusionOk="0" h="222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23"/>
                    </a:lnTo>
                    <a:lnTo>
                      <a:pt x="0" y="22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t/>
                </a:r>
                <a:endParaRPr b="0" i="0" sz="18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761" name="Google Shape;761;p46"/>
          <p:cNvSpPr txBox="1"/>
          <p:nvPr>
            <p:ph type="title"/>
          </p:nvPr>
        </p:nvSpPr>
        <p:spPr>
          <a:xfrm>
            <a:off x="713225" y="2121000"/>
            <a:ext cx="77175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762" name="Google Shape;762;p46"/>
          <p:cNvSpPr txBox="1"/>
          <p:nvPr>
            <p:ph idx="2" type="title"/>
          </p:nvPr>
        </p:nvSpPr>
        <p:spPr>
          <a:xfrm>
            <a:off x="3574350" y="539500"/>
            <a:ext cx="1652100" cy="166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3" name="Google Shape;763;p46"/>
          <p:cNvSpPr txBox="1"/>
          <p:nvPr>
            <p:ph idx="1" type="subTitle"/>
          </p:nvPr>
        </p:nvSpPr>
        <p:spPr>
          <a:xfrm>
            <a:off x="713225" y="3630750"/>
            <a:ext cx="7717500" cy="6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Google Shape;765;p47"/>
          <p:cNvSpPr/>
          <p:nvPr>
            <p:ph idx="2" type="pic"/>
          </p:nvPr>
        </p:nvSpPr>
        <p:spPr>
          <a:xfrm>
            <a:off x="5791200" y="0"/>
            <a:ext cx="3352800" cy="51435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766" name="Google Shape;766;p47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767" name="Google Shape;767;p47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8" name="Google Shape;768;p47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9" name="Google Shape;769;p47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0" name="Google Shape;770;p47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1" name="Google Shape;771;p47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2" name="Google Shape;772;p47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3" name="Google Shape;773;p47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4" name="Google Shape;774;p47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5" name="Google Shape;775;p47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6" name="Google Shape;776;p47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7" name="Google Shape;777;p47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8" name="Google Shape;778;p47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9" name="Google Shape;779;p47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0" name="Google Shape;780;p47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1" name="Google Shape;781;p47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2" name="Google Shape;782;p47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3" name="Google Shape;783;p47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4" name="Google Shape;784;p47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5" name="Google Shape;785;p47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6" name="Google Shape;786;p47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7" name="Google Shape;787;p47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8" name="Google Shape;788;p47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9" name="Google Shape;789;p47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0" name="Google Shape;790;p47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1" name="Google Shape;791;p47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2" name="Google Shape;792;p47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3" name="Google Shape;793;p47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4" name="Google Shape;794;p47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5" name="Google Shape;795;p47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6" name="Google Shape;796;p47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7" name="Google Shape;797;p47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8" name="Google Shape;798;p47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99" name="Google Shape;799;p47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0" name="Google Shape;800;p47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1" name="Google Shape;801;p47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2" name="Google Shape;802;p47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3" name="Google Shape;803;p47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4" name="Google Shape;804;p47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5" name="Google Shape;805;p47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6" name="Google Shape;806;p47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7" name="Google Shape;807;p47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8" name="Google Shape;808;p47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09" name="Google Shape;809;p47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0" name="Google Shape;810;p47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1" name="Google Shape;811;p47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2" name="Google Shape;812;p47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3" name="Google Shape;813;p47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4" name="Google Shape;814;p47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5" name="Google Shape;815;p47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6" name="Google Shape;816;p47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7" name="Google Shape;817;p47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8" name="Google Shape;818;p47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9" name="Google Shape;819;p47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0" name="Google Shape;820;p47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1" name="Google Shape;821;p47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2" name="Google Shape;822;p47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3" name="Google Shape;823;p47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4" name="Google Shape;824;p47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5" name="Google Shape;825;p47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6" name="Google Shape;826;p47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7" name="Google Shape;827;p47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8" name="Google Shape;828;p47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9" name="Google Shape;829;p47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0" name="Google Shape;830;p47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1" name="Google Shape;831;p47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2" name="Google Shape;832;p47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3" name="Google Shape;833;p47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4" name="Google Shape;834;p47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5" name="Google Shape;835;p47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6" name="Google Shape;836;p47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7" name="Google Shape;837;p47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8" name="Google Shape;838;p47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9" name="Google Shape;839;p47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0" name="Google Shape;840;p47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1" name="Google Shape;841;p47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2" name="Google Shape;842;p47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3" name="Google Shape;843;p47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4" name="Google Shape;844;p47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5" name="Google Shape;845;p47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6" name="Google Shape;846;p47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7" name="Google Shape;847;p47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8" name="Google Shape;848;p47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9" name="Google Shape;849;p47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0" name="Google Shape;850;p47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1" name="Google Shape;851;p47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2" name="Google Shape;852;p47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3" name="Google Shape;853;p47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4" name="Google Shape;854;p47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5" name="Google Shape;855;p47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6" name="Google Shape;856;p47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7" name="Google Shape;857;p47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8" name="Google Shape;858;p47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59" name="Google Shape;859;p47"/>
          <p:cNvGrpSpPr/>
          <p:nvPr/>
        </p:nvGrpSpPr>
        <p:grpSpPr>
          <a:xfrm>
            <a:off x="171178" y="4694360"/>
            <a:ext cx="398326" cy="275215"/>
            <a:chOff x="4089960" y="2589480"/>
            <a:chExt cx="388800" cy="785880"/>
          </a:xfrm>
        </p:grpSpPr>
        <p:sp>
          <p:nvSpPr>
            <p:cNvPr id="860" name="Google Shape;860;p47"/>
            <p:cNvSpPr/>
            <p:nvPr/>
          </p:nvSpPr>
          <p:spPr>
            <a:xfrm>
              <a:off x="4089960" y="2835360"/>
              <a:ext cx="90360" cy="540000"/>
            </a:xfrm>
            <a:custGeom>
              <a:rect b="b" l="l" r="r" t="t"/>
              <a:pathLst>
                <a:path extrusionOk="0" h="1500" w="251">
                  <a:moveTo>
                    <a:pt x="0" y="0"/>
                  </a:moveTo>
                  <a:lnTo>
                    <a:pt x="251" y="0"/>
                  </a:lnTo>
                  <a:lnTo>
                    <a:pt x="251" y="1500"/>
                  </a:lnTo>
                  <a:lnTo>
                    <a:pt x="0" y="1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1" name="Google Shape;861;p47"/>
            <p:cNvSpPr/>
            <p:nvPr/>
          </p:nvSpPr>
          <p:spPr>
            <a:xfrm>
              <a:off x="4388760" y="2589480"/>
              <a:ext cx="90000" cy="420480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2" name="Google Shape;862;p47"/>
            <p:cNvSpPr/>
            <p:nvPr/>
          </p:nvSpPr>
          <p:spPr>
            <a:xfrm>
              <a:off x="4239360" y="2835360"/>
              <a:ext cx="90360" cy="174600"/>
            </a:xfrm>
            <a:custGeom>
              <a:rect b="b" l="l" r="r" t="t"/>
              <a:pathLst>
                <a:path extrusionOk="0" h="485" w="251">
                  <a:moveTo>
                    <a:pt x="0" y="0"/>
                  </a:moveTo>
                  <a:lnTo>
                    <a:pt x="251" y="0"/>
                  </a:lnTo>
                  <a:lnTo>
                    <a:pt x="251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3" name="Google Shape;863;p47"/>
          <p:cNvGrpSpPr/>
          <p:nvPr/>
        </p:nvGrpSpPr>
        <p:grpSpPr>
          <a:xfrm>
            <a:off x="171178" y="107035"/>
            <a:ext cx="398326" cy="337999"/>
            <a:chOff x="4538160" y="2589480"/>
            <a:chExt cx="388800" cy="965160"/>
          </a:xfrm>
        </p:grpSpPr>
        <p:sp>
          <p:nvSpPr>
            <p:cNvPr id="864" name="Google Shape;864;p47"/>
            <p:cNvSpPr/>
            <p:nvPr/>
          </p:nvSpPr>
          <p:spPr>
            <a:xfrm>
              <a:off x="4538160" y="2589480"/>
              <a:ext cx="90000" cy="965160"/>
            </a:xfrm>
            <a:custGeom>
              <a:rect b="b" l="l" r="r" t="t"/>
              <a:pathLst>
                <a:path extrusionOk="0" h="2681" w="250">
                  <a:moveTo>
                    <a:pt x="0" y="0"/>
                  </a:moveTo>
                  <a:lnTo>
                    <a:pt x="250" y="0"/>
                  </a:lnTo>
                  <a:lnTo>
                    <a:pt x="250" y="2681"/>
                  </a:lnTo>
                  <a:lnTo>
                    <a:pt x="0" y="2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5" name="Google Shape;865;p47"/>
            <p:cNvSpPr/>
            <p:nvPr/>
          </p:nvSpPr>
          <p:spPr>
            <a:xfrm>
              <a:off x="4687560" y="3133800"/>
              <a:ext cx="90000" cy="420840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6" name="Google Shape;866;p47"/>
            <p:cNvSpPr/>
            <p:nvPr/>
          </p:nvSpPr>
          <p:spPr>
            <a:xfrm>
              <a:off x="4836960" y="2959200"/>
              <a:ext cx="90000" cy="174600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67" name="Google Shape;867;p47"/>
          <p:cNvSpPr txBox="1"/>
          <p:nvPr>
            <p:ph type="title"/>
          </p:nvPr>
        </p:nvSpPr>
        <p:spPr>
          <a:xfrm>
            <a:off x="720000" y="445025"/>
            <a:ext cx="4160700" cy="101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68" name="Google Shape;868;p47"/>
          <p:cNvSpPr txBox="1"/>
          <p:nvPr>
            <p:ph idx="1" type="subTitle"/>
          </p:nvPr>
        </p:nvSpPr>
        <p:spPr>
          <a:xfrm>
            <a:off x="720000" y="1407525"/>
            <a:ext cx="4160700" cy="31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Lato Light"/>
              <a:buChar char="➔"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◆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○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◆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●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◆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●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7">
    <p:spTree>
      <p:nvGrpSpPr>
        <p:cNvPr id="869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0" name="Google Shape;870;p48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871" name="Google Shape;871;p48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2" name="Google Shape;872;p48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3" name="Google Shape;873;p48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4" name="Google Shape;874;p48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5" name="Google Shape;875;p48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6" name="Google Shape;876;p48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7" name="Google Shape;877;p48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8" name="Google Shape;878;p48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9" name="Google Shape;879;p48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0" name="Google Shape;880;p48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1" name="Google Shape;881;p48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2" name="Google Shape;882;p48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3" name="Google Shape;883;p48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4" name="Google Shape;884;p48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5" name="Google Shape;885;p48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6" name="Google Shape;886;p48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7" name="Google Shape;887;p48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8" name="Google Shape;888;p48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89" name="Google Shape;889;p48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0" name="Google Shape;890;p48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1" name="Google Shape;891;p48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2" name="Google Shape;892;p48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3" name="Google Shape;893;p48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4" name="Google Shape;894;p48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5" name="Google Shape;895;p48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6" name="Google Shape;896;p48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7" name="Google Shape;897;p48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8" name="Google Shape;898;p48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99" name="Google Shape;899;p48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" name="Google Shape;900;p48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" name="Google Shape;901;p48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" name="Google Shape;902;p48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" name="Google Shape;903;p48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" name="Google Shape;904;p48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" name="Google Shape;905;p48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" name="Google Shape;906;p48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" name="Google Shape;907;p48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8" name="Google Shape;908;p48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" name="Google Shape;909;p48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" name="Google Shape;910;p48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" name="Google Shape;911;p48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" name="Google Shape;912;p48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3" name="Google Shape;913;p48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" name="Google Shape;914;p48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" name="Google Shape;915;p48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" name="Google Shape;916;p48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" name="Google Shape;917;p48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8" name="Google Shape;918;p48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9" name="Google Shape;919;p48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0" name="Google Shape;920;p48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1" name="Google Shape;921;p48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2" name="Google Shape;922;p48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3" name="Google Shape;923;p48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4" name="Google Shape;924;p48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5" name="Google Shape;925;p48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6" name="Google Shape;926;p48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7" name="Google Shape;927;p48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p48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9" name="Google Shape;929;p48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0" name="Google Shape;930;p48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1" name="Google Shape;931;p48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2" name="Google Shape;932;p48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3" name="Google Shape;933;p48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4" name="Google Shape;934;p48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5" name="Google Shape;935;p48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6" name="Google Shape;936;p48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7" name="Google Shape;937;p48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8" name="Google Shape;938;p48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9" name="Google Shape;939;p48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0" name="Google Shape;940;p48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1" name="Google Shape;941;p48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2" name="Google Shape;942;p48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3" name="Google Shape;943;p48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4" name="Google Shape;944;p48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5" name="Google Shape;945;p48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6" name="Google Shape;946;p48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7" name="Google Shape;947;p48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8" name="Google Shape;948;p48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49" name="Google Shape;949;p48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0" name="Google Shape;950;p48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1" name="Google Shape;951;p48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2" name="Google Shape;952;p48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3" name="Google Shape;953;p48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4" name="Google Shape;954;p48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5" name="Google Shape;955;p48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6" name="Google Shape;956;p48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7" name="Google Shape;957;p48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8" name="Google Shape;958;p48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9" name="Google Shape;959;p48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0" name="Google Shape;960;p48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1" name="Google Shape;961;p48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2" name="Google Shape;962;p48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63" name="Google Shape;963;p48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4" name="Google Shape;964;p48"/>
          <p:cNvSpPr txBox="1"/>
          <p:nvPr>
            <p:ph idx="1" type="subTitle"/>
          </p:nvPr>
        </p:nvSpPr>
        <p:spPr>
          <a:xfrm>
            <a:off x="713196" y="1944949"/>
            <a:ext cx="24378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5" name="Google Shape;965;p48"/>
          <p:cNvSpPr txBox="1"/>
          <p:nvPr>
            <p:ph idx="2" type="subTitle"/>
          </p:nvPr>
        </p:nvSpPr>
        <p:spPr>
          <a:xfrm>
            <a:off x="3353100" y="1944949"/>
            <a:ext cx="24378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6" name="Google Shape;966;p48"/>
          <p:cNvSpPr txBox="1"/>
          <p:nvPr>
            <p:ph idx="3" type="subTitle"/>
          </p:nvPr>
        </p:nvSpPr>
        <p:spPr>
          <a:xfrm>
            <a:off x="713196" y="3794000"/>
            <a:ext cx="24378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7" name="Google Shape;967;p48"/>
          <p:cNvSpPr txBox="1"/>
          <p:nvPr>
            <p:ph idx="4" type="subTitle"/>
          </p:nvPr>
        </p:nvSpPr>
        <p:spPr>
          <a:xfrm>
            <a:off x="3353100" y="3794000"/>
            <a:ext cx="24378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8" name="Google Shape;968;p48"/>
          <p:cNvSpPr txBox="1"/>
          <p:nvPr>
            <p:ph idx="5" type="subTitle"/>
          </p:nvPr>
        </p:nvSpPr>
        <p:spPr>
          <a:xfrm>
            <a:off x="5993004" y="1944949"/>
            <a:ext cx="24378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9" name="Google Shape;969;p48"/>
          <p:cNvSpPr txBox="1"/>
          <p:nvPr>
            <p:ph idx="6" type="subTitle"/>
          </p:nvPr>
        </p:nvSpPr>
        <p:spPr>
          <a:xfrm>
            <a:off x="5993004" y="3794000"/>
            <a:ext cx="24378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0" name="Google Shape;970;p48"/>
          <p:cNvSpPr txBox="1"/>
          <p:nvPr>
            <p:ph idx="7" type="subTitle"/>
          </p:nvPr>
        </p:nvSpPr>
        <p:spPr>
          <a:xfrm>
            <a:off x="714294" y="1211100"/>
            <a:ext cx="24354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971" name="Google Shape;971;p48"/>
          <p:cNvSpPr txBox="1"/>
          <p:nvPr>
            <p:ph idx="8" type="subTitle"/>
          </p:nvPr>
        </p:nvSpPr>
        <p:spPr>
          <a:xfrm>
            <a:off x="3354198" y="1211100"/>
            <a:ext cx="24354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972" name="Google Shape;972;p48"/>
          <p:cNvSpPr txBox="1"/>
          <p:nvPr>
            <p:ph idx="9" type="subTitle"/>
          </p:nvPr>
        </p:nvSpPr>
        <p:spPr>
          <a:xfrm>
            <a:off x="5993002" y="1211100"/>
            <a:ext cx="2435400" cy="8100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973" name="Google Shape;973;p48"/>
          <p:cNvSpPr txBox="1"/>
          <p:nvPr>
            <p:ph idx="13" type="subTitle"/>
          </p:nvPr>
        </p:nvSpPr>
        <p:spPr>
          <a:xfrm>
            <a:off x="714294" y="3061794"/>
            <a:ext cx="24354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974" name="Google Shape;974;p48"/>
          <p:cNvSpPr txBox="1"/>
          <p:nvPr>
            <p:ph idx="14" type="subTitle"/>
          </p:nvPr>
        </p:nvSpPr>
        <p:spPr>
          <a:xfrm>
            <a:off x="3354198" y="3061794"/>
            <a:ext cx="24354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975" name="Google Shape;975;p48"/>
          <p:cNvSpPr txBox="1"/>
          <p:nvPr>
            <p:ph idx="15" type="subTitle"/>
          </p:nvPr>
        </p:nvSpPr>
        <p:spPr>
          <a:xfrm>
            <a:off x="5994102" y="3061794"/>
            <a:ext cx="24354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  <a:defRPr b="1" sz="24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grpSp>
        <p:nvGrpSpPr>
          <p:cNvPr id="976" name="Google Shape;976;p48"/>
          <p:cNvGrpSpPr/>
          <p:nvPr/>
        </p:nvGrpSpPr>
        <p:grpSpPr>
          <a:xfrm>
            <a:off x="8430835" y="4756407"/>
            <a:ext cx="551017" cy="217475"/>
            <a:chOff x="6204535" y="1008832"/>
            <a:chExt cx="551017" cy="217475"/>
          </a:xfrm>
        </p:grpSpPr>
        <p:sp>
          <p:nvSpPr>
            <p:cNvPr id="977" name="Google Shape;977;p48"/>
            <p:cNvSpPr/>
            <p:nvPr/>
          </p:nvSpPr>
          <p:spPr>
            <a:xfrm>
              <a:off x="6510287" y="1053083"/>
              <a:ext cx="92574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8" name="Google Shape;978;p48"/>
            <p:cNvSpPr/>
            <p:nvPr/>
          </p:nvSpPr>
          <p:spPr>
            <a:xfrm>
              <a:off x="6357595" y="1073255"/>
              <a:ext cx="92205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79" name="Google Shape;979;p48"/>
            <p:cNvSpPr/>
            <p:nvPr/>
          </p:nvSpPr>
          <p:spPr>
            <a:xfrm>
              <a:off x="6663347" y="1063925"/>
              <a:ext cx="92205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0" name="Google Shape;980;p48"/>
            <p:cNvSpPr/>
            <p:nvPr/>
          </p:nvSpPr>
          <p:spPr>
            <a:xfrm>
              <a:off x="6204535" y="1008832"/>
              <a:ext cx="92205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1" name="Google Shape;981;p48"/>
          <p:cNvGrpSpPr/>
          <p:nvPr/>
        </p:nvGrpSpPr>
        <p:grpSpPr>
          <a:xfrm rot="10800000">
            <a:off x="162210" y="169632"/>
            <a:ext cx="551017" cy="217475"/>
            <a:chOff x="6204535" y="1008832"/>
            <a:chExt cx="551017" cy="217475"/>
          </a:xfrm>
        </p:grpSpPr>
        <p:sp>
          <p:nvSpPr>
            <p:cNvPr id="982" name="Google Shape;982;p48"/>
            <p:cNvSpPr/>
            <p:nvPr/>
          </p:nvSpPr>
          <p:spPr>
            <a:xfrm>
              <a:off x="6510287" y="1053083"/>
              <a:ext cx="92574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3" name="Google Shape;983;p48"/>
            <p:cNvSpPr/>
            <p:nvPr/>
          </p:nvSpPr>
          <p:spPr>
            <a:xfrm>
              <a:off x="6357595" y="1073255"/>
              <a:ext cx="92205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4" name="Google Shape;984;p48"/>
            <p:cNvSpPr/>
            <p:nvPr/>
          </p:nvSpPr>
          <p:spPr>
            <a:xfrm>
              <a:off x="6663347" y="1063925"/>
              <a:ext cx="92205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5" name="Google Shape;985;p48"/>
            <p:cNvSpPr/>
            <p:nvPr/>
          </p:nvSpPr>
          <p:spPr>
            <a:xfrm>
              <a:off x="6204535" y="1008832"/>
              <a:ext cx="92205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86" name="Google Shape;986;p48"/>
          <p:cNvGrpSpPr/>
          <p:nvPr/>
        </p:nvGrpSpPr>
        <p:grpSpPr>
          <a:xfrm>
            <a:off x="162210" y="278369"/>
            <a:ext cx="551017" cy="217475"/>
            <a:chOff x="6204535" y="1008832"/>
            <a:chExt cx="551017" cy="217475"/>
          </a:xfrm>
        </p:grpSpPr>
        <p:sp>
          <p:nvSpPr>
            <p:cNvPr id="987" name="Google Shape;987;p48"/>
            <p:cNvSpPr/>
            <p:nvPr/>
          </p:nvSpPr>
          <p:spPr>
            <a:xfrm>
              <a:off x="6510287" y="1053083"/>
              <a:ext cx="92574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8" name="Google Shape;988;p48"/>
            <p:cNvSpPr/>
            <p:nvPr/>
          </p:nvSpPr>
          <p:spPr>
            <a:xfrm>
              <a:off x="6357595" y="1073255"/>
              <a:ext cx="92205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89" name="Google Shape;989;p48"/>
            <p:cNvSpPr/>
            <p:nvPr/>
          </p:nvSpPr>
          <p:spPr>
            <a:xfrm>
              <a:off x="6663347" y="1063925"/>
              <a:ext cx="92205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0" name="Google Shape;990;p48"/>
            <p:cNvSpPr/>
            <p:nvPr/>
          </p:nvSpPr>
          <p:spPr>
            <a:xfrm>
              <a:off x="6204535" y="1008832"/>
              <a:ext cx="92205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91" name="Google Shape;991;p48"/>
          <p:cNvGrpSpPr/>
          <p:nvPr/>
        </p:nvGrpSpPr>
        <p:grpSpPr>
          <a:xfrm>
            <a:off x="8430835" y="4689632"/>
            <a:ext cx="551017" cy="217475"/>
            <a:chOff x="6204535" y="1008832"/>
            <a:chExt cx="551017" cy="217475"/>
          </a:xfrm>
        </p:grpSpPr>
        <p:sp>
          <p:nvSpPr>
            <p:cNvPr id="992" name="Google Shape;992;p48"/>
            <p:cNvSpPr/>
            <p:nvPr/>
          </p:nvSpPr>
          <p:spPr>
            <a:xfrm>
              <a:off x="6510287" y="1053083"/>
              <a:ext cx="92574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3" name="Google Shape;993;p48"/>
            <p:cNvSpPr/>
            <p:nvPr/>
          </p:nvSpPr>
          <p:spPr>
            <a:xfrm>
              <a:off x="6357595" y="1073255"/>
              <a:ext cx="92205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4" name="Google Shape;994;p48"/>
            <p:cNvSpPr/>
            <p:nvPr/>
          </p:nvSpPr>
          <p:spPr>
            <a:xfrm>
              <a:off x="6663347" y="1063925"/>
              <a:ext cx="92205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5" name="Google Shape;995;p48"/>
            <p:cNvSpPr/>
            <p:nvPr/>
          </p:nvSpPr>
          <p:spPr>
            <a:xfrm>
              <a:off x="6204535" y="1008832"/>
              <a:ext cx="92205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996" name="Shape 9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7" name="Google Shape;997;p49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998" name="Google Shape;998;p49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9" name="Google Shape;999;p49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0" name="Google Shape;1000;p49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1" name="Google Shape;1001;p49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2" name="Google Shape;1002;p49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3" name="Google Shape;1003;p49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4" name="Google Shape;1004;p49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5" name="Google Shape;1005;p49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6" name="Google Shape;1006;p49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7" name="Google Shape;1007;p49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8" name="Google Shape;1008;p49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09" name="Google Shape;1009;p49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0" name="Google Shape;1010;p49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1" name="Google Shape;1011;p49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2" name="Google Shape;1012;p49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3" name="Google Shape;1013;p49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4" name="Google Shape;1014;p49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5" name="Google Shape;1015;p49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6" name="Google Shape;1016;p49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7" name="Google Shape;1017;p49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8" name="Google Shape;1018;p49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19" name="Google Shape;1019;p49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0" name="Google Shape;1020;p49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1" name="Google Shape;1021;p49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2" name="Google Shape;1022;p49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3" name="Google Shape;1023;p49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4" name="Google Shape;1024;p49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5" name="Google Shape;1025;p49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6" name="Google Shape;1026;p49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7" name="Google Shape;1027;p49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8" name="Google Shape;1028;p49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9" name="Google Shape;1029;p49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0" name="Google Shape;1030;p49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1" name="Google Shape;1031;p49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2" name="Google Shape;1032;p49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3" name="Google Shape;1033;p49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4" name="Google Shape;1034;p49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5" name="Google Shape;1035;p49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6" name="Google Shape;1036;p49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7" name="Google Shape;1037;p49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8" name="Google Shape;1038;p49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9" name="Google Shape;1039;p49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0" name="Google Shape;1040;p49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1" name="Google Shape;1041;p49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2" name="Google Shape;1042;p49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3" name="Google Shape;1043;p49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4" name="Google Shape;1044;p49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5" name="Google Shape;1045;p49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6" name="Google Shape;1046;p49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7" name="Google Shape;1047;p49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8" name="Google Shape;1048;p49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9" name="Google Shape;1049;p49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0" name="Google Shape;1050;p49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1" name="Google Shape;1051;p49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2" name="Google Shape;1052;p49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3" name="Google Shape;1053;p49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4" name="Google Shape;1054;p49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5" name="Google Shape;1055;p49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6" name="Google Shape;1056;p49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7" name="Google Shape;1057;p49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8" name="Google Shape;1058;p49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59" name="Google Shape;1059;p49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0" name="Google Shape;1060;p49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1" name="Google Shape;1061;p49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2" name="Google Shape;1062;p49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3" name="Google Shape;1063;p49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4" name="Google Shape;1064;p49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5" name="Google Shape;1065;p49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6" name="Google Shape;1066;p49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7" name="Google Shape;1067;p49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8" name="Google Shape;1068;p49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9" name="Google Shape;1069;p49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0" name="Google Shape;1070;p49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1" name="Google Shape;1071;p49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2" name="Google Shape;1072;p49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3" name="Google Shape;1073;p49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4" name="Google Shape;1074;p49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5" name="Google Shape;1075;p49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6" name="Google Shape;1076;p49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7" name="Google Shape;1077;p49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8" name="Google Shape;1078;p49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79" name="Google Shape;1079;p49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0" name="Google Shape;1080;p49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1" name="Google Shape;1081;p49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2" name="Google Shape;1082;p49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3" name="Google Shape;1083;p49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4" name="Google Shape;1084;p49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5" name="Google Shape;1085;p49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6" name="Google Shape;1086;p49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7" name="Google Shape;1087;p49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8" name="Google Shape;1088;p49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89" name="Google Shape;1089;p49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90" name="Google Shape;1090;p49"/>
          <p:cNvSpPr txBox="1"/>
          <p:nvPr>
            <p:ph type="title"/>
          </p:nvPr>
        </p:nvSpPr>
        <p:spPr>
          <a:xfrm>
            <a:off x="713250" y="1773450"/>
            <a:ext cx="7717500" cy="1596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9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50"/>
          <p:cNvSpPr/>
          <p:nvPr>
            <p:ph idx="2" type="pic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</p:sp>
      <p:sp>
        <p:nvSpPr>
          <p:cNvPr id="1093" name="Google Shape;1093;p50"/>
          <p:cNvSpPr txBox="1"/>
          <p:nvPr>
            <p:ph type="title"/>
          </p:nvPr>
        </p:nvSpPr>
        <p:spPr>
          <a:xfrm>
            <a:off x="720000" y="3756800"/>
            <a:ext cx="7704000" cy="847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 sz="1600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>
                <a:solidFill>
                  <a:schemeClr val="accen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>
                <a:solidFill>
                  <a:schemeClr val="accen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>
                <a:solidFill>
                  <a:schemeClr val="accen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>
                <a:solidFill>
                  <a:schemeClr val="accen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>
                <a:solidFill>
                  <a:schemeClr val="accen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>
                <a:solidFill>
                  <a:schemeClr val="accen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>
                <a:solidFill>
                  <a:schemeClr val="accen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800"/>
              <a:buNone/>
              <a:defRPr>
                <a:solidFill>
                  <a:schemeClr val="accent2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94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5" name="Google Shape;1095;p51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1096" name="Google Shape;1096;p51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7" name="Google Shape;1097;p51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8" name="Google Shape;1098;p51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9" name="Google Shape;1099;p51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0" name="Google Shape;1100;p51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1" name="Google Shape;1101;p51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2" name="Google Shape;1102;p51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3" name="Google Shape;1103;p51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4" name="Google Shape;1104;p51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5" name="Google Shape;1105;p51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6" name="Google Shape;1106;p51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7" name="Google Shape;1107;p51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8" name="Google Shape;1108;p51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9" name="Google Shape;1109;p51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0" name="Google Shape;1110;p51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1" name="Google Shape;1111;p51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2" name="Google Shape;1112;p51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3" name="Google Shape;1113;p51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4" name="Google Shape;1114;p51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5" name="Google Shape;1115;p51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6" name="Google Shape;1116;p51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7" name="Google Shape;1117;p51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8" name="Google Shape;1118;p51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9" name="Google Shape;1119;p51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0" name="Google Shape;1120;p51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1" name="Google Shape;1121;p51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2" name="Google Shape;1122;p51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3" name="Google Shape;1123;p51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4" name="Google Shape;1124;p51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5" name="Google Shape;1125;p51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6" name="Google Shape;1126;p51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7" name="Google Shape;1127;p51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8" name="Google Shape;1128;p51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9" name="Google Shape;1129;p51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0" name="Google Shape;1130;p51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1" name="Google Shape;1131;p51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2" name="Google Shape;1132;p51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3" name="Google Shape;1133;p51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4" name="Google Shape;1134;p51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5" name="Google Shape;1135;p51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6" name="Google Shape;1136;p51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7" name="Google Shape;1137;p51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8" name="Google Shape;1138;p51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9" name="Google Shape;1139;p51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0" name="Google Shape;1140;p51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1" name="Google Shape;1141;p51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2" name="Google Shape;1142;p51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3" name="Google Shape;1143;p51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4" name="Google Shape;1144;p51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5" name="Google Shape;1145;p51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6" name="Google Shape;1146;p51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7" name="Google Shape;1147;p51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8" name="Google Shape;1148;p51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9" name="Google Shape;1149;p51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0" name="Google Shape;1150;p51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1" name="Google Shape;1151;p51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2" name="Google Shape;1152;p51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3" name="Google Shape;1153;p51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4" name="Google Shape;1154;p51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5" name="Google Shape;1155;p51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6" name="Google Shape;1156;p51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7" name="Google Shape;1157;p51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8" name="Google Shape;1158;p51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9" name="Google Shape;1159;p51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0" name="Google Shape;1160;p51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1" name="Google Shape;1161;p51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2" name="Google Shape;1162;p51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3" name="Google Shape;1163;p51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4" name="Google Shape;1164;p51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5" name="Google Shape;1165;p51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6" name="Google Shape;1166;p51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7" name="Google Shape;1167;p51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8" name="Google Shape;1168;p51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9" name="Google Shape;1169;p51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0" name="Google Shape;1170;p51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1" name="Google Shape;1171;p51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2" name="Google Shape;1172;p51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3" name="Google Shape;1173;p51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4" name="Google Shape;1174;p51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5" name="Google Shape;1175;p51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6" name="Google Shape;1176;p51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7" name="Google Shape;1177;p51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8" name="Google Shape;1178;p51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9" name="Google Shape;1179;p51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0" name="Google Shape;1180;p51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1" name="Google Shape;1181;p51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2" name="Google Shape;1182;p51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3" name="Google Shape;1183;p51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4" name="Google Shape;1184;p51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5" name="Google Shape;1185;p51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6" name="Google Shape;1186;p51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7" name="Google Shape;1187;p51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88" name="Google Shape;1188;p51"/>
          <p:cNvSpPr txBox="1"/>
          <p:nvPr>
            <p:ph hasCustomPrompt="1" type="title"/>
          </p:nvPr>
        </p:nvSpPr>
        <p:spPr>
          <a:xfrm>
            <a:off x="1284000" y="1057549"/>
            <a:ext cx="6576000" cy="1716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Font typeface="Outfit ExtraBold"/>
              <a:buNone/>
              <a:defRPr b="1" sz="60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189" name="Google Shape;1189;p51"/>
          <p:cNvSpPr txBox="1"/>
          <p:nvPr>
            <p:ph idx="1" type="subTitle"/>
          </p:nvPr>
        </p:nvSpPr>
        <p:spPr>
          <a:xfrm>
            <a:off x="1284000" y="2774099"/>
            <a:ext cx="65760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190" name="Shape 1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1" name="Google Shape;1191;p52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1192" name="Google Shape;1192;p52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3" name="Google Shape;1193;p52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4" name="Google Shape;1194;p52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5" name="Google Shape;1195;p52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6" name="Google Shape;1196;p52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7" name="Google Shape;1197;p52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8" name="Google Shape;1198;p52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9" name="Google Shape;1199;p52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0" name="Google Shape;1200;p52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1" name="Google Shape;1201;p52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2" name="Google Shape;1202;p52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3" name="Google Shape;1203;p52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4" name="Google Shape;1204;p52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5" name="Google Shape;1205;p52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6" name="Google Shape;1206;p52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7" name="Google Shape;1207;p52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8" name="Google Shape;1208;p52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9" name="Google Shape;1209;p52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0" name="Google Shape;1210;p52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1" name="Google Shape;1211;p52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2" name="Google Shape;1212;p52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3" name="Google Shape;1213;p52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4" name="Google Shape;1214;p52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5" name="Google Shape;1215;p52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6" name="Google Shape;1216;p52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7" name="Google Shape;1217;p52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8" name="Google Shape;1218;p52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9" name="Google Shape;1219;p52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0" name="Google Shape;1220;p52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1" name="Google Shape;1221;p52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2" name="Google Shape;1222;p52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3" name="Google Shape;1223;p52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4" name="Google Shape;1224;p52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5" name="Google Shape;1225;p52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6" name="Google Shape;1226;p52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7" name="Google Shape;1227;p52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8" name="Google Shape;1228;p52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9" name="Google Shape;1229;p52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0" name="Google Shape;1230;p52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1" name="Google Shape;1231;p52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2" name="Google Shape;1232;p52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3" name="Google Shape;1233;p52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4" name="Google Shape;1234;p52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5" name="Google Shape;1235;p52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6" name="Google Shape;1236;p52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7" name="Google Shape;1237;p52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8" name="Google Shape;1238;p52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9" name="Google Shape;1239;p52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0" name="Google Shape;1240;p52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1" name="Google Shape;1241;p52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2" name="Google Shape;1242;p52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3" name="Google Shape;1243;p52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4" name="Google Shape;1244;p52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5" name="Google Shape;1245;p52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6" name="Google Shape;1246;p52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7" name="Google Shape;1247;p52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8" name="Google Shape;1248;p52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9" name="Google Shape;1249;p52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0" name="Google Shape;1250;p52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1" name="Google Shape;1251;p52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2" name="Google Shape;1252;p52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3" name="Google Shape;1253;p52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4" name="Google Shape;1254;p52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5" name="Google Shape;1255;p52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6" name="Google Shape;1256;p52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7" name="Google Shape;1257;p52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8" name="Google Shape;1258;p52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9" name="Google Shape;1259;p52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0" name="Google Shape;1260;p52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1" name="Google Shape;1261;p52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2" name="Google Shape;1262;p52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3" name="Google Shape;1263;p52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4" name="Google Shape;1264;p52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5" name="Google Shape;1265;p52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6" name="Google Shape;1266;p52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7" name="Google Shape;1267;p52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8" name="Google Shape;1268;p52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9" name="Google Shape;1269;p52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0" name="Google Shape;1270;p52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1" name="Google Shape;1271;p52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2" name="Google Shape;1272;p52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3" name="Google Shape;1273;p52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4" name="Google Shape;1274;p52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5" name="Google Shape;1275;p52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6" name="Google Shape;1276;p52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7" name="Google Shape;1277;p52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8" name="Google Shape;1278;p52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9" name="Google Shape;1279;p52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0" name="Google Shape;1280;p52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1" name="Google Shape;1281;p52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2" name="Google Shape;1282;p52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3" name="Google Shape;1283;p52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84" name="Google Shape;1284;p52"/>
          <p:cNvGrpSpPr/>
          <p:nvPr/>
        </p:nvGrpSpPr>
        <p:grpSpPr>
          <a:xfrm>
            <a:off x="167252" y="4500432"/>
            <a:ext cx="397957" cy="577662"/>
            <a:chOff x="6031440" y="1249200"/>
            <a:chExt cx="388440" cy="1649520"/>
          </a:xfrm>
        </p:grpSpPr>
        <p:sp>
          <p:nvSpPr>
            <p:cNvPr id="1285" name="Google Shape;1285;p52"/>
            <p:cNvSpPr/>
            <p:nvPr/>
          </p:nvSpPr>
          <p:spPr>
            <a:xfrm>
              <a:off x="6031440" y="1801800"/>
              <a:ext cx="90000" cy="1096920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6" name="Google Shape;1286;p52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7" name="Google Shape;1287;p52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288" name="Google Shape;1288;p52"/>
          <p:cNvGrpSpPr/>
          <p:nvPr/>
        </p:nvGrpSpPr>
        <p:grpSpPr>
          <a:xfrm>
            <a:off x="8488800" y="227548"/>
            <a:ext cx="398326" cy="217474"/>
            <a:chOff x="6628680" y="910440"/>
            <a:chExt cx="388800" cy="621000"/>
          </a:xfrm>
        </p:grpSpPr>
        <p:sp>
          <p:nvSpPr>
            <p:cNvPr id="1289" name="Google Shape;1289;p52"/>
            <p:cNvSpPr/>
            <p:nvPr/>
          </p:nvSpPr>
          <p:spPr>
            <a:xfrm>
              <a:off x="6927480" y="910440"/>
              <a:ext cx="90000" cy="253080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0" name="Google Shape;1290;p52"/>
            <p:cNvSpPr/>
            <p:nvPr/>
          </p:nvSpPr>
          <p:spPr>
            <a:xfrm>
              <a:off x="6778080" y="910440"/>
              <a:ext cx="90000" cy="621000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1" name="Google Shape;1291;p52"/>
            <p:cNvSpPr/>
            <p:nvPr/>
          </p:nvSpPr>
          <p:spPr>
            <a:xfrm>
              <a:off x="6628680" y="14227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92" name="Google Shape;1292;p5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293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4" name="Google Shape;1294;p53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1295" name="Google Shape;1295;p53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6" name="Google Shape;1296;p53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7" name="Google Shape;1297;p53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8" name="Google Shape;1298;p53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9" name="Google Shape;1299;p53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0" name="Google Shape;1300;p53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1" name="Google Shape;1301;p53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2" name="Google Shape;1302;p53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3" name="Google Shape;1303;p53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4" name="Google Shape;1304;p53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5" name="Google Shape;1305;p53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6" name="Google Shape;1306;p53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7" name="Google Shape;1307;p53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8" name="Google Shape;1308;p53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9" name="Google Shape;1309;p53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0" name="Google Shape;1310;p53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1" name="Google Shape;1311;p53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2" name="Google Shape;1312;p53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3" name="Google Shape;1313;p53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4" name="Google Shape;1314;p53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5" name="Google Shape;1315;p53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6" name="Google Shape;1316;p53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7" name="Google Shape;1317;p53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8" name="Google Shape;1318;p53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9" name="Google Shape;1319;p53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0" name="Google Shape;1320;p53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1" name="Google Shape;1321;p53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2" name="Google Shape;1322;p53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3" name="Google Shape;1323;p53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4" name="Google Shape;1324;p53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5" name="Google Shape;1325;p53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6" name="Google Shape;1326;p53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7" name="Google Shape;1327;p53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8" name="Google Shape;1328;p53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9" name="Google Shape;1329;p53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0" name="Google Shape;1330;p53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1" name="Google Shape;1331;p53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2" name="Google Shape;1332;p53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3" name="Google Shape;1333;p53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4" name="Google Shape;1334;p53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5" name="Google Shape;1335;p53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6" name="Google Shape;1336;p53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7" name="Google Shape;1337;p53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8" name="Google Shape;1338;p53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9" name="Google Shape;1339;p53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0" name="Google Shape;1340;p53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1" name="Google Shape;1341;p53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2" name="Google Shape;1342;p53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3" name="Google Shape;1343;p53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4" name="Google Shape;1344;p53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5" name="Google Shape;1345;p53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6" name="Google Shape;1346;p53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7" name="Google Shape;1347;p53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8" name="Google Shape;1348;p53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9" name="Google Shape;1349;p53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0" name="Google Shape;1350;p53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1" name="Google Shape;1351;p53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2" name="Google Shape;1352;p53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3" name="Google Shape;1353;p53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4" name="Google Shape;1354;p53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5" name="Google Shape;1355;p53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6" name="Google Shape;1356;p53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7" name="Google Shape;1357;p53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8" name="Google Shape;1358;p53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59" name="Google Shape;1359;p53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0" name="Google Shape;1360;p53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1" name="Google Shape;1361;p53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2" name="Google Shape;1362;p53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3" name="Google Shape;1363;p53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4" name="Google Shape;1364;p53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5" name="Google Shape;1365;p53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6" name="Google Shape;1366;p53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7" name="Google Shape;1367;p53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8" name="Google Shape;1368;p53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69" name="Google Shape;1369;p53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0" name="Google Shape;1370;p53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1" name="Google Shape;1371;p53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2" name="Google Shape;1372;p53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3" name="Google Shape;1373;p53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4" name="Google Shape;1374;p53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5" name="Google Shape;1375;p53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6" name="Google Shape;1376;p53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7" name="Google Shape;1377;p53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8" name="Google Shape;1378;p53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79" name="Google Shape;1379;p53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0" name="Google Shape;1380;p53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1" name="Google Shape;1381;p53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2" name="Google Shape;1382;p53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3" name="Google Shape;1383;p53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4" name="Google Shape;1384;p53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5" name="Google Shape;1385;p53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86" name="Google Shape;1386;p53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87" name="Google Shape;1387;p5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388" name="Google Shape;1388;p53"/>
          <p:cNvGrpSpPr/>
          <p:nvPr/>
        </p:nvGrpSpPr>
        <p:grpSpPr>
          <a:xfrm rot="10800000">
            <a:off x="8690758" y="539499"/>
            <a:ext cx="453232" cy="4057298"/>
            <a:chOff x="-18" y="539500"/>
            <a:chExt cx="453232" cy="4057298"/>
          </a:xfrm>
        </p:grpSpPr>
        <p:sp>
          <p:nvSpPr>
            <p:cNvPr id="1389" name="Google Shape;1389;p53"/>
            <p:cNvSpPr/>
            <p:nvPr/>
          </p:nvSpPr>
          <p:spPr>
            <a:xfrm rot="5400000">
              <a:off x="53069" y="1582766"/>
              <a:ext cx="82937" cy="189109"/>
            </a:xfrm>
            <a:custGeom>
              <a:rect b="b" l="l" r="r" t="t"/>
              <a:pathLst>
                <a:path extrusionOk="0" h="1500" w="251">
                  <a:moveTo>
                    <a:pt x="0" y="0"/>
                  </a:moveTo>
                  <a:lnTo>
                    <a:pt x="251" y="0"/>
                  </a:lnTo>
                  <a:lnTo>
                    <a:pt x="251" y="1500"/>
                  </a:lnTo>
                  <a:lnTo>
                    <a:pt x="0" y="1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0" name="Google Shape;1390;p53"/>
            <p:cNvSpPr/>
            <p:nvPr/>
          </p:nvSpPr>
          <p:spPr>
            <a:xfrm rot="5400000">
              <a:off x="127680" y="1919535"/>
              <a:ext cx="82606" cy="338000"/>
            </a:xfrm>
            <a:custGeom>
              <a:rect b="b" l="l" r="r" t="t"/>
              <a:pathLst>
                <a:path extrusionOk="0" h="2681" w="250">
                  <a:moveTo>
                    <a:pt x="0" y="0"/>
                  </a:moveTo>
                  <a:lnTo>
                    <a:pt x="250" y="0"/>
                  </a:lnTo>
                  <a:lnTo>
                    <a:pt x="250" y="2681"/>
                  </a:lnTo>
                  <a:lnTo>
                    <a:pt x="0" y="2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1" name="Google Shape;1391;p53"/>
            <p:cNvSpPr/>
            <p:nvPr/>
          </p:nvSpPr>
          <p:spPr>
            <a:xfrm rot="5400000">
              <a:off x="185130" y="2409932"/>
              <a:ext cx="82937" cy="453231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2" name="Google Shape;1392;p53"/>
            <p:cNvSpPr/>
            <p:nvPr/>
          </p:nvSpPr>
          <p:spPr>
            <a:xfrm rot="5400000">
              <a:off x="150752" y="3267071"/>
              <a:ext cx="82606" cy="384143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3" name="Google Shape;1393;p53"/>
            <p:cNvSpPr/>
            <p:nvPr/>
          </p:nvSpPr>
          <p:spPr>
            <a:xfrm rot="5400000">
              <a:off x="90741" y="2778574"/>
              <a:ext cx="82606" cy="264122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4" name="Google Shape;1394;p53"/>
            <p:cNvSpPr/>
            <p:nvPr/>
          </p:nvSpPr>
          <p:spPr>
            <a:xfrm rot="5400000">
              <a:off x="32370" y="1466670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5" name="Google Shape;1395;p53"/>
            <p:cNvSpPr/>
            <p:nvPr/>
          </p:nvSpPr>
          <p:spPr>
            <a:xfrm rot="5400000">
              <a:off x="32306" y="1877783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6" name="Google Shape;1396;p53"/>
            <p:cNvSpPr/>
            <p:nvPr/>
          </p:nvSpPr>
          <p:spPr>
            <a:xfrm rot="5400000">
              <a:off x="97321" y="2360945"/>
              <a:ext cx="82937" cy="277612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7" name="Google Shape;1397;p53"/>
            <p:cNvSpPr/>
            <p:nvPr/>
          </p:nvSpPr>
          <p:spPr>
            <a:xfrm rot="5400000">
              <a:off x="19447" y="3124122"/>
              <a:ext cx="82606" cy="121534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8" name="Google Shape;1398;p53"/>
            <p:cNvSpPr/>
            <p:nvPr/>
          </p:nvSpPr>
          <p:spPr>
            <a:xfrm rot="5400000">
              <a:off x="-10936" y="3839808"/>
              <a:ext cx="82606" cy="60767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99" name="Google Shape;1399;p53"/>
            <p:cNvSpPr/>
            <p:nvPr/>
          </p:nvSpPr>
          <p:spPr>
            <a:xfrm rot="5400000">
              <a:off x="36404" y="3655341"/>
              <a:ext cx="82606" cy="155447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0" name="Google Shape;1400;p53"/>
            <p:cNvSpPr/>
            <p:nvPr/>
          </p:nvSpPr>
          <p:spPr>
            <a:xfrm rot="5400000">
              <a:off x="23001" y="4354047"/>
              <a:ext cx="82937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1" name="Google Shape;1401;p53"/>
            <p:cNvSpPr/>
            <p:nvPr/>
          </p:nvSpPr>
          <p:spPr>
            <a:xfrm rot="5400000">
              <a:off x="2995" y="4237257"/>
              <a:ext cx="82606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2" name="Google Shape;1402;p53"/>
            <p:cNvSpPr/>
            <p:nvPr/>
          </p:nvSpPr>
          <p:spPr>
            <a:xfrm rot="5400000">
              <a:off x="12324" y="4501851"/>
              <a:ext cx="82606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3" name="Google Shape;1403;p53"/>
            <p:cNvSpPr/>
            <p:nvPr/>
          </p:nvSpPr>
          <p:spPr>
            <a:xfrm rot="5400000">
              <a:off x="67418" y="4035708"/>
              <a:ext cx="82606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4" name="Google Shape;1404;p53"/>
            <p:cNvSpPr/>
            <p:nvPr/>
          </p:nvSpPr>
          <p:spPr>
            <a:xfrm rot="5400000">
              <a:off x="46427" y="3234269"/>
              <a:ext cx="82606" cy="175493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5" name="Google Shape;1405;p53"/>
            <p:cNvSpPr/>
            <p:nvPr/>
          </p:nvSpPr>
          <p:spPr>
            <a:xfrm rot="5400000">
              <a:off x="32370" y="2151973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6" name="Google Shape;1406;p53"/>
            <p:cNvSpPr/>
            <p:nvPr/>
          </p:nvSpPr>
          <p:spPr>
            <a:xfrm rot="5400000">
              <a:off x="32306" y="1192479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7" name="Google Shape;1407;p53"/>
            <p:cNvSpPr/>
            <p:nvPr/>
          </p:nvSpPr>
          <p:spPr>
            <a:xfrm rot="5400000">
              <a:off x="6777" y="943756"/>
              <a:ext cx="82606" cy="96193"/>
            </a:xfrm>
            <a:custGeom>
              <a:rect b="b" l="l" r="r" t="t"/>
              <a:pathLst>
                <a:path extrusionOk="0" h="763" w="250">
                  <a:moveTo>
                    <a:pt x="0" y="0"/>
                  </a:moveTo>
                  <a:lnTo>
                    <a:pt x="250" y="0"/>
                  </a:lnTo>
                  <a:lnTo>
                    <a:pt x="250" y="763"/>
                  </a:lnTo>
                  <a:lnTo>
                    <a:pt x="0" y="7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8" name="Google Shape;1408;p53"/>
            <p:cNvSpPr/>
            <p:nvPr/>
          </p:nvSpPr>
          <p:spPr>
            <a:xfrm rot="5400000">
              <a:off x="6549" y="669730"/>
              <a:ext cx="82937" cy="96067"/>
            </a:xfrm>
            <a:custGeom>
              <a:rect b="b" l="l" r="r" t="t"/>
              <a:pathLst>
                <a:path extrusionOk="0" h="762" w="251">
                  <a:moveTo>
                    <a:pt x="0" y="0"/>
                  </a:moveTo>
                  <a:lnTo>
                    <a:pt x="251" y="0"/>
                  </a:lnTo>
                  <a:lnTo>
                    <a:pt x="251" y="762"/>
                  </a:ln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9" name="Google Shape;1409;p53"/>
            <p:cNvSpPr/>
            <p:nvPr/>
          </p:nvSpPr>
          <p:spPr>
            <a:xfrm rot="5400000">
              <a:off x="38988" y="774417"/>
              <a:ext cx="82606" cy="160616"/>
            </a:xfrm>
            <a:custGeom>
              <a:rect b="b" l="l" r="r" t="t"/>
              <a:pathLst>
                <a:path extrusionOk="0" h="1274" w="250">
                  <a:moveTo>
                    <a:pt x="0" y="0"/>
                  </a:moveTo>
                  <a:lnTo>
                    <a:pt x="250" y="0"/>
                  </a:lnTo>
                  <a:lnTo>
                    <a:pt x="250" y="1274"/>
                  </a:lnTo>
                  <a:lnTo>
                    <a:pt x="0" y="1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0" name="Google Shape;1410;p53"/>
            <p:cNvSpPr/>
            <p:nvPr/>
          </p:nvSpPr>
          <p:spPr>
            <a:xfrm rot="5400000">
              <a:off x="-10747" y="1372660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1" name="Google Shape;1411;p53"/>
            <p:cNvSpPr/>
            <p:nvPr/>
          </p:nvSpPr>
          <p:spPr>
            <a:xfrm rot="5400000">
              <a:off x="-10912" y="1783875"/>
              <a:ext cx="82937" cy="61145"/>
            </a:xfrm>
            <a:custGeom>
              <a:rect b="b" l="l" r="r" t="t"/>
              <a:pathLst>
                <a:path extrusionOk="0" h="485" w="251">
                  <a:moveTo>
                    <a:pt x="0" y="0"/>
                  </a:moveTo>
                  <a:lnTo>
                    <a:pt x="251" y="0"/>
                  </a:lnTo>
                  <a:lnTo>
                    <a:pt x="251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2" name="Google Shape;1412;p53"/>
            <p:cNvSpPr/>
            <p:nvPr/>
          </p:nvSpPr>
          <p:spPr>
            <a:xfrm rot="5400000">
              <a:off x="-10747" y="2332216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3" name="Google Shape;1413;p53"/>
            <p:cNvSpPr/>
            <p:nvPr/>
          </p:nvSpPr>
          <p:spPr>
            <a:xfrm rot="5400000">
              <a:off x="73532" y="2932910"/>
              <a:ext cx="82606" cy="229704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4" name="Google Shape;1414;p53"/>
            <p:cNvSpPr/>
            <p:nvPr/>
          </p:nvSpPr>
          <p:spPr>
            <a:xfrm rot="5400000">
              <a:off x="-22283" y="2754471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5" name="Google Shape;1415;p53"/>
            <p:cNvSpPr/>
            <p:nvPr/>
          </p:nvSpPr>
          <p:spPr>
            <a:xfrm rot="5400000">
              <a:off x="-22448" y="3577067"/>
              <a:ext cx="82937" cy="38074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6" name="Google Shape;1416;p53"/>
            <p:cNvSpPr/>
            <p:nvPr/>
          </p:nvSpPr>
          <p:spPr>
            <a:xfrm rot="5400000">
              <a:off x="-22283" y="3988282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7" name="Google Shape;1417;p53"/>
            <p:cNvSpPr/>
            <p:nvPr/>
          </p:nvSpPr>
          <p:spPr>
            <a:xfrm rot="5400000">
              <a:off x="-26065" y="1113724"/>
              <a:ext cx="82606" cy="30510"/>
            </a:xfrm>
            <a:custGeom>
              <a:rect b="b" l="l" r="r" t="t"/>
              <a:pathLst>
                <a:path extrusionOk="0" h="242" w="250">
                  <a:moveTo>
                    <a:pt x="0" y="0"/>
                  </a:moveTo>
                  <a:lnTo>
                    <a:pt x="250" y="0"/>
                  </a:lnTo>
                  <a:lnTo>
                    <a:pt x="250" y="242"/>
                  </a:lnTo>
                  <a:lnTo>
                    <a:pt x="0" y="2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2100" lIns="90000" spcFirstLastPara="1" rIns="90000" wrap="square" tIns="421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8" name="Google Shape;1418;p53"/>
            <p:cNvSpPr/>
            <p:nvPr/>
          </p:nvSpPr>
          <p:spPr>
            <a:xfrm rot="5400000">
              <a:off x="78071" y="461412"/>
              <a:ext cx="82606" cy="238781"/>
            </a:xfrm>
            <a:custGeom>
              <a:rect b="b" l="l" r="r" t="t"/>
              <a:pathLst>
                <a:path extrusionOk="0" h="1894" w="250">
                  <a:moveTo>
                    <a:pt x="0" y="0"/>
                  </a:moveTo>
                  <a:lnTo>
                    <a:pt x="250" y="0"/>
                  </a:lnTo>
                  <a:lnTo>
                    <a:pt x="250" y="1894"/>
                  </a:lnTo>
                  <a:lnTo>
                    <a:pt x="0" y="18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2">
  <p:cSld name="TITLE_ONLY_2">
    <p:spTree>
      <p:nvGrpSpPr>
        <p:cNvPr id="1419" name="Shape 1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0" name="Google Shape;1420;p54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1421" name="Google Shape;1421;p54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2" name="Google Shape;1422;p54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3" name="Google Shape;1423;p54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4" name="Google Shape;1424;p54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5" name="Google Shape;1425;p54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6" name="Google Shape;1426;p54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7" name="Google Shape;1427;p54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8" name="Google Shape;1428;p54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9" name="Google Shape;1429;p54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0" name="Google Shape;1430;p54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1" name="Google Shape;1431;p54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2" name="Google Shape;1432;p54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3" name="Google Shape;1433;p54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4" name="Google Shape;1434;p54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5" name="Google Shape;1435;p54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6" name="Google Shape;1436;p54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7" name="Google Shape;1437;p54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8" name="Google Shape;1438;p54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39" name="Google Shape;1439;p54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0" name="Google Shape;1440;p54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1" name="Google Shape;1441;p54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2" name="Google Shape;1442;p54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3" name="Google Shape;1443;p54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4" name="Google Shape;1444;p54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5" name="Google Shape;1445;p54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6" name="Google Shape;1446;p54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7" name="Google Shape;1447;p54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8" name="Google Shape;1448;p54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49" name="Google Shape;1449;p54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0" name="Google Shape;1450;p54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1" name="Google Shape;1451;p54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2" name="Google Shape;1452;p54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3" name="Google Shape;1453;p54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4" name="Google Shape;1454;p54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5" name="Google Shape;1455;p54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6" name="Google Shape;1456;p54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7" name="Google Shape;1457;p54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8" name="Google Shape;1458;p54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59" name="Google Shape;1459;p54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0" name="Google Shape;1460;p54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1" name="Google Shape;1461;p54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2" name="Google Shape;1462;p54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3" name="Google Shape;1463;p54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4" name="Google Shape;1464;p54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5" name="Google Shape;1465;p54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6" name="Google Shape;1466;p54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7" name="Google Shape;1467;p54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8" name="Google Shape;1468;p54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69" name="Google Shape;1469;p54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0" name="Google Shape;1470;p54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1" name="Google Shape;1471;p54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2" name="Google Shape;1472;p54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3" name="Google Shape;1473;p54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4" name="Google Shape;1474;p54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5" name="Google Shape;1475;p54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6" name="Google Shape;1476;p54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7" name="Google Shape;1477;p54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8" name="Google Shape;1478;p54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9" name="Google Shape;1479;p54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0" name="Google Shape;1480;p54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1" name="Google Shape;1481;p54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2" name="Google Shape;1482;p54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3" name="Google Shape;1483;p54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4" name="Google Shape;1484;p54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5" name="Google Shape;1485;p54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6" name="Google Shape;1486;p54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7" name="Google Shape;1487;p54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8" name="Google Shape;1488;p54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9" name="Google Shape;1489;p54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0" name="Google Shape;1490;p54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1" name="Google Shape;1491;p54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2" name="Google Shape;1492;p54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3" name="Google Shape;1493;p54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4" name="Google Shape;1494;p54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5" name="Google Shape;1495;p54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6" name="Google Shape;1496;p54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7" name="Google Shape;1497;p54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8" name="Google Shape;1498;p54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9" name="Google Shape;1499;p54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0" name="Google Shape;1500;p54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1" name="Google Shape;1501;p54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2" name="Google Shape;1502;p54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3" name="Google Shape;1503;p54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4" name="Google Shape;1504;p54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5" name="Google Shape;1505;p54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6" name="Google Shape;1506;p54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7" name="Google Shape;1507;p54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8" name="Google Shape;1508;p54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9" name="Google Shape;1509;p54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0" name="Google Shape;1510;p54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1" name="Google Shape;1511;p54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2" name="Google Shape;1512;p54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13" name="Google Shape;1513;p54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14" name="Google Shape;1514;p54"/>
          <p:cNvSpPr/>
          <p:nvPr/>
        </p:nvSpPr>
        <p:spPr>
          <a:xfrm>
            <a:off x="8563634" y="710541"/>
            <a:ext cx="63179" cy="41638"/>
          </a:xfrm>
          <a:custGeom>
            <a:rect b="b" l="l" r="r" t="t"/>
            <a:pathLst>
              <a:path extrusionOk="0" h="482" w="250">
                <a:moveTo>
                  <a:pt x="0" y="0"/>
                </a:moveTo>
                <a:lnTo>
                  <a:pt x="250" y="0"/>
                </a:lnTo>
                <a:lnTo>
                  <a:pt x="250" y="482"/>
                </a:lnTo>
                <a:lnTo>
                  <a:pt x="0" y="48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5" name="Google Shape;1515;p54"/>
          <p:cNvSpPr/>
          <p:nvPr/>
        </p:nvSpPr>
        <p:spPr>
          <a:xfrm>
            <a:off x="8975951" y="687186"/>
            <a:ext cx="63431" cy="88372"/>
          </a:xfrm>
          <a:custGeom>
            <a:rect b="b" l="l" r="r" t="t"/>
            <a:pathLst>
              <a:path extrusionOk="0" h="1023" w="251">
                <a:moveTo>
                  <a:pt x="0" y="0"/>
                </a:moveTo>
                <a:lnTo>
                  <a:pt x="251" y="0"/>
                </a:lnTo>
                <a:lnTo>
                  <a:pt x="251" y="1023"/>
                </a:lnTo>
                <a:lnTo>
                  <a:pt x="0" y="102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6" name="Google Shape;1516;p54"/>
          <p:cNvSpPr/>
          <p:nvPr/>
        </p:nvSpPr>
        <p:spPr>
          <a:xfrm>
            <a:off x="8871327" y="701008"/>
            <a:ext cx="63179" cy="60729"/>
          </a:xfrm>
          <a:custGeom>
            <a:rect b="b" l="l" r="r" t="t"/>
            <a:pathLst>
              <a:path extrusionOk="0" h="703" w="250">
                <a:moveTo>
                  <a:pt x="0" y="0"/>
                </a:moveTo>
                <a:lnTo>
                  <a:pt x="250" y="0"/>
                </a:lnTo>
                <a:lnTo>
                  <a:pt x="250" y="703"/>
                </a:lnTo>
                <a:lnTo>
                  <a:pt x="0" y="70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7" name="Google Shape;1517;p54"/>
          <p:cNvSpPr/>
          <p:nvPr/>
        </p:nvSpPr>
        <p:spPr>
          <a:xfrm>
            <a:off x="9080828" y="694615"/>
            <a:ext cx="63179" cy="73514"/>
          </a:xfrm>
          <a:custGeom>
            <a:rect b="b" l="l" r="r" t="t"/>
            <a:pathLst>
              <a:path extrusionOk="0" h="851" w="250">
                <a:moveTo>
                  <a:pt x="0" y="0"/>
                </a:moveTo>
                <a:lnTo>
                  <a:pt x="250" y="0"/>
                </a:lnTo>
                <a:lnTo>
                  <a:pt x="250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8" name="Google Shape;1518;p54"/>
          <p:cNvSpPr/>
          <p:nvPr/>
        </p:nvSpPr>
        <p:spPr>
          <a:xfrm>
            <a:off x="8766450" y="656865"/>
            <a:ext cx="63179" cy="149014"/>
          </a:xfrm>
          <a:custGeom>
            <a:rect b="b" l="l" r="r" t="t"/>
            <a:pathLst>
              <a:path extrusionOk="0" h="1725" w="250">
                <a:moveTo>
                  <a:pt x="0" y="0"/>
                </a:moveTo>
                <a:lnTo>
                  <a:pt x="250" y="0"/>
                </a:lnTo>
                <a:lnTo>
                  <a:pt x="250" y="1725"/>
                </a:lnTo>
                <a:lnTo>
                  <a:pt x="0" y="172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9" name="Google Shape;1519;p54"/>
          <p:cNvSpPr/>
          <p:nvPr/>
        </p:nvSpPr>
        <p:spPr>
          <a:xfrm>
            <a:off x="524121" y="680926"/>
            <a:ext cx="63179" cy="100898"/>
          </a:xfrm>
          <a:custGeom>
            <a:rect b="b" l="l" r="r" t="t"/>
            <a:pathLst>
              <a:path extrusionOk="0" h="1168" w="250">
                <a:moveTo>
                  <a:pt x="0" y="0"/>
                </a:moveTo>
                <a:lnTo>
                  <a:pt x="250" y="0"/>
                </a:lnTo>
                <a:lnTo>
                  <a:pt x="250" y="1168"/>
                </a:lnTo>
                <a:lnTo>
                  <a:pt x="0" y="1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0" name="Google Shape;1520;p54"/>
          <p:cNvSpPr/>
          <p:nvPr/>
        </p:nvSpPr>
        <p:spPr>
          <a:xfrm>
            <a:off x="314367" y="698419"/>
            <a:ext cx="63179" cy="65912"/>
          </a:xfrm>
          <a:custGeom>
            <a:rect b="b" l="l" r="r" t="t"/>
            <a:pathLst>
              <a:path extrusionOk="0" h="763" w="250">
                <a:moveTo>
                  <a:pt x="0" y="0"/>
                </a:moveTo>
                <a:lnTo>
                  <a:pt x="250" y="0"/>
                </a:lnTo>
                <a:lnTo>
                  <a:pt x="250" y="763"/>
                </a:lnTo>
                <a:lnTo>
                  <a:pt x="0" y="763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1" name="Google Shape;1521;p54"/>
          <p:cNvSpPr/>
          <p:nvPr/>
        </p:nvSpPr>
        <p:spPr>
          <a:xfrm>
            <a:off x="104613" y="698462"/>
            <a:ext cx="63431" cy="65825"/>
          </a:xfrm>
          <a:custGeom>
            <a:rect b="b" l="l" r="r" t="t"/>
            <a:pathLst>
              <a:path extrusionOk="0" h="762" w="251">
                <a:moveTo>
                  <a:pt x="0" y="0"/>
                </a:moveTo>
                <a:lnTo>
                  <a:pt x="251" y="0"/>
                </a:lnTo>
                <a:lnTo>
                  <a:pt x="251" y="762"/>
                </a:lnTo>
                <a:lnTo>
                  <a:pt x="0" y="76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2" name="Google Shape;1522;p54"/>
          <p:cNvSpPr/>
          <p:nvPr/>
        </p:nvSpPr>
        <p:spPr>
          <a:xfrm>
            <a:off x="209490" y="676348"/>
            <a:ext cx="63179" cy="110054"/>
          </a:xfrm>
          <a:custGeom>
            <a:rect b="b" l="l" r="r" t="t"/>
            <a:pathLst>
              <a:path extrusionOk="0" h="1274" w="250">
                <a:moveTo>
                  <a:pt x="0" y="0"/>
                </a:moveTo>
                <a:lnTo>
                  <a:pt x="250" y="0"/>
                </a:lnTo>
                <a:lnTo>
                  <a:pt x="250" y="1274"/>
                </a:lnTo>
                <a:lnTo>
                  <a:pt x="0" y="127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3" name="Google Shape;1523;p54"/>
          <p:cNvSpPr/>
          <p:nvPr/>
        </p:nvSpPr>
        <p:spPr>
          <a:xfrm>
            <a:off x="8661573" y="718328"/>
            <a:ext cx="63179" cy="26088"/>
          </a:xfrm>
          <a:custGeom>
            <a:rect b="b" l="l" r="r" t="t"/>
            <a:pathLst>
              <a:path extrusionOk="0" h="302" w="250">
                <a:moveTo>
                  <a:pt x="0" y="0"/>
                </a:moveTo>
                <a:lnTo>
                  <a:pt x="250" y="0"/>
                </a:lnTo>
                <a:lnTo>
                  <a:pt x="250" y="302"/>
                </a:lnTo>
                <a:lnTo>
                  <a:pt x="0" y="30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4" name="Google Shape;1524;p54"/>
          <p:cNvSpPr/>
          <p:nvPr/>
        </p:nvSpPr>
        <p:spPr>
          <a:xfrm>
            <a:off x="419244" y="720922"/>
            <a:ext cx="63179" cy="20905"/>
          </a:xfrm>
          <a:custGeom>
            <a:rect b="b" l="l" r="r" t="t"/>
            <a:pathLst>
              <a:path extrusionOk="0" h="242" w="250">
                <a:moveTo>
                  <a:pt x="0" y="0"/>
                </a:moveTo>
                <a:lnTo>
                  <a:pt x="250" y="0"/>
                </a:lnTo>
                <a:lnTo>
                  <a:pt x="250" y="242"/>
                </a:lnTo>
                <a:lnTo>
                  <a:pt x="0" y="242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2100" lIns="90000" spcFirstLastPara="1" rIns="90000" wrap="square" tIns="421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5" name="Google Shape;1525;p54"/>
          <p:cNvSpPr/>
          <p:nvPr/>
        </p:nvSpPr>
        <p:spPr>
          <a:xfrm>
            <a:off x="-11" y="649568"/>
            <a:ext cx="63179" cy="163613"/>
          </a:xfrm>
          <a:custGeom>
            <a:rect b="b" l="l" r="r" t="t"/>
            <a:pathLst>
              <a:path extrusionOk="0" h="1894" w="250">
                <a:moveTo>
                  <a:pt x="0" y="0"/>
                </a:moveTo>
                <a:lnTo>
                  <a:pt x="250" y="0"/>
                </a:lnTo>
                <a:lnTo>
                  <a:pt x="250" y="1894"/>
                </a:lnTo>
                <a:lnTo>
                  <a:pt x="0" y="1894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1" anchor="ctr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TITLE_AND_TWO_COLUMNS_1">
    <p:spTree>
      <p:nvGrpSpPr>
        <p:cNvPr id="1526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7" name="Google Shape;1527;p55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1528" name="Google Shape;1528;p55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9" name="Google Shape;1529;p55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0" name="Google Shape;1530;p55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1" name="Google Shape;1531;p55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2" name="Google Shape;1532;p55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3" name="Google Shape;1533;p55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4" name="Google Shape;1534;p55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5" name="Google Shape;1535;p55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6" name="Google Shape;1536;p55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7" name="Google Shape;1537;p55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8" name="Google Shape;1538;p55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9" name="Google Shape;1539;p55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0" name="Google Shape;1540;p55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1" name="Google Shape;1541;p55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2" name="Google Shape;1542;p55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3" name="Google Shape;1543;p55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4" name="Google Shape;1544;p55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5" name="Google Shape;1545;p55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6" name="Google Shape;1546;p55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7" name="Google Shape;1547;p55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8" name="Google Shape;1548;p55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9" name="Google Shape;1549;p55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0" name="Google Shape;1550;p55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1" name="Google Shape;1551;p55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2" name="Google Shape;1552;p55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3" name="Google Shape;1553;p55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4" name="Google Shape;1554;p55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5" name="Google Shape;1555;p55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6" name="Google Shape;1556;p55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7" name="Google Shape;1557;p55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8" name="Google Shape;1558;p55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9" name="Google Shape;1559;p55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0" name="Google Shape;1560;p55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1" name="Google Shape;1561;p55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2" name="Google Shape;1562;p55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3" name="Google Shape;1563;p55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4" name="Google Shape;1564;p55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5" name="Google Shape;1565;p55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6" name="Google Shape;1566;p55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7" name="Google Shape;1567;p55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8" name="Google Shape;1568;p55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9" name="Google Shape;1569;p55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0" name="Google Shape;1570;p55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1" name="Google Shape;1571;p55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2" name="Google Shape;1572;p55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3" name="Google Shape;1573;p55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4" name="Google Shape;1574;p55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5" name="Google Shape;1575;p55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6" name="Google Shape;1576;p55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7" name="Google Shape;1577;p55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8" name="Google Shape;1578;p55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9" name="Google Shape;1579;p55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0" name="Google Shape;1580;p55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1" name="Google Shape;1581;p55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2" name="Google Shape;1582;p55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3" name="Google Shape;1583;p55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4" name="Google Shape;1584;p55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5" name="Google Shape;1585;p55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6" name="Google Shape;1586;p55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7" name="Google Shape;1587;p55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8" name="Google Shape;1588;p55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9" name="Google Shape;1589;p55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0" name="Google Shape;1590;p55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1" name="Google Shape;1591;p55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2" name="Google Shape;1592;p55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3" name="Google Shape;1593;p55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4" name="Google Shape;1594;p55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5" name="Google Shape;1595;p55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6" name="Google Shape;1596;p55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7" name="Google Shape;1597;p55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8" name="Google Shape;1598;p55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99" name="Google Shape;1599;p55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0" name="Google Shape;1600;p55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1" name="Google Shape;1601;p55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2" name="Google Shape;1602;p55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3" name="Google Shape;1603;p55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4" name="Google Shape;1604;p55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5" name="Google Shape;1605;p55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6" name="Google Shape;1606;p55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7" name="Google Shape;1607;p55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8" name="Google Shape;1608;p55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09" name="Google Shape;1609;p55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0" name="Google Shape;1610;p55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1" name="Google Shape;1611;p55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2" name="Google Shape;1612;p55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3" name="Google Shape;1613;p55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4" name="Google Shape;1614;p55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5" name="Google Shape;1615;p55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6" name="Google Shape;1616;p55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7" name="Google Shape;1617;p55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8" name="Google Shape;1618;p55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19" name="Google Shape;1619;p55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620" name="Google Shape;1620;p55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21" name="Google Shape;1621;p55"/>
          <p:cNvSpPr txBox="1"/>
          <p:nvPr>
            <p:ph idx="1" type="subTitle"/>
          </p:nvPr>
        </p:nvSpPr>
        <p:spPr>
          <a:xfrm>
            <a:off x="5018337" y="2390225"/>
            <a:ext cx="3356400" cy="13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2" name="Google Shape;1622;p55"/>
          <p:cNvSpPr txBox="1"/>
          <p:nvPr>
            <p:ph idx="2" type="subTitle"/>
          </p:nvPr>
        </p:nvSpPr>
        <p:spPr>
          <a:xfrm>
            <a:off x="769262" y="2390225"/>
            <a:ext cx="3356400" cy="13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3" name="Google Shape;1623;p55"/>
          <p:cNvSpPr txBox="1"/>
          <p:nvPr>
            <p:ph idx="3" type="subTitle"/>
          </p:nvPr>
        </p:nvSpPr>
        <p:spPr>
          <a:xfrm>
            <a:off x="769262" y="1893875"/>
            <a:ext cx="335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1624" name="Google Shape;1624;p55"/>
          <p:cNvSpPr txBox="1"/>
          <p:nvPr>
            <p:ph idx="4" type="subTitle"/>
          </p:nvPr>
        </p:nvSpPr>
        <p:spPr>
          <a:xfrm>
            <a:off x="5018338" y="1893875"/>
            <a:ext cx="335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grpSp>
        <p:nvGrpSpPr>
          <p:cNvPr id="1625" name="Google Shape;1625;p55"/>
          <p:cNvGrpSpPr/>
          <p:nvPr/>
        </p:nvGrpSpPr>
        <p:grpSpPr>
          <a:xfrm>
            <a:off x="7980795" y="-22"/>
            <a:ext cx="1163258" cy="567589"/>
            <a:chOff x="6180480" y="488520"/>
            <a:chExt cx="1135440" cy="1204560"/>
          </a:xfrm>
        </p:grpSpPr>
        <p:sp>
          <p:nvSpPr>
            <p:cNvPr id="1626" name="Google Shape;1626;p55"/>
            <p:cNvSpPr/>
            <p:nvPr/>
          </p:nvSpPr>
          <p:spPr>
            <a:xfrm>
              <a:off x="6479280" y="1249200"/>
              <a:ext cx="90000" cy="173520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7" name="Google Shape;1627;p55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8" name="Google Shape;1628;p55"/>
            <p:cNvSpPr/>
            <p:nvPr/>
          </p:nvSpPr>
          <p:spPr>
            <a:xfrm>
              <a:off x="7076520" y="794880"/>
              <a:ext cx="90360" cy="368280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29" name="Google Shape;1629;p55"/>
            <p:cNvSpPr/>
            <p:nvPr/>
          </p:nvSpPr>
          <p:spPr>
            <a:xfrm>
              <a:off x="6927480" y="910440"/>
              <a:ext cx="90000" cy="253080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0" name="Google Shape;1630;p55"/>
            <p:cNvSpPr/>
            <p:nvPr/>
          </p:nvSpPr>
          <p:spPr>
            <a:xfrm>
              <a:off x="7225920" y="488520"/>
              <a:ext cx="90000" cy="306360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1" name="Google Shape;1631;p55"/>
            <p:cNvSpPr/>
            <p:nvPr/>
          </p:nvSpPr>
          <p:spPr>
            <a:xfrm>
              <a:off x="6778080" y="910440"/>
              <a:ext cx="90000" cy="621000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2" name="Google Shape;1632;p55"/>
            <p:cNvSpPr/>
            <p:nvPr/>
          </p:nvSpPr>
          <p:spPr>
            <a:xfrm>
              <a:off x="6180480" y="136965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3" name="Google Shape;1633;p55"/>
            <p:cNvSpPr/>
            <p:nvPr/>
          </p:nvSpPr>
          <p:spPr>
            <a:xfrm>
              <a:off x="6628680" y="14227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634" name="Google Shape;1634;p55"/>
          <p:cNvGrpSpPr/>
          <p:nvPr/>
        </p:nvGrpSpPr>
        <p:grpSpPr>
          <a:xfrm>
            <a:off x="54322" y="4610065"/>
            <a:ext cx="1469010" cy="542687"/>
            <a:chOff x="4687560" y="2019390"/>
            <a:chExt cx="1433880" cy="1549650"/>
          </a:xfrm>
        </p:grpSpPr>
        <p:sp>
          <p:nvSpPr>
            <p:cNvPr id="1635" name="Google Shape;1635;p55"/>
            <p:cNvSpPr/>
            <p:nvPr/>
          </p:nvSpPr>
          <p:spPr>
            <a:xfrm>
              <a:off x="5135040" y="2166120"/>
              <a:ext cx="90360" cy="1294200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6" name="Google Shape;1636;p55"/>
            <p:cNvSpPr/>
            <p:nvPr/>
          </p:nvSpPr>
          <p:spPr>
            <a:xfrm>
              <a:off x="6031440" y="2019390"/>
              <a:ext cx="90000" cy="1096920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7" name="Google Shape;1637;p55"/>
            <p:cNvSpPr/>
            <p:nvPr/>
          </p:nvSpPr>
          <p:spPr>
            <a:xfrm>
              <a:off x="5433840" y="2706120"/>
              <a:ext cx="90000" cy="754200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8" name="Google Shape;1638;p55"/>
            <p:cNvSpPr/>
            <p:nvPr/>
          </p:nvSpPr>
          <p:spPr>
            <a:xfrm>
              <a:off x="4986000" y="2166120"/>
              <a:ext cx="90360" cy="792720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39" name="Google Shape;1639;p55"/>
            <p:cNvSpPr/>
            <p:nvPr/>
          </p:nvSpPr>
          <p:spPr>
            <a:xfrm>
              <a:off x="5732640" y="2050560"/>
              <a:ext cx="90000" cy="347040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0" name="Google Shape;1640;p55"/>
            <p:cNvSpPr/>
            <p:nvPr/>
          </p:nvSpPr>
          <p:spPr>
            <a:xfrm>
              <a:off x="5882040" y="2397600"/>
              <a:ext cx="90000" cy="501120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1" name="Google Shape;1641;p55"/>
            <p:cNvSpPr/>
            <p:nvPr/>
          </p:nvSpPr>
          <p:spPr>
            <a:xfrm>
              <a:off x="4687560" y="3133800"/>
              <a:ext cx="90000" cy="420840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2" name="Google Shape;1642;p55"/>
            <p:cNvSpPr/>
            <p:nvPr/>
          </p:nvSpPr>
          <p:spPr>
            <a:xfrm>
              <a:off x="4836960" y="2959200"/>
              <a:ext cx="90000" cy="174600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3" name="Google Shape;1643;p55"/>
            <p:cNvSpPr/>
            <p:nvPr/>
          </p:nvSpPr>
          <p:spPr>
            <a:xfrm>
              <a:off x="5583240" y="2050560"/>
              <a:ext cx="90000" cy="655920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4" name="Google Shape;1644;p55"/>
            <p:cNvSpPr/>
            <p:nvPr/>
          </p:nvSpPr>
          <p:spPr>
            <a:xfrm>
              <a:off x="5284440" y="34603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3">
  <p:cSld name="TITLE_ONLY_3">
    <p:spTree>
      <p:nvGrpSpPr>
        <p:cNvPr id="1645" name="Shape 1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6" name="Google Shape;1646;p56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1647" name="Google Shape;1647;p56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8" name="Google Shape;1648;p56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49" name="Google Shape;1649;p56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0" name="Google Shape;1650;p56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1" name="Google Shape;1651;p56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2" name="Google Shape;1652;p56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3" name="Google Shape;1653;p56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4" name="Google Shape;1654;p56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5" name="Google Shape;1655;p56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6" name="Google Shape;1656;p56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7" name="Google Shape;1657;p56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8" name="Google Shape;1658;p56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59" name="Google Shape;1659;p56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0" name="Google Shape;1660;p56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1" name="Google Shape;1661;p56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2" name="Google Shape;1662;p56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3" name="Google Shape;1663;p56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4" name="Google Shape;1664;p56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5" name="Google Shape;1665;p56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6" name="Google Shape;1666;p56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7" name="Google Shape;1667;p56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8" name="Google Shape;1668;p56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9" name="Google Shape;1669;p56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0" name="Google Shape;1670;p56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1" name="Google Shape;1671;p56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2" name="Google Shape;1672;p56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3" name="Google Shape;1673;p56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4" name="Google Shape;1674;p56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5" name="Google Shape;1675;p56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6" name="Google Shape;1676;p56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7" name="Google Shape;1677;p56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8" name="Google Shape;1678;p56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9" name="Google Shape;1679;p56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0" name="Google Shape;1680;p56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1" name="Google Shape;1681;p56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2" name="Google Shape;1682;p56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3" name="Google Shape;1683;p56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4" name="Google Shape;1684;p56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5" name="Google Shape;1685;p56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6" name="Google Shape;1686;p56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7" name="Google Shape;1687;p56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8" name="Google Shape;1688;p56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9" name="Google Shape;1689;p56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0" name="Google Shape;1690;p56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1" name="Google Shape;1691;p56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2" name="Google Shape;1692;p56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3" name="Google Shape;1693;p56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4" name="Google Shape;1694;p56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5" name="Google Shape;1695;p56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6" name="Google Shape;1696;p56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7" name="Google Shape;1697;p56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8" name="Google Shape;1698;p56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9" name="Google Shape;1699;p56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0" name="Google Shape;1700;p56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1" name="Google Shape;1701;p56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2" name="Google Shape;1702;p56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3" name="Google Shape;1703;p56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4" name="Google Shape;1704;p56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5" name="Google Shape;1705;p56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6" name="Google Shape;1706;p56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7" name="Google Shape;1707;p56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8" name="Google Shape;1708;p56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9" name="Google Shape;1709;p56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0" name="Google Shape;1710;p56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1" name="Google Shape;1711;p56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2" name="Google Shape;1712;p56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3" name="Google Shape;1713;p56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4" name="Google Shape;1714;p56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5" name="Google Shape;1715;p56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6" name="Google Shape;1716;p56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7" name="Google Shape;1717;p56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8" name="Google Shape;1718;p56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9" name="Google Shape;1719;p56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0" name="Google Shape;1720;p56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1" name="Google Shape;1721;p56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2" name="Google Shape;1722;p56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3" name="Google Shape;1723;p56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4" name="Google Shape;1724;p56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5" name="Google Shape;1725;p56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6" name="Google Shape;1726;p56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7" name="Google Shape;1727;p56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8" name="Google Shape;1728;p56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9" name="Google Shape;1729;p56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0" name="Google Shape;1730;p56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1" name="Google Shape;1731;p56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2" name="Google Shape;1732;p56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3" name="Google Shape;1733;p56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4" name="Google Shape;1734;p56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5" name="Google Shape;1735;p56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6" name="Google Shape;1736;p56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7" name="Google Shape;1737;p56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8" name="Google Shape;1738;p56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39" name="Google Shape;1739;p56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grpSp>
        <p:nvGrpSpPr>
          <p:cNvPr id="1740" name="Google Shape;1740;p56"/>
          <p:cNvGrpSpPr/>
          <p:nvPr/>
        </p:nvGrpSpPr>
        <p:grpSpPr>
          <a:xfrm>
            <a:off x="2298156" y="4651367"/>
            <a:ext cx="4547874" cy="491789"/>
            <a:chOff x="122000" y="4884626"/>
            <a:chExt cx="8899950" cy="258877"/>
          </a:xfrm>
        </p:grpSpPr>
        <p:sp>
          <p:nvSpPr>
            <p:cNvPr id="1741" name="Google Shape;1741;p56"/>
            <p:cNvSpPr/>
            <p:nvPr/>
          </p:nvSpPr>
          <p:spPr>
            <a:xfrm>
              <a:off x="12200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2" name="Google Shape;1742;p56"/>
            <p:cNvSpPr/>
            <p:nvPr/>
          </p:nvSpPr>
          <p:spPr>
            <a:xfrm>
              <a:off x="420441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3" name="Google Shape;1743;p56"/>
            <p:cNvSpPr/>
            <p:nvPr/>
          </p:nvSpPr>
          <p:spPr>
            <a:xfrm>
              <a:off x="719241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4" name="Google Shape;1744;p56"/>
            <p:cNvSpPr/>
            <p:nvPr/>
          </p:nvSpPr>
          <p:spPr>
            <a:xfrm>
              <a:off x="1018042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5" name="Google Shape;1745;p56"/>
            <p:cNvSpPr/>
            <p:nvPr/>
          </p:nvSpPr>
          <p:spPr>
            <a:xfrm>
              <a:off x="1316483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6" name="Google Shape;1746;p56"/>
            <p:cNvSpPr/>
            <p:nvPr/>
          </p:nvSpPr>
          <p:spPr>
            <a:xfrm>
              <a:off x="1615283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7" name="Google Shape;1747;p56"/>
            <p:cNvSpPr/>
            <p:nvPr/>
          </p:nvSpPr>
          <p:spPr>
            <a:xfrm>
              <a:off x="22125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8" name="Google Shape;1748;p56"/>
            <p:cNvSpPr/>
            <p:nvPr/>
          </p:nvSpPr>
          <p:spPr>
            <a:xfrm>
              <a:off x="2809766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9" name="Google Shape;1749;p56"/>
            <p:cNvSpPr/>
            <p:nvPr/>
          </p:nvSpPr>
          <p:spPr>
            <a:xfrm>
              <a:off x="3108567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0" name="Google Shape;1750;p56"/>
            <p:cNvSpPr/>
            <p:nvPr/>
          </p:nvSpPr>
          <p:spPr>
            <a:xfrm>
              <a:off x="3407008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1" name="Google Shape;1751;p56"/>
            <p:cNvSpPr/>
            <p:nvPr/>
          </p:nvSpPr>
          <p:spPr>
            <a:xfrm>
              <a:off x="3705808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2" name="Google Shape;1752;p56"/>
            <p:cNvSpPr/>
            <p:nvPr/>
          </p:nvSpPr>
          <p:spPr>
            <a:xfrm>
              <a:off x="4004609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3" name="Google Shape;1753;p56"/>
            <p:cNvSpPr/>
            <p:nvPr/>
          </p:nvSpPr>
          <p:spPr>
            <a:xfrm>
              <a:off x="4303050" y="4917447"/>
              <a:ext cx="239400" cy="22605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4" name="Google Shape;1754;p56"/>
            <p:cNvSpPr/>
            <p:nvPr/>
          </p:nvSpPr>
          <p:spPr>
            <a:xfrm>
              <a:off x="1914084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5" name="Google Shape;1755;p56"/>
            <p:cNvSpPr/>
            <p:nvPr/>
          </p:nvSpPr>
          <p:spPr>
            <a:xfrm>
              <a:off x="2510966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6" name="Google Shape;1756;p56"/>
            <p:cNvSpPr/>
            <p:nvPr/>
          </p:nvSpPr>
          <p:spPr>
            <a:xfrm flipH="1">
              <a:off x="878255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7" name="Google Shape;1757;p56"/>
            <p:cNvSpPr/>
            <p:nvPr/>
          </p:nvSpPr>
          <p:spPr>
            <a:xfrm flipH="1">
              <a:off x="8484109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8" name="Google Shape;1758;p56"/>
            <p:cNvSpPr/>
            <p:nvPr/>
          </p:nvSpPr>
          <p:spPr>
            <a:xfrm flipH="1">
              <a:off x="8185309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9" name="Google Shape;1759;p56"/>
            <p:cNvSpPr/>
            <p:nvPr/>
          </p:nvSpPr>
          <p:spPr>
            <a:xfrm flipH="1">
              <a:off x="7886508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0" name="Google Shape;1760;p56"/>
            <p:cNvSpPr/>
            <p:nvPr/>
          </p:nvSpPr>
          <p:spPr>
            <a:xfrm flipH="1">
              <a:off x="7587707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1" name="Google Shape;1761;p56"/>
            <p:cNvSpPr/>
            <p:nvPr/>
          </p:nvSpPr>
          <p:spPr>
            <a:xfrm flipH="1">
              <a:off x="7289267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2" name="Google Shape;1762;p56"/>
            <p:cNvSpPr/>
            <p:nvPr/>
          </p:nvSpPr>
          <p:spPr>
            <a:xfrm flipH="1">
              <a:off x="66920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3" name="Google Shape;1763;p56"/>
            <p:cNvSpPr/>
            <p:nvPr/>
          </p:nvSpPr>
          <p:spPr>
            <a:xfrm flipH="1">
              <a:off x="6094784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4" name="Google Shape;1764;p56"/>
            <p:cNvSpPr/>
            <p:nvPr/>
          </p:nvSpPr>
          <p:spPr>
            <a:xfrm flipH="1">
              <a:off x="5795983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5" name="Google Shape;1765;p56"/>
            <p:cNvSpPr/>
            <p:nvPr/>
          </p:nvSpPr>
          <p:spPr>
            <a:xfrm flipH="1">
              <a:off x="5497542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6" name="Google Shape;1766;p56"/>
            <p:cNvSpPr/>
            <p:nvPr/>
          </p:nvSpPr>
          <p:spPr>
            <a:xfrm flipH="1">
              <a:off x="5198742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7" name="Google Shape;1767;p56"/>
            <p:cNvSpPr/>
            <p:nvPr/>
          </p:nvSpPr>
          <p:spPr>
            <a:xfrm flipH="1">
              <a:off x="4899941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8" name="Google Shape;1768;p56"/>
            <p:cNvSpPr/>
            <p:nvPr/>
          </p:nvSpPr>
          <p:spPr>
            <a:xfrm flipH="1">
              <a:off x="4601500" y="4884626"/>
              <a:ext cx="239400" cy="25887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9" name="Google Shape;1769;p56"/>
            <p:cNvSpPr/>
            <p:nvPr/>
          </p:nvSpPr>
          <p:spPr>
            <a:xfrm flipH="1">
              <a:off x="6990466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0" name="Google Shape;1770;p56"/>
            <p:cNvSpPr/>
            <p:nvPr/>
          </p:nvSpPr>
          <p:spPr>
            <a:xfrm flipH="1">
              <a:off x="6393584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771" name="Google Shape;1771;p56"/>
          <p:cNvGrpSpPr/>
          <p:nvPr/>
        </p:nvGrpSpPr>
        <p:grpSpPr>
          <a:xfrm>
            <a:off x="2297975" y="4848940"/>
            <a:ext cx="4547874" cy="294550"/>
            <a:chOff x="122000" y="4884626"/>
            <a:chExt cx="8899950" cy="258877"/>
          </a:xfrm>
        </p:grpSpPr>
        <p:sp>
          <p:nvSpPr>
            <p:cNvPr id="1772" name="Google Shape;1772;p56"/>
            <p:cNvSpPr/>
            <p:nvPr/>
          </p:nvSpPr>
          <p:spPr>
            <a:xfrm>
              <a:off x="12200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3" name="Google Shape;1773;p56"/>
            <p:cNvSpPr/>
            <p:nvPr/>
          </p:nvSpPr>
          <p:spPr>
            <a:xfrm>
              <a:off x="420441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4" name="Google Shape;1774;p56"/>
            <p:cNvSpPr/>
            <p:nvPr/>
          </p:nvSpPr>
          <p:spPr>
            <a:xfrm>
              <a:off x="719241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5" name="Google Shape;1775;p56"/>
            <p:cNvSpPr/>
            <p:nvPr/>
          </p:nvSpPr>
          <p:spPr>
            <a:xfrm>
              <a:off x="1018042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6" name="Google Shape;1776;p56"/>
            <p:cNvSpPr/>
            <p:nvPr/>
          </p:nvSpPr>
          <p:spPr>
            <a:xfrm>
              <a:off x="1316483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7" name="Google Shape;1777;p56"/>
            <p:cNvSpPr/>
            <p:nvPr/>
          </p:nvSpPr>
          <p:spPr>
            <a:xfrm>
              <a:off x="1615283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8" name="Google Shape;1778;p56"/>
            <p:cNvSpPr/>
            <p:nvPr/>
          </p:nvSpPr>
          <p:spPr>
            <a:xfrm>
              <a:off x="22125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9" name="Google Shape;1779;p56"/>
            <p:cNvSpPr/>
            <p:nvPr/>
          </p:nvSpPr>
          <p:spPr>
            <a:xfrm>
              <a:off x="2809766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0" name="Google Shape;1780;p56"/>
            <p:cNvSpPr/>
            <p:nvPr/>
          </p:nvSpPr>
          <p:spPr>
            <a:xfrm>
              <a:off x="3108567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1" name="Google Shape;1781;p56"/>
            <p:cNvSpPr/>
            <p:nvPr/>
          </p:nvSpPr>
          <p:spPr>
            <a:xfrm>
              <a:off x="3407008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2" name="Google Shape;1782;p56"/>
            <p:cNvSpPr/>
            <p:nvPr/>
          </p:nvSpPr>
          <p:spPr>
            <a:xfrm>
              <a:off x="3705808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3" name="Google Shape;1783;p56"/>
            <p:cNvSpPr/>
            <p:nvPr/>
          </p:nvSpPr>
          <p:spPr>
            <a:xfrm>
              <a:off x="4004609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4" name="Google Shape;1784;p56"/>
            <p:cNvSpPr/>
            <p:nvPr/>
          </p:nvSpPr>
          <p:spPr>
            <a:xfrm>
              <a:off x="4303050" y="4917447"/>
              <a:ext cx="239400" cy="22605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5" name="Google Shape;1785;p56"/>
            <p:cNvSpPr/>
            <p:nvPr/>
          </p:nvSpPr>
          <p:spPr>
            <a:xfrm>
              <a:off x="1914084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6" name="Google Shape;1786;p56"/>
            <p:cNvSpPr/>
            <p:nvPr/>
          </p:nvSpPr>
          <p:spPr>
            <a:xfrm>
              <a:off x="2510966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7" name="Google Shape;1787;p56"/>
            <p:cNvSpPr/>
            <p:nvPr/>
          </p:nvSpPr>
          <p:spPr>
            <a:xfrm flipH="1">
              <a:off x="878255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8" name="Google Shape;1788;p56"/>
            <p:cNvSpPr/>
            <p:nvPr/>
          </p:nvSpPr>
          <p:spPr>
            <a:xfrm flipH="1">
              <a:off x="8484109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89" name="Google Shape;1789;p56"/>
            <p:cNvSpPr/>
            <p:nvPr/>
          </p:nvSpPr>
          <p:spPr>
            <a:xfrm flipH="1">
              <a:off x="8185309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0" name="Google Shape;1790;p56"/>
            <p:cNvSpPr/>
            <p:nvPr/>
          </p:nvSpPr>
          <p:spPr>
            <a:xfrm flipH="1">
              <a:off x="7886508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1" name="Google Shape;1791;p56"/>
            <p:cNvSpPr/>
            <p:nvPr/>
          </p:nvSpPr>
          <p:spPr>
            <a:xfrm flipH="1">
              <a:off x="7587707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2" name="Google Shape;1792;p56"/>
            <p:cNvSpPr/>
            <p:nvPr/>
          </p:nvSpPr>
          <p:spPr>
            <a:xfrm flipH="1">
              <a:off x="7289267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3" name="Google Shape;1793;p56"/>
            <p:cNvSpPr/>
            <p:nvPr/>
          </p:nvSpPr>
          <p:spPr>
            <a:xfrm flipH="1">
              <a:off x="66920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4" name="Google Shape;1794;p56"/>
            <p:cNvSpPr/>
            <p:nvPr/>
          </p:nvSpPr>
          <p:spPr>
            <a:xfrm flipH="1">
              <a:off x="6094784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5" name="Google Shape;1795;p56"/>
            <p:cNvSpPr/>
            <p:nvPr/>
          </p:nvSpPr>
          <p:spPr>
            <a:xfrm flipH="1">
              <a:off x="5795983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6" name="Google Shape;1796;p56"/>
            <p:cNvSpPr/>
            <p:nvPr/>
          </p:nvSpPr>
          <p:spPr>
            <a:xfrm flipH="1">
              <a:off x="5497542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7" name="Google Shape;1797;p56"/>
            <p:cNvSpPr/>
            <p:nvPr/>
          </p:nvSpPr>
          <p:spPr>
            <a:xfrm flipH="1">
              <a:off x="5198742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8" name="Google Shape;1798;p56"/>
            <p:cNvSpPr/>
            <p:nvPr/>
          </p:nvSpPr>
          <p:spPr>
            <a:xfrm flipH="1">
              <a:off x="4899941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99" name="Google Shape;1799;p56"/>
            <p:cNvSpPr/>
            <p:nvPr/>
          </p:nvSpPr>
          <p:spPr>
            <a:xfrm flipH="1">
              <a:off x="4601500" y="4884626"/>
              <a:ext cx="239400" cy="25887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0" name="Google Shape;1800;p56"/>
            <p:cNvSpPr/>
            <p:nvPr/>
          </p:nvSpPr>
          <p:spPr>
            <a:xfrm flipH="1">
              <a:off x="6990466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1" name="Google Shape;1801;p56"/>
            <p:cNvSpPr/>
            <p:nvPr/>
          </p:nvSpPr>
          <p:spPr>
            <a:xfrm flipH="1">
              <a:off x="6393584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6">
    <p:spTree>
      <p:nvGrpSpPr>
        <p:cNvPr id="1802" name="Shape 1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3" name="Google Shape;1803;p57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1804" name="Google Shape;1804;p57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5" name="Google Shape;1805;p57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6" name="Google Shape;1806;p57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7" name="Google Shape;1807;p57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8" name="Google Shape;1808;p57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09" name="Google Shape;1809;p57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0" name="Google Shape;1810;p57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1" name="Google Shape;1811;p57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2" name="Google Shape;1812;p57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3" name="Google Shape;1813;p57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4" name="Google Shape;1814;p57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5" name="Google Shape;1815;p57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6" name="Google Shape;1816;p57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7" name="Google Shape;1817;p57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8" name="Google Shape;1818;p57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19" name="Google Shape;1819;p57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0" name="Google Shape;1820;p57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1" name="Google Shape;1821;p57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2" name="Google Shape;1822;p57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3" name="Google Shape;1823;p57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4" name="Google Shape;1824;p57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5" name="Google Shape;1825;p57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6" name="Google Shape;1826;p57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7" name="Google Shape;1827;p57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8" name="Google Shape;1828;p57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29" name="Google Shape;1829;p57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0" name="Google Shape;1830;p57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1" name="Google Shape;1831;p57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2" name="Google Shape;1832;p57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3" name="Google Shape;1833;p57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4" name="Google Shape;1834;p57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5" name="Google Shape;1835;p57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6" name="Google Shape;1836;p57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7" name="Google Shape;1837;p57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8" name="Google Shape;1838;p57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39" name="Google Shape;1839;p57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0" name="Google Shape;1840;p57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1" name="Google Shape;1841;p57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2" name="Google Shape;1842;p57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3" name="Google Shape;1843;p57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4" name="Google Shape;1844;p57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5" name="Google Shape;1845;p57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6" name="Google Shape;1846;p57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7" name="Google Shape;1847;p57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8" name="Google Shape;1848;p57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49" name="Google Shape;1849;p57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0" name="Google Shape;1850;p57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1" name="Google Shape;1851;p57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2" name="Google Shape;1852;p57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3" name="Google Shape;1853;p57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4" name="Google Shape;1854;p57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5" name="Google Shape;1855;p57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6" name="Google Shape;1856;p57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7" name="Google Shape;1857;p57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8" name="Google Shape;1858;p57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9" name="Google Shape;1859;p57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0" name="Google Shape;1860;p57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1" name="Google Shape;1861;p57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2" name="Google Shape;1862;p57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3" name="Google Shape;1863;p57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4" name="Google Shape;1864;p57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5" name="Google Shape;1865;p57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6" name="Google Shape;1866;p57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7" name="Google Shape;1867;p57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8" name="Google Shape;1868;p57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9" name="Google Shape;1869;p57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0" name="Google Shape;1870;p57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1" name="Google Shape;1871;p57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2" name="Google Shape;1872;p57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3" name="Google Shape;1873;p57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4" name="Google Shape;1874;p57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5" name="Google Shape;1875;p57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6" name="Google Shape;1876;p57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7" name="Google Shape;1877;p57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8" name="Google Shape;1878;p57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9" name="Google Shape;1879;p57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0" name="Google Shape;1880;p57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1" name="Google Shape;1881;p57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2" name="Google Shape;1882;p57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3" name="Google Shape;1883;p57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4" name="Google Shape;1884;p57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5" name="Google Shape;1885;p57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6" name="Google Shape;1886;p57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7" name="Google Shape;1887;p57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8" name="Google Shape;1888;p57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9" name="Google Shape;1889;p57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0" name="Google Shape;1890;p57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1" name="Google Shape;1891;p57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2" name="Google Shape;1892;p57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3" name="Google Shape;1893;p57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4" name="Google Shape;1894;p57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5" name="Google Shape;1895;p57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96" name="Google Shape;1896;p57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97" name="Google Shape;1897;p57"/>
          <p:cNvSpPr txBox="1"/>
          <p:nvPr>
            <p:ph idx="1" type="subTitle"/>
          </p:nvPr>
        </p:nvSpPr>
        <p:spPr>
          <a:xfrm>
            <a:off x="720049" y="1908125"/>
            <a:ext cx="2379000" cy="19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8" name="Google Shape;1898;p57"/>
          <p:cNvSpPr txBox="1"/>
          <p:nvPr>
            <p:ph idx="2" type="subTitle"/>
          </p:nvPr>
        </p:nvSpPr>
        <p:spPr>
          <a:xfrm>
            <a:off x="3382483" y="1908125"/>
            <a:ext cx="2379000" cy="19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9" name="Google Shape;1899;p57"/>
          <p:cNvSpPr txBox="1"/>
          <p:nvPr>
            <p:ph idx="3" type="subTitle"/>
          </p:nvPr>
        </p:nvSpPr>
        <p:spPr>
          <a:xfrm>
            <a:off x="6044949" y="1908125"/>
            <a:ext cx="2379000" cy="198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0" name="Google Shape;1900;p57"/>
          <p:cNvSpPr txBox="1"/>
          <p:nvPr>
            <p:ph idx="4" type="subTitle"/>
          </p:nvPr>
        </p:nvSpPr>
        <p:spPr>
          <a:xfrm>
            <a:off x="720049" y="1411600"/>
            <a:ext cx="2379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1901" name="Google Shape;1901;p57"/>
          <p:cNvSpPr txBox="1"/>
          <p:nvPr>
            <p:ph idx="5" type="subTitle"/>
          </p:nvPr>
        </p:nvSpPr>
        <p:spPr>
          <a:xfrm>
            <a:off x="3382488" y="1411600"/>
            <a:ext cx="2379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1902" name="Google Shape;1902;p57"/>
          <p:cNvSpPr txBox="1"/>
          <p:nvPr>
            <p:ph idx="6" type="subTitle"/>
          </p:nvPr>
        </p:nvSpPr>
        <p:spPr>
          <a:xfrm>
            <a:off x="6044951" y="1411600"/>
            <a:ext cx="2379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grpSp>
        <p:nvGrpSpPr>
          <p:cNvPr id="1903" name="Google Shape;1903;p57"/>
          <p:cNvGrpSpPr/>
          <p:nvPr/>
        </p:nvGrpSpPr>
        <p:grpSpPr>
          <a:xfrm>
            <a:off x="7904645" y="4603996"/>
            <a:ext cx="1163258" cy="473963"/>
            <a:chOff x="6180480" y="488520"/>
            <a:chExt cx="1135440" cy="1313280"/>
          </a:xfrm>
        </p:grpSpPr>
        <p:sp>
          <p:nvSpPr>
            <p:cNvPr id="1904" name="Google Shape;1904;p57"/>
            <p:cNvSpPr/>
            <p:nvPr/>
          </p:nvSpPr>
          <p:spPr>
            <a:xfrm>
              <a:off x="6479280" y="1249200"/>
              <a:ext cx="90000" cy="173520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5" name="Google Shape;1905;p57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6" name="Google Shape;1906;p57"/>
            <p:cNvSpPr/>
            <p:nvPr/>
          </p:nvSpPr>
          <p:spPr>
            <a:xfrm>
              <a:off x="7076520" y="794880"/>
              <a:ext cx="90360" cy="368280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7" name="Google Shape;1907;p57"/>
            <p:cNvSpPr/>
            <p:nvPr/>
          </p:nvSpPr>
          <p:spPr>
            <a:xfrm>
              <a:off x="6927480" y="910440"/>
              <a:ext cx="90000" cy="253080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8" name="Google Shape;1908;p57"/>
            <p:cNvSpPr/>
            <p:nvPr/>
          </p:nvSpPr>
          <p:spPr>
            <a:xfrm>
              <a:off x="7225920" y="488520"/>
              <a:ext cx="90000" cy="306360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9" name="Google Shape;1909;p57"/>
            <p:cNvSpPr/>
            <p:nvPr/>
          </p:nvSpPr>
          <p:spPr>
            <a:xfrm>
              <a:off x="6778080" y="910440"/>
              <a:ext cx="90000" cy="621000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0" name="Google Shape;1910;p57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1" name="Google Shape;1911;p57"/>
            <p:cNvSpPr/>
            <p:nvPr/>
          </p:nvSpPr>
          <p:spPr>
            <a:xfrm>
              <a:off x="6628680" y="14227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12" name="Google Shape;1912;p57"/>
          <p:cNvGrpSpPr/>
          <p:nvPr/>
        </p:nvGrpSpPr>
        <p:grpSpPr>
          <a:xfrm>
            <a:off x="76201" y="4604007"/>
            <a:ext cx="1469010" cy="473974"/>
            <a:chOff x="4687560" y="1801800"/>
            <a:chExt cx="1433880" cy="1767240"/>
          </a:xfrm>
        </p:grpSpPr>
        <p:sp>
          <p:nvSpPr>
            <p:cNvPr id="1913" name="Google Shape;1913;p57"/>
            <p:cNvSpPr/>
            <p:nvPr/>
          </p:nvSpPr>
          <p:spPr>
            <a:xfrm>
              <a:off x="5135040" y="2166120"/>
              <a:ext cx="90360" cy="1294200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4" name="Google Shape;1914;p57"/>
            <p:cNvSpPr/>
            <p:nvPr/>
          </p:nvSpPr>
          <p:spPr>
            <a:xfrm>
              <a:off x="6031440" y="1801800"/>
              <a:ext cx="90000" cy="1096920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5" name="Google Shape;1915;p57"/>
            <p:cNvSpPr/>
            <p:nvPr/>
          </p:nvSpPr>
          <p:spPr>
            <a:xfrm>
              <a:off x="5433840" y="2706120"/>
              <a:ext cx="90000" cy="754200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6" name="Google Shape;1916;p57"/>
            <p:cNvSpPr/>
            <p:nvPr/>
          </p:nvSpPr>
          <p:spPr>
            <a:xfrm>
              <a:off x="4986000" y="2166120"/>
              <a:ext cx="90360" cy="792720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7" name="Google Shape;1917;p57"/>
            <p:cNvSpPr/>
            <p:nvPr/>
          </p:nvSpPr>
          <p:spPr>
            <a:xfrm>
              <a:off x="5732640" y="2050560"/>
              <a:ext cx="90000" cy="347040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8" name="Google Shape;1918;p57"/>
            <p:cNvSpPr/>
            <p:nvPr/>
          </p:nvSpPr>
          <p:spPr>
            <a:xfrm>
              <a:off x="5882040" y="2397600"/>
              <a:ext cx="90000" cy="501120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9" name="Google Shape;1919;p57"/>
            <p:cNvSpPr/>
            <p:nvPr/>
          </p:nvSpPr>
          <p:spPr>
            <a:xfrm>
              <a:off x="4687560" y="3133800"/>
              <a:ext cx="90000" cy="420840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0" name="Google Shape;1920;p57"/>
            <p:cNvSpPr/>
            <p:nvPr/>
          </p:nvSpPr>
          <p:spPr>
            <a:xfrm>
              <a:off x="4836960" y="2959200"/>
              <a:ext cx="90000" cy="174600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1" name="Google Shape;1921;p57"/>
            <p:cNvSpPr/>
            <p:nvPr/>
          </p:nvSpPr>
          <p:spPr>
            <a:xfrm>
              <a:off x="5583240" y="2050560"/>
              <a:ext cx="90000" cy="655920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2" name="Google Shape;1922;p57"/>
            <p:cNvSpPr/>
            <p:nvPr/>
          </p:nvSpPr>
          <p:spPr>
            <a:xfrm>
              <a:off x="5284440" y="34603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3_1">
    <p:spTree>
      <p:nvGrpSpPr>
        <p:cNvPr id="1923" name="Shape 1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4" name="Google Shape;1924;p58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1925" name="Google Shape;1925;p58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6" name="Google Shape;1926;p58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7" name="Google Shape;1927;p58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8" name="Google Shape;1928;p58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9" name="Google Shape;1929;p58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0" name="Google Shape;1930;p58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1" name="Google Shape;1931;p58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2" name="Google Shape;1932;p58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3" name="Google Shape;1933;p58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4" name="Google Shape;1934;p58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5" name="Google Shape;1935;p58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6" name="Google Shape;1936;p58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7" name="Google Shape;1937;p58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8" name="Google Shape;1938;p58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9" name="Google Shape;1939;p58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0" name="Google Shape;1940;p58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1" name="Google Shape;1941;p58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2" name="Google Shape;1942;p58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3" name="Google Shape;1943;p58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4" name="Google Shape;1944;p58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5" name="Google Shape;1945;p58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6" name="Google Shape;1946;p58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7" name="Google Shape;1947;p58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8" name="Google Shape;1948;p58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9" name="Google Shape;1949;p58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0" name="Google Shape;1950;p58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1" name="Google Shape;1951;p58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2" name="Google Shape;1952;p58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3" name="Google Shape;1953;p58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4" name="Google Shape;1954;p58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5" name="Google Shape;1955;p58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6" name="Google Shape;1956;p58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7" name="Google Shape;1957;p58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8" name="Google Shape;1958;p58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9" name="Google Shape;1959;p58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0" name="Google Shape;1960;p58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1" name="Google Shape;1961;p58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2" name="Google Shape;1962;p58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3" name="Google Shape;1963;p58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4" name="Google Shape;1964;p58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5" name="Google Shape;1965;p58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6" name="Google Shape;1966;p58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58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58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9" name="Google Shape;1969;p58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0" name="Google Shape;1970;p58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58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58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3" name="Google Shape;1973;p58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4" name="Google Shape;1974;p58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58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58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7" name="Google Shape;1977;p58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8" name="Google Shape;1978;p58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58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58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1" name="Google Shape;1981;p58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2" name="Google Shape;1982;p58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58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58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5" name="Google Shape;1985;p58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6" name="Google Shape;1986;p58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58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58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9" name="Google Shape;1989;p58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0" name="Google Shape;1990;p58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58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58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3" name="Google Shape;1993;p58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4" name="Google Shape;1994;p58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58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58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7" name="Google Shape;1997;p58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8" name="Google Shape;1998;p58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58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58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1" name="Google Shape;2001;p58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2" name="Google Shape;2002;p58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58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58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5" name="Google Shape;2005;p58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6" name="Google Shape;2006;p58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58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58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9" name="Google Shape;2009;p58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0" name="Google Shape;2010;p58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1" name="Google Shape;2011;p58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2" name="Google Shape;2012;p58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3" name="Google Shape;2013;p58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4" name="Google Shape;2014;p58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5" name="Google Shape;2015;p58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16" name="Google Shape;2016;p58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17" name="Google Shape;2017;p58"/>
          <p:cNvSpPr txBox="1"/>
          <p:nvPr>
            <p:ph type="title"/>
          </p:nvPr>
        </p:nvSpPr>
        <p:spPr>
          <a:xfrm>
            <a:off x="3561175" y="539500"/>
            <a:ext cx="4869600" cy="11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70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18" name="Google Shape;2018;p58"/>
          <p:cNvSpPr txBox="1"/>
          <p:nvPr>
            <p:ph idx="1" type="subTitle"/>
          </p:nvPr>
        </p:nvSpPr>
        <p:spPr>
          <a:xfrm>
            <a:off x="3561175" y="1765250"/>
            <a:ext cx="4869600" cy="11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9" name="Google Shape;2019;p58"/>
          <p:cNvSpPr txBox="1"/>
          <p:nvPr/>
        </p:nvSpPr>
        <p:spPr>
          <a:xfrm>
            <a:off x="3561175" y="3840550"/>
            <a:ext cx="4869600" cy="55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CREDITS:</a:t>
            </a:r>
            <a:r>
              <a:rPr b="0" i="0" lang="en" sz="1200" u="none" cap="none" strike="noStrik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This presentation template was created by </a:t>
            </a:r>
            <a:r>
              <a:rPr b="1" i="0" lang="en" sz="1200" u="sng" cap="none" strike="noStrik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b="0" i="0" lang="en" sz="1200" u="none" cap="none" strike="noStrik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, and includes icons by </a:t>
            </a:r>
            <a:r>
              <a:rPr b="1" i="0" lang="en" sz="1200" u="sng" cap="none" strike="noStrik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b="0" i="0" lang="en" sz="1200" u="none" cap="none" strike="noStrik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, and infographics &amp; images by </a:t>
            </a:r>
            <a:r>
              <a:rPr b="1" i="0" lang="en" sz="1200" u="sng" cap="none" strike="noStrik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0" i="0" lang="en" sz="1200" u="sng" cap="none" strike="noStrike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b="1" i="0" sz="1200" u="sng" cap="none" strike="noStrike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grpSp>
        <p:nvGrpSpPr>
          <p:cNvPr id="2020" name="Google Shape;2020;p58"/>
          <p:cNvGrpSpPr/>
          <p:nvPr/>
        </p:nvGrpSpPr>
        <p:grpSpPr>
          <a:xfrm rot="10800000">
            <a:off x="8690758" y="539499"/>
            <a:ext cx="453232" cy="4057298"/>
            <a:chOff x="-18" y="539500"/>
            <a:chExt cx="453232" cy="4057298"/>
          </a:xfrm>
        </p:grpSpPr>
        <p:sp>
          <p:nvSpPr>
            <p:cNvPr id="2021" name="Google Shape;2021;p58"/>
            <p:cNvSpPr/>
            <p:nvPr/>
          </p:nvSpPr>
          <p:spPr>
            <a:xfrm rot="5400000">
              <a:off x="53069" y="1582766"/>
              <a:ext cx="82937" cy="189109"/>
            </a:xfrm>
            <a:custGeom>
              <a:rect b="b" l="l" r="r" t="t"/>
              <a:pathLst>
                <a:path extrusionOk="0" h="1500" w="251">
                  <a:moveTo>
                    <a:pt x="0" y="0"/>
                  </a:moveTo>
                  <a:lnTo>
                    <a:pt x="251" y="0"/>
                  </a:lnTo>
                  <a:lnTo>
                    <a:pt x="251" y="1500"/>
                  </a:lnTo>
                  <a:lnTo>
                    <a:pt x="0" y="1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2" name="Google Shape;2022;p58"/>
            <p:cNvSpPr/>
            <p:nvPr/>
          </p:nvSpPr>
          <p:spPr>
            <a:xfrm rot="5400000">
              <a:off x="127680" y="1919535"/>
              <a:ext cx="82606" cy="338000"/>
            </a:xfrm>
            <a:custGeom>
              <a:rect b="b" l="l" r="r" t="t"/>
              <a:pathLst>
                <a:path extrusionOk="0" h="2681" w="250">
                  <a:moveTo>
                    <a:pt x="0" y="0"/>
                  </a:moveTo>
                  <a:lnTo>
                    <a:pt x="250" y="0"/>
                  </a:lnTo>
                  <a:lnTo>
                    <a:pt x="250" y="2681"/>
                  </a:lnTo>
                  <a:lnTo>
                    <a:pt x="0" y="2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3" name="Google Shape;2023;p58"/>
            <p:cNvSpPr/>
            <p:nvPr/>
          </p:nvSpPr>
          <p:spPr>
            <a:xfrm rot="5400000">
              <a:off x="185130" y="2409932"/>
              <a:ext cx="82937" cy="453231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4" name="Google Shape;2024;p58"/>
            <p:cNvSpPr/>
            <p:nvPr/>
          </p:nvSpPr>
          <p:spPr>
            <a:xfrm rot="5400000">
              <a:off x="150752" y="3267071"/>
              <a:ext cx="82606" cy="384143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5" name="Google Shape;2025;p58"/>
            <p:cNvSpPr/>
            <p:nvPr/>
          </p:nvSpPr>
          <p:spPr>
            <a:xfrm rot="5400000">
              <a:off x="90741" y="2778574"/>
              <a:ext cx="82606" cy="264122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6" name="Google Shape;2026;p58"/>
            <p:cNvSpPr/>
            <p:nvPr/>
          </p:nvSpPr>
          <p:spPr>
            <a:xfrm rot="5400000">
              <a:off x="32370" y="1466670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7" name="Google Shape;2027;p58"/>
            <p:cNvSpPr/>
            <p:nvPr/>
          </p:nvSpPr>
          <p:spPr>
            <a:xfrm rot="5400000">
              <a:off x="32306" y="1877783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8" name="Google Shape;2028;p58"/>
            <p:cNvSpPr/>
            <p:nvPr/>
          </p:nvSpPr>
          <p:spPr>
            <a:xfrm rot="5400000">
              <a:off x="97321" y="2360945"/>
              <a:ext cx="82937" cy="277612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29" name="Google Shape;2029;p58"/>
            <p:cNvSpPr/>
            <p:nvPr/>
          </p:nvSpPr>
          <p:spPr>
            <a:xfrm rot="5400000">
              <a:off x="19447" y="3124122"/>
              <a:ext cx="82606" cy="121534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0" name="Google Shape;2030;p58"/>
            <p:cNvSpPr/>
            <p:nvPr/>
          </p:nvSpPr>
          <p:spPr>
            <a:xfrm rot="5400000">
              <a:off x="-10936" y="3839808"/>
              <a:ext cx="82606" cy="60767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1" name="Google Shape;2031;p58"/>
            <p:cNvSpPr/>
            <p:nvPr/>
          </p:nvSpPr>
          <p:spPr>
            <a:xfrm rot="5400000">
              <a:off x="36404" y="3655341"/>
              <a:ext cx="82606" cy="155447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2" name="Google Shape;2032;p58"/>
            <p:cNvSpPr/>
            <p:nvPr/>
          </p:nvSpPr>
          <p:spPr>
            <a:xfrm rot="5400000">
              <a:off x="23001" y="4354047"/>
              <a:ext cx="82937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3" name="Google Shape;2033;p58"/>
            <p:cNvSpPr/>
            <p:nvPr/>
          </p:nvSpPr>
          <p:spPr>
            <a:xfrm rot="5400000">
              <a:off x="2995" y="4237257"/>
              <a:ext cx="82606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4" name="Google Shape;2034;p58"/>
            <p:cNvSpPr/>
            <p:nvPr/>
          </p:nvSpPr>
          <p:spPr>
            <a:xfrm rot="5400000">
              <a:off x="12324" y="4501851"/>
              <a:ext cx="82606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5" name="Google Shape;2035;p58"/>
            <p:cNvSpPr/>
            <p:nvPr/>
          </p:nvSpPr>
          <p:spPr>
            <a:xfrm rot="5400000">
              <a:off x="67418" y="4035708"/>
              <a:ext cx="82606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6" name="Google Shape;2036;p58"/>
            <p:cNvSpPr/>
            <p:nvPr/>
          </p:nvSpPr>
          <p:spPr>
            <a:xfrm rot="5400000">
              <a:off x="46427" y="3234269"/>
              <a:ext cx="82606" cy="175493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7" name="Google Shape;2037;p58"/>
            <p:cNvSpPr/>
            <p:nvPr/>
          </p:nvSpPr>
          <p:spPr>
            <a:xfrm rot="5400000">
              <a:off x="32370" y="2151973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8" name="Google Shape;2038;p58"/>
            <p:cNvSpPr/>
            <p:nvPr/>
          </p:nvSpPr>
          <p:spPr>
            <a:xfrm rot="5400000">
              <a:off x="32306" y="1192479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39" name="Google Shape;2039;p58"/>
            <p:cNvSpPr/>
            <p:nvPr/>
          </p:nvSpPr>
          <p:spPr>
            <a:xfrm rot="5400000">
              <a:off x="6777" y="943756"/>
              <a:ext cx="82606" cy="96193"/>
            </a:xfrm>
            <a:custGeom>
              <a:rect b="b" l="l" r="r" t="t"/>
              <a:pathLst>
                <a:path extrusionOk="0" h="763" w="250">
                  <a:moveTo>
                    <a:pt x="0" y="0"/>
                  </a:moveTo>
                  <a:lnTo>
                    <a:pt x="250" y="0"/>
                  </a:lnTo>
                  <a:lnTo>
                    <a:pt x="250" y="763"/>
                  </a:lnTo>
                  <a:lnTo>
                    <a:pt x="0" y="7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0" name="Google Shape;2040;p58"/>
            <p:cNvSpPr/>
            <p:nvPr/>
          </p:nvSpPr>
          <p:spPr>
            <a:xfrm rot="5400000">
              <a:off x="6549" y="669730"/>
              <a:ext cx="82937" cy="96067"/>
            </a:xfrm>
            <a:custGeom>
              <a:rect b="b" l="l" r="r" t="t"/>
              <a:pathLst>
                <a:path extrusionOk="0" h="762" w="251">
                  <a:moveTo>
                    <a:pt x="0" y="0"/>
                  </a:moveTo>
                  <a:lnTo>
                    <a:pt x="251" y="0"/>
                  </a:lnTo>
                  <a:lnTo>
                    <a:pt x="251" y="762"/>
                  </a:ln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1" name="Google Shape;2041;p58"/>
            <p:cNvSpPr/>
            <p:nvPr/>
          </p:nvSpPr>
          <p:spPr>
            <a:xfrm rot="5400000">
              <a:off x="38988" y="774417"/>
              <a:ext cx="82606" cy="160616"/>
            </a:xfrm>
            <a:custGeom>
              <a:rect b="b" l="l" r="r" t="t"/>
              <a:pathLst>
                <a:path extrusionOk="0" h="1274" w="250">
                  <a:moveTo>
                    <a:pt x="0" y="0"/>
                  </a:moveTo>
                  <a:lnTo>
                    <a:pt x="250" y="0"/>
                  </a:lnTo>
                  <a:lnTo>
                    <a:pt x="250" y="1274"/>
                  </a:lnTo>
                  <a:lnTo>
                    <a:pt x="0" y="1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2" name="Google Shape;2042;p58"/>
            <p:cNvSpPr/>
            <p:nvPr/>
          </p:nvSpPr>
          <p:spPr>
            <a:xfrm rot="5400000">
              <a:off x="-10747" y="1372660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3" name="Google Shape;2043;p58"/>
            <p:cNvSpPr/>
            <p:nvPr/>
          </p:nvSpPr>
          <p:spPr>
            <a:xfrm rot="5400000">
              <a:off x="-10912" y="1783875"/>
              <a:ext cx="82937" cy="61145"/>
            </a:xfrm>
            <a:custGeom>
              <a:rect b="b" l="l" r="r" t="t"/>
              <a:pathLst>
                <a:path extrusionOk="0" h="485" w="251">
                  <a:moveTo>
                    <a:pt x="0" y="0"/>
                  </a:moveTo>
                  <a:lnTo>
                    <a:pt x="251" y="0"/>
                  </a:lnTo>
                  <a:lnTo>
                    <a:pt x="251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4" name="Google Shape;2044;p58"/>
            <p:cNvSpPr/>
            <p:nvPr/>
          </p:nvSpPr>
          <p:spPr>
            <a:xfrm rot="5400000">
              <a:off x="-10747" y="2332216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5" name="Google Shape;2045;p58"/>
            <p:cNvSpPr/>
            <p:nvPr/>
          </p:nvSpPr>
          <p:spPr>
            <a:xfrm rot="5400000">
              <a:off x="73532" y="2932910"/>
              <a:ext cx="82606" cy="229704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6" name="Google Shape;2046;p58"/>
            <p:cNvSpPr/>
            <p:nvPr/>
          </p:nvSpPr>
          <p:spPr>
            <a:xfrm rot="5400000">
              <a:off x="-22283" y="2754471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7" name="Google Shape;2047;p58"/>
            <p:cNvSpPr/>
            <p:nvPr/>
          </p:nvSpPr>
          <p:spPr>
            <a:xfrm rot="5400000">
              <a:off x="-22448" y="3577067"/>
              <a:ext cx="82937" cy="38074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8" name="Google Shape;2048;p58"/>
            <p:cNvSpPr/>
            <p:nvPr/>
          </p:nvSpPr>
          <p:spPr>
            <a:xfrm rot="5400000">
              <a:off x="-22283" y="3988282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58"/>
            <p:cNvSpPr/>
            <p:nvPr/>
          </p:nvSpPr>
          <p:spPr>
            <a:xfrm rot="5400000">
              <a:off x="-26065" y="1113724"/>
              <a:ext cx="82606" cy="30510"/>
            </a:xfrm>
            <a:custGeom>
              <a:rect b="b" l="l" r="r" t="t"/>
              <a:pathLst>
                <a:path extrusionOk="0" h="242" w="250">
                  <a:moveTo>
                    <a:pt x="0" y="0"/>
                  </a:moveTo>
                  <a:lnTo>
                    <a:pt x="250" y="0"/>
                  </a:lnTo>
                  <a:lnTo>
                    <a:pt x="250" y="242"/>
                  </a:lnTo>
                  <a:lnTo>
                    <a:pt x="0" y="2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2100" lIns="90000" spcFirstLastPara="1" rIns="90000" wrap="square" tIns="421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0" name="Google Shape;2050;p58"/>
            <p:cNvSpPr/>
            <p:nvPr/>
          </p:nvSpPr>
          <p:spPr>
            <a:xfrm rot="5400000">
              <a:off x="78071" y="461412"/>
              <a:ext cx="82606" cy="238781"/>
            </a:xfrm>
            <a:custGeom>
              <a:rect b="b" l="l" r="r" t="t"/>
              <a:pathLst>
                <a:path extrusionOk="0" h="1894" w="250">
                  <a:moveTo>
                    <a:pt x="0" y="0"/>
                  </a:moveTo>
                  <a:lnTo>
                    <a:pt x="250" y="0"/>
                  </a:lnTo>
                  <a:lnTo>
                    <a:pt x="250" y="1894"/>
                  </a:lnTo>
                  <a:lnTo>
                    <a:pt x="0" y="18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5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2" name="Google Shape;2052;p62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2053" name="Google Shape;2053;p62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4" name="Google Shape;2054;p62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5" name="Google Shape;2055;p62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6" name="Google Shape;2056;p62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7" name="Google Shape;2057;p62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8" name="Google Shape;2058;p62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59" name="Google Shape;2059;p62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0" name="Google Shape;2060;p62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1" name="Google Shape;2061;p62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2" name="Google Shape;2062;p62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3" name="Google Shape;2063;p62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4" name="Google Shape;2064;p62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5" name="Google Shape;2065;p62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6" name="Google Shape;2066;p62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7" name="Google Shape;2067;p62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8" name="Google Shape;2068;p62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69" name="Google Shape;2069;p62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0" name="Google Shape;2070;p62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1" name="Google Shape;2071;p62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2" name="Google Shape;2072;p62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3" name="Google Shape;2073;p62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4" name="Google Shape;2074;p62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5" name="Google Shape;2075;p62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6" name="Google Shape;2076;p62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7" name="Google Shape;2077;p62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8" name="Google Shape;2078;p62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79" name="Google Shape;2079;p62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0" name="Google Shape;2080;p62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1" name="Google Shape;2081;p62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2" name="Google Shape;2082;p62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3" name="Google Shape;2083;p62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4" name="Google Shape;2084;p62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5" name="Google Shape;2085;p62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6" name="Google Shape;2086;p62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7" name="Google Shape;2087;p62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8" name="Google Shape;2088;p62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89" name="Google Shape;2089;p62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0" name="Google Shape;2090;p62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1" name="Google Shape;2091;p62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2" name="Google Shape;2092;p62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3" name="Google Shape;2093;p62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4" name="Google Shape;2094;p62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5" name="Google Shape;2095;p62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6" name="Google Shape;2096;p62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7" name="Google Shape;2097;p62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8" name="Google Shape;2098;p62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99" name="Google Shape;2099;p62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0" name="Google Shape;2100;p62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1" name="Google Shape;2101;p62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2" name="Google Shape;2102;p62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3" name="Google Shape;2103;p62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4" name="Google Shape;2104;p62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5" name="Google Shape;2105;p62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6" name="Google Shape;2106;p62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7" name="Google Shape;2107;p62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8" name="Google Shape;2108;p62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09" name="Google Shape;2109;p62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0" name="Google Shape;2110;p62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1" name="Google Shape;2111;p62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2" name="Google Shape;2112;p62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3" name="Google Shape;2113;p62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4" name="Google Shape;2114;p62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5" name="Google Shape;2115;p62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6" name="Google Shape;2116;p62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7" name="Google Shape;2117;p62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8" name="Google Shape;2118;p62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19" name="Google Shape;2119;p62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0" name="Google Shape;2120;p62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1" name="Google Shape;2121;p62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2" name="Google Shape;2122;p62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3" name="Google Shape;2123;p62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4" name="Google Shape;2124;p62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5" name="Google Shape;2125;p62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6" name="Google Shape;2126;p62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7" name="Google Shape;2127;p62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8" name="Google Shape;2128;p62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29" name="Google Shape;2129;p62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0" name="Google Shape;2130;p62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1" name="Google Shape;2131;p62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2" name="Google Shape;2132;p62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3" name="Google Shape;2133;p62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4" name="Google Shape;2134;p62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5" name="Google Shape;2135;p62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6" name="Google Shape;2136;p62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7" name="Google Shape;2137;p62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8" name="Google Shape;2138;p62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39" name="Google Shape;2139;p62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0" name="Google Shape;2140;p62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1" name="Google Shape;2141;p62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2" name="Google Shape;2142;p62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3" name="Google Shape;2143;p62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44" name="Google Shape;2144;p62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45" name="Google Shape;2145;p62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46" name="Google Shape;2146;p62"/>
          <p:cNvSpPr txBox="1"/>
          <p:nvPr>
            <p:ph idx="1" type="subTitle"/>
          </p:nvPr>
        </p:nvSpPr>
        <p:spPr>
          <a:xfrm>
            <a:off x="5194834" y="3542825"/>
            <a:ext cx="3229200" cy="10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147" name="Google Shape;2147;p62"/>
          <p:cNvSpPr txBox="1"/>
          <p:nvPr>
            <p:ph idx="2" type="subTitle"/>
          </p:nvPr>
        </p:nvSpPr>
        <p:spPr>
          <a:xfrm>
            <a:off x="720300" y="3542825"/>
            <a:ext cx="3229200" cy="106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 sz="1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148" name="Google Shape;2148;p62"/>
          <p:cNvSpPr txBox="1"/>
          <p:nvPr>
            <p:ph idx="3" type="subTitle"/>
          </p:nvPr>
        </p:nvSpPr>
        <p:spPr>
          <a:xfrm>
            <a:off x="5194825" y="3122525"/>
            <a:ext cx="3229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2149" name="Google Shape;2149;p62"/>
          <p:cNvSpPr txBox="1"/>
          <p:nvPr>
            <p:ph idx="4" type="subTitle"/>
          </p:nvPr>
        </p:nvSpPr>
        <p:spPr>
          <a:xfrm>
            <a:off x="720000" y="3122525"/>
            <a:ext cx="3229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Outfit ExtraBold"/>
              <a:buNone/>
              <a:defRPr b="1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150" name="Shape 2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51" name="Google Shape;2151;p63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2152" name="Google Shape;2152;p63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3" name="Google Shape;2153;p63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4" name="Google Shape;2154;p63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5" name="Google Shape;2155;p63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6" name="Google Shape;2156;p63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7" name="Google Shape;2157;p63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8" name="Google Shape;2158;p63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9" name="Google Shape;2159;p63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0" name="Google Shape;2160;p63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1" name="Google Shape;2161;p63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2" name="Google Shape;2162;p63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3" name="Google Shape;2163;p63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4" name="Google Shape;2164;p63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5" name="Google Shape;2165;p63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6" name="Google Shape;2166;p63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7" name="Google Shape;2167;p63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8" name="Google Shape;2168;p63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9" name="Google Shape;2169;p63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0" name="Google Shape;2170;p63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1" name="Google Shape;2171;p63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2" name="Google Shape;2172;p63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3" name="Google Shape;2173;p63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4" name="Google Shape;2174;p63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5" name="Google Shape;2175;p63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6" name="Google Shape;2176;p63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7" name="Google Shape;2177;p63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8" name="Google Shape;2178;p63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9" name="Google Shape;2179;p63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0" name="Google Shape;2180;p63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1" name="Google Shape;2181;p63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2" name="Google Shape;2182;p63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3" name="Google Shape;2183;p63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4" name="Google Shape;2184;p63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5" name="Google Shape;2185;p63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6" name="Google Shape;2186;p63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7" name="Google Shape;2187;p63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8" name="Google Shape;2188;p63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89" name="Google Shape;2189;p63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0" name="Google Shape;2190;p63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1" name="Google Shape;2191;p63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2" name="Google Shape;2192;p63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3" name="Google Shape;2193;p63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4" name="Google Shape;2194;p63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5" name="Google Shape;2195;p63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6" name="Google Shape;2196;p63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7" name="Google Shape;2197;p63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8" name="Google Shape;2198;p63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99" name="Google Shape;2199;p63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0" name="Google Shape;2200;p63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1" name="Google Shape;2201;p63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2" name="Google Shape;2202;p63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3" name="Google Shape;2203;p63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4" name="Google Shape;2204;p63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5" name="Google Shape;2205;p63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6" name="Google Shape;2206;p63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7" name="Google Shape;2207;p63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8" name="Google Shape;2208;p63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09" name="Google Shape;2209;p63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0" name="Google Shape;2210;p63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1" name="Google Shape;2211;p63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2" name="Google Shape;2212;p63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3" name="Google Shape;2213;p63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4" name="Google Shape;2214;p63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5" name="Google Shape;2215;p63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6" name="Google Shape;2216;p63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7" name="Google Shape;2217;p63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8" name="Google Shape;2218;p63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19" name="Google Shape;2219;p63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0" name="Google Shape;2220;p63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1" name="Google Shape;2221;p63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2" name="Google Shape;2222;p63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3" name="Google Shape;2223;p63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4" name="Google Shape;2224;p63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5" name="Google Shape;2225;p63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6" name="Google Shape;2226;p63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7" name="Google Shape;2227;p63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8" name="Google Shape;2228;p63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29" name="Google Shape;2229;p63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0" name="Google Shape;2230;p63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1" name="Google Shape;2231;p63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2" name="Google Shape;2232;p63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3" name="Google Shape;2233;p63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4" name="Google Shape;2234;p63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5" name="Google Shape;2235;p63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6" name="Google Shape;2236;p63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7" name="Google Shape;2237;p63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8" name="Google Shape;2238;p63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39" name="Google Shape;2239;p63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0" name="Google Shape;2240;p63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1" name="Google Shape;2241;p63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2" name="Google Shape;2242;p63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43" name="Google Shape;2243;p63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244" name="Google Shape;2244;p63"/>
          <p:cNvSpPr txBox="1"/>
          <p:nvPr>
            <p:ph type="title"/>
          </p:nvPr>
        </p:nvSpPr>
        <p:spPr>
          <a:xfrm>
            <a:off x="2135550" y="1655488"/>
            <a:ext cx="4872900" cy="116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6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45" name="Google Shape;2245;p63"/>
          <p:cNvSpPr txBox="1"/>
          <p:nvPr>
            <p:ph idx="1" type="subTitle"/>
          </p:nvPr>
        </p:nvSpPr>
        <p:spPr>
          <a:xfrm>
            <a:off x="2135550" y="2816913"/>
            <a:ext cx="4872900" cy="6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246" name="Shape 224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9">
    <p:spTree>
      <p:nvGrpSpPr>
        <p:cNvPr id="2247" name="Shape 2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48" name="Google Shape;2248;p65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2249" name="Google Shape;2249;p65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0" name="Google Shape;2250;p65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1" name="Google Shape;2251;p65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2" name="Google Shape;2252;p65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3" name="Google Shape;2253;p65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4" name="Google Shape;2254;p65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5" name="Google Shape;2255;p65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6" name="Google Shape;2256;p65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7" name="Google Shape;2257;p65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8" name="Google Shape;2258;p65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59" name="Google Shape;2259;p65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0" name="Google Shape;2260;p65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1" name="Google Shape;2261;p65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2" name="Google Shape;2262;p65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3" name="Google Shape;2263;p65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4" name="Google Shape;2264;p65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5" name="Google Shape;2265;p65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6" name="Google Shape;2266;p65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7" name="Google Shape;2267;p65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8" name="Google Shape;2268;p65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69" name="Google Shape;2269;p65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0" name="Google Shape;2270;p65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1" name="Google Shape;2271;p65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2" name="Google Shape;2272;p65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3" name="Google Shape;2273;p65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4" name="Google Shape;2274;p65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5" name="Google Shape;2275;p65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6" name="Google Shape;2276;p65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7" name="Google Shape;2277;p65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8" name="Google Shape;2278;p65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79" name="Google Shape;2279;p65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0" name="Google Shape;2280;p65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1" name="Google Shape;2281;p65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2" name="Google Shape;2282;p65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3" name="Google Shape;2283;p65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4" name="Google Shape;2284;p65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5" name="Google Shape;2285;p65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6" name="Google Shape;2286;p65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7" name="Google Shape;2287;p65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8" name="Google Shape;2288;p65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89" name="Google Shape;2289;p65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0" name="Google Shape;2290;p65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1" name="Google Shape;2291;p65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2" name="Google Shape;2292;p65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3" name="Google Shape;2293;p65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4" name="Google Shape;2294;p65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5" name="Google Shape;2295;p65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6" name="Google Shape;2296;p65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7" name="Google Shape;2297;p65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8" name="Google Shape;2298;p65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299" name="Google Shape;2299;p65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0" name="Google Shape;2300;p65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1" name="Google Shape;2301;p65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2" name="Google Shape;2302;p65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3" name="Google Shape;2303;p65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4" name="Google Shape;2304;p65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5" name="Google Shape;2305;p65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6" name="Google Shape;2306;p65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7" name="Google Shape;2307;p65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8" name="Google Shape;2308;p65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09" name="Google Shape;2309;p65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0" name="Google Shape;2310;p65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1" name="Google Shape;2311;p65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2" name="Google Shape;2312;p65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3" name="Google Shape;2313;p65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4" name="Google Shape;2314;p65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5" name="Google Shape;2315;p65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6" name="Google Shape;2316;p65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7" name="Google Shape;2317;p65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8" name="Google Shape;2318;p65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19" name="Google Shape;2319;p65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0" name="Google Shape;2320;p65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1" name="Google Shape;2321;p65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2" name="Google Shape;2322;p65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3" name="Google Shape;2323;p65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4" name="Google Shape;2324;p65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5" name="Google Shape;2325;p65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6" name="Google Shape;2326;p65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7" name="Google Shape;2327;p65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8" name="Google Shape;2328;p65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29" name="Google Shape;2329;p65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0" name="Google Shape;2330;p65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1" name="Google Shape;2331;p65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2" name="Google Shape;2332;p65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3" name="Google Shape;2333;p65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4" name="Google Shape;2334;p65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5" name="Google Shape;2335;p65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6" name="Google Shape;2336;p65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7" name="Google Shape;2337;p65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8" name="Google Shape;2338;p65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39" name="Google Shape;2339;p65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0" name="Google Shape;2340;p65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41" name="Google Shape;2341;p65"/>
          <p:cNvGrpSpPr/>
          <p:nvPr/>
        </p:nvGrpSpPr>
        <p:grpSpPr>
          <a:xfrm flipH="1" rot="10800000">
            <a:off x="-26" y="539501"/>
            <a:ext cx="713205" cy="4057298"/>
            <a:chOff x="-18" y="539500"/>
            <a:chExt cx="453232" cy="4057298"/>
          </a:xfrm>
        </p:grpSpPr>
        <p:sp>
          <p:nvSpPr>
            <p:cNvPr id="2342" name="Google Shape;2342;p65"/>
            <p:cNvSpPr/>
            <p:nvPr/>
          </p:nvSpPr>
          <p:spPr>
            <a:xfrm rot="5400000">
              <a:off x="53069" y="1582766"/>
              <a:ext cx="82937" cy="189109"/>
            </a:xfrm>
            <a:custGeom>
              <a:rect b="b" l="l" r="r" t="t"/>
              <a:pathLst>
                <a:path extrusionOk="0" h="1500" w="251">
                  <a:moveTo>
                    <a:pt x="0" y="0"/>
                  </a:moveTo>
                  <a:lnTo>
                    <a:pt x="251" y="0"/>
                  </a:lnTo>
                  <a:lnTo>
                    <a:pt x="251" y="1500"/>
                  </a:lnTo>
                  <a:lnTo>
                    <a:pt x="0" y="1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3" name="Google Shape;2343;p65"/>
            <p:cNvSpPr/>
            <p:nvPr/>
          </p:nvSpPr>
          <p:spPr>
            <a:xfrm rot="5400000">
              <a:off x="127680" y="1919535"/>
              <a:ext cx="82606" cy="338000"/>
            </a:xfrm>
            <a:custGeom>
              <a:rect b="b" l="l" r="r" t="t"/>
              <a:pathLst>
                <a:path extrusionOk="0" h="2681" w="250">
                  <a:moveTo>
                    <a:pt x="0" y="0"/>
                  </a:moveTo>
                  <a:lnTo>
                    <a:pt x="250" y="0"/>
                  </a:lnTo>
                  <a:lnTo>
                    <a:pt x="250" y="2681"/>
                  </a:lnTo>
                  <a:lnTo>
                    <a:pt x="0" y="2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4" name="Google Shape;2344;p65"/>
            <p:cNvSpPr/>
            <p:nvPr/>
          </p:nvSpPr>
          <p:spPr>
            <a:xfrm rot="5400000">
              <a:off x="185130" y="2409932"/>
              <a:ext cx="82937" cy="453231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5" name="Google Shape;2345;p65"/>
            <p:cNvSpPr/>
            <p:nvPr/>
          </p:nvSpPr>
          <p:spPr>
            <a:xfrm rot="5400000">
              <a:off x="150752" y="3267071"/>
              <a:ext cx="82606" cy="384143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6" name="Google Shape;2346;p65"/>
            <p:cNvSpPr/>
            <p:nvPr/>
          </p:nvSpPr>
          <p:spPr>
            <a:xfrm rot="5400000">
              <a:off x="90741" y="2778574"/>
              <a:ext cx="82606" cy="264122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7" name="Google Shape;2347;p65"/>
            <p:cNvSpPr/>
            <p:nvPr/>
          </p:nvSpPr>
          <p:spPr>
            <a:xfrm rot="5400000">
              <a:off x="32370" y="1466670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8" name="Google Shape;2348;p65"/>
            <p:cNvSpPr/>
            <p:nvPr/>
          </p:nvSpPr>
          <p:spPr>
            <a:xfrm rot="5400000">
              <a:off x="32306" y="1877783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49" name="Google Shape;2349;p65"/>
            <p:cNvSpPr/>
            <p:nvPr/>
          </p:nvSpPr>
          <p:spPr>
            <a:xfrm rot="5400000">
              <a:off x="97321" y="2360945"/>
              <a:ext cx="82937" cy="277612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0" name="Google Shape;2350;p65"/>
            <p:cNvSpPr/>
            <p:nvPr/>
          </p:nvSpPr>
          <p:spPr>
            <a:xfrm rot="5400000">
              <a:off x="19447" y="3124122"/>
              <a:ext cx="82606" cy="121534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1" name="Google Shape;2351;p65"/>
            <p:cNvSpPr/>
            <p:nvPr/>
          </p:nvSpPr>
          <p:spPr>
            <a:xfrm rot="5400000">
              <a:off x="-10936" y="3839808"/>
              <a:ext cx="82606" cy="60767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2" name="Google Shape;2352;p65"/>
            <p:cNvSpPr/>
            <p:nvPr/>
          </p:nvSpPr>
          <p:spPr>
            <a:xfrm rot="5400000">
              <a:off x="36404" y="3655341"/>
              <a:ext cx="82606" cy="155447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3" name="Google Shape;2353;p65"/>
            <p:cNvSpPr/>
            <p:nvPr/>
          </p:nvSpPr>
          <p:spPr>
            <a:xfrm rot="5400000">
              <a:off x="23001" y="4354047"/>
              <a:ext cx="82937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4" name="Google Shape;2354;p65"/>
            <p:cNvSpPr/>
            <p:nvPr/>
          </p:nvSpPr>
          <p:spPr>
            <a:xfrm rot="5400000">
              <a:off x="2995" y="4237257"/>
              <a:ext cx="82606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5" name="Google Shape;2355;p65"/>
            <p:cNvSpPr/>
            <p:nvPr/>
          </p:nvSpPr>
          <p:spPr>
            <a:xfrm rot="5400000">
              <a:off x="12324" y="4501851"/>
              <a:ext cx="82606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6" name="Google Shape;2356;p65"/>
            <p:cNvSpPr/>
            <p:nvPr/>
          </p:nvSpPr>
          <p:spPr>
            <a:xfrm rot="5400000">
              <a:off x="67418" y="4035708"/>
              <a:ext cx="82606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7" name="Google Shape;2357;p65"/>
            <p:cNvSpPr/>
            <p:nvPr/>
          </p:nvSpPr>
          <p:spPr>
            <a:xfrm rot="5400000">
              <a:off x="46427" y="3234269"/>
              <a:ext cx="82606" cy="175493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8" name="Google Shape;2358;p65"/>
            <p:cNvSpPr/>
            <p:nvPr/>
          </p:nvSpPr>
          <p:spPr>
            <a:xfrm rot="5400000">
              <a:off x="32370" y="2151973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9" name="Google Shape;2359;p65"/>
            <p:cNvSpPr/>
            <p:nvPr/>
          </p:nvSpPr>
          <p:spPr>
            <a:xfrm rot="5400000">
              <a:off x="32306" y="1192479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0" name="Google Shape;2360;p65"/>
            <p:cNvSpPr/>
            <p:nvPr/>
          </p:nvSpPr>
          <p:spPr>
            <a:xfrm rot="5400000">
              <a:off x="6777" y="943756"/>
              <a:ext cx="82606" cy="96193"/>
            </a:xfrm>
            <a:custGeom>
              <a:rect b="b" l="l" r="r" t="t"/>
              <a:pathLst>
                <a:path extrusionOk="0" h="763" w="250">
                  <a:moveTo>
                    <a:pt x="0" y="0"/>
                  </a:moveTo>
                  <a:lnTo>
                    <a:pt x="250" y="0"/>
                  </a:lnTo>
                  <a:lnTo>
                    <a:pt x="250" y="763"/>
                  </a:lnTo>
                  <a:lnTo>
                    <a:pt x="0" y="7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1" name="Google Shape;2361;p65"/>
            <p:cNvSpPr/>
            <p:nvPr/>
          </p:nvSpPr>
          <p:spPr>
            <a:xfrm rot="5400000">
              <a:off x="6549" y="669730"/>
              <a:ext cx="82937" cy="96067"/>
            </a:xfrm>
            <a:custGeom>
              <a:rect b="b" l="l" r="r" t="t"/>
              <a:pathLst>
                <a:path extrusionOk="0" h="762" w="251">
                  <a:moveTo>
                    <a:pt x="0" y="0"/>
                  </a:moveTo>
                  <a:lnTo>
                    <a:pt x="251" y="0"/>
                  </a:lnTo>
                  <a:lnTo>
                    <a:pt x="251" y="762"/>
                  </a:ln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2" name="Google Shape;2362;p65"/>
            <p:cNvSpPr/>
            <p:nvPr/>
          </p:nvSpPr>
          <p:spPr>
            <a:xfrm rot="5400000">
              <a:off x="38988" y="774417"/>
              <a:ext cx="82606" cy="160616"/>
            </a:xfrm>
            <a:custGeom>
              <a:rect b="b" l="l" r="r" t="t"/>
              <a:pathLst>
                <a:path extrusionOk="0" h="1274" w="250">
                  <a:moveTo>
                    <a:pt x="0" y="0"/>
                  </a:moveTo>
                  <a:lnTo>
                    <a:pt x="250" y="0"/>
                  </a:lnTo>
                  <a:lnTo>
                    <a:pt x="250" y="1274"/>
                  </a:lnTo>
                  <a:lnTo>
                    <a:pt x="0" y="1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3" name="Google Shape;2363;p65"/>
            <p:cNvSpPr/>
            <p:nvPr/>
          </p:nvSpPr>
          <p:spPr>
            <a:xfrm rot="5400000">
              <a:off x="-10747" y="1372660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4" name="Google Shape;2364;p65"/>
            <p:cNvSpPr/>
            <p:nvPr/>
          </p:nvSpPr>
          <p:spPr>
            <a:xfrm rot="5400000">
              <a:off x="-10912" y="1783875"/>
              <a:ext cx="82937" cy="61145"/>
            </a:xfrm>
            <a:custGeom>
              <a:rect b="b" l="l" r="r" t="t"/>
              <a:pathLst>
                <a:path extrusionOk="0" h="485" w="251">
                  <a:moveTo>
                    <a:pt x="0" y="0"/>
                  </a:moveTo>
                  <a:lnTo>
                    <a:pt x="251" y="0"/>
                  </a:lnTo>
                  <a:lnTo>
                    <a:pt x="251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5" name="Google Shape;2365;p65"/>
            <p:cNvSpPr/>
            <p:nvPr/>
          </p:nvSpPr>
          <p:spPr>
            <a:xfrm rot="5400000">
              <a:off x="-10747" y="2332216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6" name="Google Shape;2366;p65"/>
            <p:cNvSpPr/>
            <p:nvPr/>
          </p:nvSpPr>
          <p:spPr>
            <a:xfrm rot="5400000">
              <a:off x="73532" y="2932910"/>
              <a:ext cx="82606" cy="229704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7" name="Google Shape;2367;p65"/>
            <p:cNvSpPr/>
            <p:nvPr/>
          </p:nvSpPr>
          <p:spPr>
            <a:xfrm rot="5400000">
              <a:off x="-22283" y="2754471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8" name="Google Shape;2368;p65"/>
            <p:cNvSpPr/>
            <p:nvPr/>
          </p:nvSpPr>
          <p:spPr>
            <a:xfrm rot="5400000">
              <a:off x="-22448" y="3577067"/>
              <a:ext cx="82937" cy="38074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9" name="Google Shape;2369;p65"/>
            <p:cNvSpPr/>
            <p:nvPr/>
          </p:nvSpPr>
          <p:spPr>
            <a:xfrm rot="5400000">
              <a:off x="-22283" y="3988282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0" name="Google Shape;2370;p65"/>
            <p:cNvSpPr/>
            <p:nvPr/>
          </p:nvSpPr>
          <p:spPr>
            <a:xfrm rot="5400000">
              <a:off x="-26065" y="1113724"/>
              <a:ext cx="82606" cy="30510"/>
            </a:xfrm>
            <a:custGeom>
              <a:rect b="b" l="l" r="r" t="t"/>
              <a:pathLst>
                <a:path extrusionOk="0" h="242" w="250">
                  <a:moveTo>
                    <a:pt x="0" y="0"/>
                  </a:moveTo>
                  <a:lnTo>
                    <a:pt x="250" y="0"/>
                  </a:lnTo>
                  <a:lnTo>
                    <a:pt x="250" y="242"/>
                  </a:lnTo>
                  <a:lnTo>
                    <a:pt x="0" y="2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2100" lIns="90000" spcFirstLastPara="1" rIns="90000" wrap="square" tIns="421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1" name="Google Shape;2371;p65"/>
            <p:cNvSpPr/>
            <p:nvPr/>
          </p:nvSpPr>
          <p:spPr>
            <a:xfrm rot="5400000">
              <a:off x="78071" y="461412"/>
              <a:ext cx="82606" cy="238781"/>
            </a:xfrm>
            <a:custGeom>
              <a:rect b="b" l="l" r="r" t="t"/>
              <a:pathLst>
                <a:path extrusionOk="0" h="1894" w="250">
                  <a:moveTo>
                    <a:pt x="0" y="0"/>
                  </a:moveTo>
                  <a:lnTo>
                    <a:pt x="250" y="0"/>
                  </a:lnTo>
                  <a:lnTo>
                    <a:pt x="250" y="1894"/>
                  </a:lnTo>
                  <a:lnTo>
                    <a:pt x="0" y="18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372" name="Google Shape;2372;p65"/>
          <p:cNvGrpSpPr/>
          <p:nvPr/>
        </p:nvGrpSpPr>
        <p:grpSpPr>
          <a:xfrm>
            <a:off x="-13" y="539500"/>
            <a:ext cx="499461" cy="4057299"/>
            <a:chOff x="-18" y="539500"/>
            <a:chExt cx="453232" cy="4057298"/>
          </a:xfrm>
        </p:grpSpPr>
        <p:sp>
          <p:nvSpPr>
            <p:cNvPr id="2373" name="Google Shape;2373;p65"/>
            <p:cNvSpPr/>
            <p:nvPr/>
          </p:nvSpPr>
          <p:spPr>
            <a:xfrm rot="5400000">
              <a:off x="53069" y="1582766"/>
              <a:ext cx="82937" cy="189109"/>
            </a:xfrm>
            <a:custGeom>
              <a:rect b="b" l="l" r="r" t="t"/>
              <a:pathLst>
                <a:path extrusionOk="0" h="1500" w="251">
                  <a:moveTo>
                    <a:pt x="0" y="0"/>
                  </a:moveTo>
                  <a:lnTo>
                    <a:pt x="251" y="0"/>
                  </a:lnTo>
                  <a:lnTo>
                    <a:pt x="251" y="1500"/>
                  </a:lnTo>
                  <a:lnTo>
                    <a:pt x="0" y="1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4" name="Google Shape;2374;p65"/>
            <p:cNvSpPr/>
            <p:nvPr/>
          </p:nvSpPr>
          <p:spPr>
            <a:xfrm rot="5400000">
              <a:off x="127680" y="1919535"/>
              <a:ext cx="82606" cy="338000"/>
            </a:xfrm>
            <a:custGeom>
              <a:rect b="b" l="l" r="r" t="t"/>
              <a:pathLst>
                <a:path extrusionOk="0" h="2681" w="250">
                  <a:moveTo>
                    <a:pt x="0" y="0"/>
                  </a:moveTo>
                  <a:lnTo>
                    <a:pt x="250" y="0"/>
                  </a:lnTo>
                  <a:lnTo>
                    <a:pt x="250" y="2681"/>
                  </a:lnTo>
                  <a:lnTo>
                    <a:pt x="0" y="2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5" name="Google Shape;2375;p65"/>
            <p:cNvSpPr/>
            <p:nvPr/>
          </p:nvSpPr>
          <p:spPr>
            <a:xfrm rot="5400000">
              <a:off x="185130" y="2409932"/>
              <a:ext cx="82937" cy="453231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6" name="Google Shape;2376;p65"/>
            <p:cNvSpPr/>
            <p:nvPr/>
          </p:nvSpPr>
          <p:spPr>
            <a:xfrm rot="5400000">
              <a:off x="150752" y="3267071"/>
              <a:ext cx="82606" cy="384143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7" name="Google Shape;2377;p65"/>
            <p:cNvSpPr/>
            <p:nvPr/>
          </p:nvSpPr>
          <p:spPr>
            <a:xfrm rot="5400000">
              <a:off x="90741" y="2778574"/>
              <a:ext cx="82606" cy="264122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8" name="Google Shape;2378;p65"/>
            <p:cNvSpPr/>
            <p:nvPr/>
          </p:nvSpPr>
          <p:spPr>
            <a:xfrm rot="5400000">
              <a:off x="32370" y="1466670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9" name="Google Shape;2379;p65"/>
            <p:cNvSpPr/>
            <p:nvPr/>
          </p:nvSpPr>
          <p:spPr>
            <a:xfrm rot="5400000">
              <a:off x="32306" y="1877783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0" name="Google Shape;2380;p65"/>
            <p:cNvSpPr/>
            <p:nvPr/>
          </p:nvSpPr>
          <p:spPr>
            <a:xfrm rot="5400000">
              <a:off x="97321" y="2360945"/>
              <a:ext cx="82937" cy="277612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1" name="Google Shape;2381;p65"/>
            <p:cNvSpPr/>
            <p:nvPr/>
          </p:nvSpPr>
          <p:spPr>
            <a:xfrm rot="5400000">
              <a:off x="19447" y="3124122"/>
              <a:ext cx="82606" cy="121534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2" name="Google Shape;2382;p65"/>
            <p:cNvSpPr/>
            <p:nvPr/>
          </p:nvSpPr>
          <p:spPr>
            <a:xfrm rot="5400000">
              <a:off x="-10936" y="3839808"/>
              <a:ext cx="82606" cy="60767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3" name="Google Shape;2383;p65"/>
            <p:cNvSpPr/>
            <p:nvPr/>
          </p:nvSpPr>
          <p:spPr>
            <a:xfrm rot="5400000">
              <a:off x="36404" y="3655341"/>
              <a:ext cx="82606" cy="155447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4" name="Google Shape;2384;p65"/>
            <p:cNvSpPr/>
            <p:nvPr/>
          </p:nvSpPr>
          <p:spPr>
            <a:xfrm rot="5400000">
              <a:off x="23001" y="4354047"/>
              <a:ext cx="82937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5" name="Google Shape;2385;p65"/>
            <p:cNvSpPr/>
            <p:nvPr/>
          </p:nvSpPr>
          <p:spPr>
            <a:xfrm rot="5400000">
              <a:off x="2995" y="4237257"/>
              <a:ext cx="82606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6" name="Google Shape;2386;p65"/>
            <p:cNvSpPr/>
            <p:nvPr/>
          </p:nvSpPr>
          <p:spPr>
            <a:xfrm rot="5400000">
              <a:off x="12324" y="4501851"/>
              <a:ext cx="82606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7" name="Google Shape;2387;p65"/>
            <p:cNvSpPr/>
            <p:nvPr/>
          </p:nvSpPr>
          <p:spPr>
            <a:xfrm rot="5400000">
              <a:off x="67418" y="4035708"/>
              <a:ext cx="82606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8" name="Google Shape;2388;p65"/>
            <p:cNvSpPr/>
            <p:nvPr/>
          </p:nvSpPr>
          <p:spPr>
            <a:xfrm rot="5400000">
              <a:off x="46427" y="3234269"/>
              <a:ext cx="82606" cy="175493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9" name="Google Shape;2389;p65"/>
            <p:cNvSpPr/>
            <p:nvPr/>
          </p:nvSpPr>
          <p:spPr>
            <a:xfrm rot="5400000">
              <a:off x="32370" y="2151973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0" name="Google Shape;2390;p65"/>
            <p:cNvSpPr/>
            <p:nvPr/>
          </p:nvSpPr>
          <p:spPr>
            <a:xfrm rot="5400000">
              <a:off x="32306" y="1192479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1" name="Google Shape;2391;p65"/>
            <p:cNvSpPr/>
            <p:nvPr/>
          </p:nvSpPr>
          <p:spPr>
            <a:xfrm rot="5400000">
              <a:off x="6777" y="943756"/>
              <a:ext cx="82606" cy="96193"/>
            </a:xfrm>
            <a:custGeom>
              <a:rect b="b" l="l" r="r" t="t"/>
              <a:pathLst>
                <a:path extrusionOk="0" h="763" w="250">
                  <a:moveTo>
                    <a:pt x="0" y="0"/>
                  </a:moveTo>
                  <a:lnTo>
                    <a:pt x="250" y="0"/>
                  </a:lnTo>
                  <a:lnTo>
                    <a:pt x="250" y="763"/>
                  </a:lnTo>
                  <a:lnTo>
                    <a:pt x="0" y="7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2" name="Google Shape;2392;p65"/>
            <p:cNvSpPr/>
            <p:nvPr/>
          </p:nvSpPr>
          <p:spPr>
            <a:xfrm rot="5400000">
              <a:off x="6549" y="669730"/>
              <a:ext cx="82937" cy="96067"/>
            </a:xfrm>
            <a:custGeom>
              <a:rect b="b" l="l" r="r" t="t"/>
              <a:pathLst>
                <a:path extrusionOk="0" h="762" w="251">
                  <a:moveTo>
                    <a:pt x="0" y="0"/>
                  </a:moveTo>
                  <a:lnTo>
                    <a:pt x="251" y="0"/>
                  </a:lnTo>
                  <a:lnTo>
                    <a:pt x="251" y="762"/>
                  </a:ln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3" name="Google Shape;2393;p65"/>
            <p:cNvSpPr/>
            <p:nvPr/>
          </p:nvSpPr>
          <p:spPr>
            <a:xfrm rot="5400000">
              <a:off x="38988" y="774417"/>
              <a:ext cx="82606" cy="160616"/>
            </a:xfrm>
            <a:custGeom>
              <a:rect b="b" l="l" r="r" t="t"/>
              <a:pathLst>
                <a:path extrusionOk="0" h="1274" w="250">
                  <a:moveTo>
                    <a:pt x="0" y="0"/>
                  </a:moveTo>
                  <a:lnTo>
                    <a:pt x="250" y="0"/>
                  </a:lnTo>
                  <a:lnTo>
                    <a:pt x="250" y="1274"/>
                  </a:lnTo>
                  <a:lnTo>
                    <a:pt x="0" y="1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4" name="Google Shape;2394;p65"/>
            <p:cNvSpPr/>
            <p:nvPr/>
          </p:nvSpPr>
          <p:spPr>
            <a:xfrm rot="5400000">
              <a:off x="-10747" y="1372660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5" name="Google Shape;2395;p65"/>
            <p:cNvSpPr/>
            <p:nvPr/>
          </p:nvSpPr>
          <p:spPr>
            <a:xfrm rot="5400000">
              <a:off x="-10912" y="1783875"/>
              <a:ext cx="82937" cy="61145"/>
            </a:xfrm>
            <a:custGeom>
              <a:rect b="b" l="l" r="r" t="t"/>
              <a:pathLst>
                <a:path extrusionOk="0" h="485" w="251">
                  <a:moveTo>
                    <a:pt x="0" y="0"/>
                  </a:moveTo>
                  <a:lnTo>
                    <a:pt x="251" y="0"/>
                  </a:lnTo>
                  <a:lnTo>
                    <a:pt x="251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6" name="Google Shape;2396;p65"/>
            <p:cNvSpPr/>
            <p:nvPr/>
          </p:nvSpPr>
          <p:spPr>
            <a:xfrm rot="5400000">
              <a:off x="-10747" y="2332216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7" name="Google Shape;2397;p65"/>
            <p:cNvSpPr/>
            <p:nvPr/>
          </p:nvSpPr>
          <p:spPr>
            <a:xfrm rot="5400000">
              <a:off x="73532" y="2932910"/>
              <a:ext cx="82606" cy="229704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8" name="Google Shape;2398;p65"/>
            <p:cNvSpPr/>
            <p:nvPr/>
          </p:nvSpPr>
          <p:spPr>
            <a:xfrm rot="5400000">
              <a:off x="-22283" y="2754471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9" name="Google Shape;2399;p65"/>
            <p:cNvSpPr/>
            <p:nvPr/>
          </p:nvSpPr>
          <p:spPr>
            <a:xfrm rot="5400000">
              <a:off x="-22448" y="3577067"/>
              <a:ext cx="82937" cy="38074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0" name="Google Shape;2400;p65"/>
            <p:cNvSpPr/>
            <p:nvPr/>
          </p:nvSpPr>
          <p:spPr>
            <a:xfrm rot="5400000">
              <a:off x="-22283" y="3988282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1" name="Google Shape;2401;p65"/>
            <p:cNvSpPr/>
            <p:nvPr/>
          </p:nvSpPr>
          <p:spPr>
            <a:xfrm rot="5400000">
              <a:off x="-26065" y="1113724"/>
              <a:ext cx="82606" cy="30510"/>
            </a:xfrm>
            <a:custGeom>
              <a:rect b="b" l="l" r="r" t="t"/>
              <a:pathLst>
                <a:path extrusionOk="0" h="242" w="250">
                  <a:moveTo>
                    <a:pt x="0" y="0"/>
                  </a:moveTo>
                  <a:lnTo>
                    <a:pt x="250" y="0"/>
                  </a:lnTo>
                  <a:lnTo>
                    <a:pt x="250" y="242"/>
                  </a:lnTo>
                  <a:lnTo>
                    <a:pt x="0" y="2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2100" lIns="90000" spcFirstLastPara="1" rIns="90000" wrap="square" tIns="421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2" name="Google Shape;2402;p65"/>
            <p:cNvSpPr/>
            <p:nvPr/>
          </p:nvSpPr>
          <p:spPr>
            <a:xfrm rot="5400000">
              <a:off x="78071" y="461412"/>
              <a:ext cx="82606" cy="238781"/>
            </a:xfrm>
            <a:custGeom>
              <a:rect b="b" l="l" r="r" t="t"/>
              <a:pathLst>
                <a:path extrusionOk="0" h="1894" w="250">
                  <a:moveTo>
                    <a:pt x="0" y="0"/>
                  </a:moveTo>
                  <a:lnTo>
                    <a:pt x="250" y="0"/>
                  </a:lnTo>
                  <a:lnTo>
                    <a:pt x="250" y="1894"/>
                  </a:lnTo>
                  <a:lnTo>
                    <a:pt x="0" y="18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03" name="Google Shape;2403;p65"/>
          <p:cNvGrpSpPr/>
          <p:nvPr/>
        </p:nvGrpSpPr>
        <p:grpSpPr>
          <a:xfrm flipH="1">
            <a:off x="8430796" y="543100"/>
            <a:ext cx="713205" cy="4057299"/>
            <a:chOff x="-18" y="539500"/>
            <a:chExt cx="453232" cy="4057298"/>
          </a:xfrm>
        </p:grpSpPr>
        <p:sp>
          <p:nvSpPr>
            <p:cNvPr id="2404" name="Google Shape;2404;p65"/>
            <p:cNvSpPr/>
            <p:nvPr/>
          </p:nvSpPr>
          <p:spPr>
            <a:xfrm rot="5400000">
              <a:off x="53069" y="1582766"/>
              <a:ext cx="82937" cy="189109"/>
            </a:xfrm>
            <a:custGeom>
              <a:rect b="b" l="l" r="r" t="t"/>
              <a:pathLst>
                <a:path extrusionOk="0" h="1500" w="251">
                  <a:moveTo>
                    <a:pt x="0" y="0"/>
                  </a:moveTo>
                  <a:lnTo>
                    <a:pt x="251" y="0"/>
                  </a:lnTo>
                  <a:lnTo>
                    <a:pt x="251" y="1500"/>
                  </a:lnTo>
                  <a:lnTo>
                    <a:pt x="0" y="1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5" name="Google Shape;2405;p65"/>
            <p:cNvSpPr/>
            <p:nvPr/>
          </p:nvSpPr>
          <p:spPr>
            <a:xfrm rot="5400000">
              <a:off x="127680" y="1919535"/>
              <a:ext cx="82606" cy="338000"/>
            </a:xfrm>
            <a:custGeom>
              <a:rect b="b" l="l" r="r" t="t"/>
              <a:pathLst>
                <a:path extrusionOk="0" h="2681" w="250">
                  <a:moveTo>
                    <a:pt x="0" y="0"/>
                  </a:moveTo>
                  <a:lnTo>
                    <a:pt x="250" y="0"/>
                  </a:lnTo>
                  <a:lnTo>
                    <a:pt x="250" y="2681"/>
                  </a:lnTo>
                  <a:lnTo>
                    <a:pt x="0" y="2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6" name="Google Shape;2406;p65"/>
            <p:cNvSpPr/>
            <p:nvPr/>
          </p:nvSpPr>
          <p:spPr>
            <a:xfrm rot="5400000">
              <a:off x="185130" y="2409932"/>
              <a:ext cx="82937" cy="453231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7" name="Google Shape;2407;p65"/>
            <p:cNvSpPr/>
            <p:nvPr/>
          </p:nvSpPr>
          <p:spPr>
            <a:xfrm rot="5400000">
              <a:off x="150752" y="3267071"/>
              <a:ext cx="82606" cy="384143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8" name="Google Shape;2408;p65"/>
            <p:cNvSpPr/>
            <p:nvPr/>
          </p:nvSpPr>
          <p:spPr>
            <a:xfrm rot="5400000">
              <a:off x="90741" y="2778574"/>
              <a:ext cx="82606" cy="264122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09" name="Google Shape;2409;p65"/>
            <p:cNvSpPr/>
            <p:nvPr/>
          </p:nvSpPr>
          <p:spPr>
            <a:xfrm rot="5400000">
              <a:off x="32370" y="1466670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0" name="Google Shape;2410;p65"/>
            <p:cNvSpPr/>
            <p:nvPr/>
          </p:nvSpPr>
          <p:spPr>
            <a:xfrm rot="5400000">
              <a:off x="32306" y="1877783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1" name="Google Shape;2411;p65"/>
            <p:cNvSpPr/>
            <p:nvPr/>
          </p:nvSpPr>
          <p:spPr>
            <a:xfrm rot="5400000">
              <a:off x="97321" y="2360945"/>
              <a:ext cx="82937" cy="277612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2" name="Google Shape;2412;p65"/>
            <p:cNvSpPr/>
            <p:nvPr/>
          </p:nvSpPr>
          <p:spPr>
            <a:xfrm rot="5400000">
              <a:off x="19447" y="3124122"/>
              <a:ext cx="82606" cy="121534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3" name="Google Shape;2413;p65"/>
            <p:cNvSpPr/>
            <p:nvPr/>
          </p:nvSpPr>
          <p:spPr>
            <a:xfrm rot="5400000">
              <a:off x="-10936" y="3839808"/>
              <a:ext cx="82606" cy="60767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4" name="Google Shape;2414;p65"/>
            <p:cNvSpPr/>
            <p:nvPr/>
          </p:nvSpPr>
          <p:spPr>
            <a:xfrm rot="5400000">
              <a:off x="36404" y="3655341"/>
              <a:ext cx="82606" cy="155447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5" name="Google Shape;2415;p65"/>
            <p:cNvSpPr/>
            <p:nvPr/>
          </p:nvSpPr>
          <p:spPr>
            <a:xfrm rot="5400000">
              <a:off x="23001" y="4354047"/>
              <a:ext cx="82937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6" name="Google Shape;2416;p65"/>
            <p:cNvSpPr/>
            <p:nvPr/>
          </p:nvSpPr>
          <p:spPr>
            <a:xfrm rot="5400000">
              <a:off x="2995" y="4237257"/>
              <a:ext cx="82606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7" name="Google Shape;2417;p65"/>
            <p:cNvSpPr/>
            <p:nvPr/>
          </p:nvSpPr>
          <p:spPr>
            <a:xfrm rot="5400000">
              <a:off x="12324" y="4501851"/>
              <a:ext cx="82606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8" name="Google Shape;2418;p65"/>
            <p:cNvSpPr/>
            <p:nvPr/>
          </p:nvSpPr>
          <p:spPr>
            <a:xfrm rot="5400000">
              <a:off x="67418" y="4035708"/>
              <a:ext cx="82606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19" name="Google Shape;2419;p65"/>
            <p:cNvSpPr/>
            <p:nvPr/>
          </p:nvSpPr>
          <p:spPr>
            <a:xfrm rot="5400000">
              <a:off x="46427" y="3234269"/>
              <a:ext cx="82606" cy="175493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0" name="Google Shape;2420;p65"/>
            <p:cNvSpPr/>
            <p:nvPr/>
          </p:nvSpPr>
          <p:spPr>
            <a:xfrm rot="5400000">
              <a:off x="32370" y="2151973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1" name="Google Shape;2421;p65"/>
            <p:cNvSpPr/>
            <p:nvPr/>
          </p:nvSpPr>
          <p:spPr>
            <a:xfrm rot="5400000">
              <a:off x="32306" y="1192479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2" name="Google Shape;2422;p65"/>
            <p:cNvSpPr/>
            <p:nvPr/>
          </p:nvSpPr>
          <p:spPr>
            <a:xfrm rot="5400000">
              <a:off x="6777" y="943756"/>
              <a:ext cx="82606" cy="96193"/>
            </a:xfrm>
            <a:custGeom>
              <a:rect b="b" l="l" r="r" t="t"/>
              <a:pathLst>
                <a:path extrusionOk="0" h="763" w="250">
                  <a:moveTo>
                    <a:pt x="0" y="0"/>
                  </a:moveTo>
                  <a:lnTo>
                    <a:pt x="250" y="0"/>
                  </a:lnTo>
                  <a:lnTo>
                    <a:pt x="250" y="763"/>
                  </a:lnTo>
                  <a:lnTo>
                    <a:pt x="0" y="7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3" name="Google Shape;2423;p65"/>
            <p:cNvSpPr/>
            <p:nvPr/>
          </p:nvSpPr>
          <p:spPr>
            <a:xfrm rot="5400000">
              <a:off x="6549" y="669730"/>
              <a:ext cx="82937" cy="96067"/>
            </a:xfrm>
            <a:custGeom>
              <a:rect b="b" l="l" r="r" t="t"/>
              <a:pathLst>
                <a:path extrusionOk="0" h="762" w="251">
                  <a:moveTo>
                    <a:pt x="0" y="0"/>
                  </a:moveTo>
                  <a:lnTo>
                    <a:pt x="251" y="0"/>
                  </a:lnTo>
                  <a:lnTo>
                    <a:pt x="251" y="762"/>
                  </a:ln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4" name="Google Shape;2424;p65"/>
            <p:cNvSpPr/>
            <p:nvPr/>
          </p:nvSpPr>
          <p:spPr>
            <a:xfrm rot="5400000">
              <a:off x="38988" y="774417"/>
              <a:ext cx="82606" cy="160616"/>
            </a:xfrm>
            <a:custGeom>
              <a:rect b="b" l="l" r="r" t="t"/>
              <a:pathLst>
                <a:path extrusionOk="0" h="1274" w="250">
                  <a:moveTo>
                    <a:pt x="0" y="0"/>
                  </a:moveTo>
                  <a:lnTo>
                    <a:pt x="250" y="0"/>
                  </a:lnTo>
                  <a:lnTo>
                    <a:pt x="250" y="1274"/>
                  </a:lnTo>
                  <a:lnTo>
                    <a:pt x="0" y="1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5" name="Google Shape;2425;p65"/>
            <p:cNvSpPr/>
            <p:nvPr/>
          </p:nvSpPr>
          <p:spPr>
            <a:xfrm rot="5400000">
              <a:off x="-10747" y="1372660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6" name="Google Shape;2426;p65"/>
            <p:cNvSpPr/>
            <p:nvPr/>
          </p:nvSpPr>
          <p:spPr>
            <a:xfrm rot="5400000">
              <a:off x="-10912" y="1783875"/>
              <a:ext cx="82937" cy="61145"/>
            </a:xfrm>
            <a:custGeom>
              <a:rect b="b" l="l" r="r" t="t"/>
              <a:pathLst>
                <a:path extrusionOk="0" h="485" w="251">
                  <a:moveTo>
                    <a:pt x="0" y="0"/>
                  </a:moveTo>
                  <a:lnTo>
                    <a:pt x="251" y="0"/>
                  </a:lnTo>
                  <a:lnTo>
                    <a:pt x="251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7" name="Google Shape;2427;p65"/>
            <p:cNvSpPr/>
            <p:nvPr/>
          </p:nvSpPr>
          <p:spPr>
            <a:xfrm rot="5400000">
              <a:off x="-10747" y="2332216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8" name="Google Shape;2428;p65"/>
            <p:cNvSpPr/>
            <p:nvPr/>
          </p:nvSpPr>
          <p:spPr>
            <a:xfrm rot="5400000">
              <a:off x="73532" y="2932910"/>
              <a:ext cx="82606" cy="229704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29" name="Google Shape;2429;p65"/>
            <p:cNvSpPr/>
            <p:nvPr/>
          </p:nvSpPr>
          <p:spPr>
            <a:xfrm rot="5400000">
              <a:off x="-22283" y="2754471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0" name="Google Shape;2430;p65"/>
            <p:cNvSpPr/>
            <p:nvPr/>
          </p:nvSpPr>
          <p:spPr>
            <a:xfrm rot="5400000">
              <a:off x="-22448" y="3577067"/>
              <a:ext cx="82937" cy="38074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1" name="Google Shape;2431;p65"/>
            <p:cNvSpPr/>
            <p:nvPr/>
          </p:nvSpPr>
          <p:spPr>
            <a:xfrm rot="5400000">
              <a:off x="-22283" y="3988282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2" name="Google Shape;2432;p65"/>
            <p:cNvSpPr/>
            <p:nvPr/>
          </p:nvSpPr>
          <p:spPr>
            <a:xfrm rot="5400000">
              <a:off x="-26065" y="1113724"/>
              <a:ext cx="82606" cy="30510"/>
            </a:xfrm>
            <a:custGeom>
              <a:rect b="b" l="l" r="r" t="t"/>
              <a:pathLst>
                <a:path extrusionOk="0" h="242" w="250">
                  <a:moveTo>
                    <a:pt x="0" y="0"/>
                  </a:moveTo>
                  <a:lnTo>
                    <a:pt x="250" y="0"/>
                  </a:lnTo>
                  <a:lnTo>
                    <a:pt x="250" y="242"/>
                  </a:lnTo>
                  <a:lnTo>
                    <a:pt x="0" y="2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2100" lIns="90000" spcFirstLastPara="1" rIns="90000" wrap="square" tIns="421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3" name="Google Shape;2433;p65"/>
            <p:cNvSpPr/>
            <p:nvPr/>
          </p:nvSpPr>
          <p:spPr>
            <a:xfrm rot="5400000">
              <a:off x="78071" y="461412"/>
              <a:ext cx="82606" cy="238781"/>
            </a:xfrm>
            <a:custGeom>
              <a:rect b="b" l="l" r="r" t="t"/>
              <a:pathLst>
                <a:path extrusionOk="0" h="1894" w="250">
                  <a:moveTo>
                    <a:pt x="0" y="0"/>
                  </a:moveTo>
                  <a:lnTo>
                    <a:pt x="250" y="0"/>
                  </a:lnTo>
                  <a:lnTo>
                    <a:pt x="250" y="1894"/>
                  </a:lnTo>
                  <a:lnTo>
                    <a:pt x="0" y="18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434" name="Google Shape;2434;p65"/>
          <p:cNvGrpSpPr/>
          <p:nvPr/>
        </p:nvGrpSpPr>
        <p:grpSpPr>
          <a:xfrm rot="10800000">
            <a:off x="8644526" y="543101"/>
            <a:ext cx="499461" cy="4057298"/>
            <a:chOff x="-18" y="539500"/>
            <a:chExt cx="453232" cy="4057298"/>
          </a:xfrm>
        </p:grpSpPr>
        <p:sp>
          <p:nvSpPr>
            <p:cNvPr id="2435" name="Google Shape;2435;p65"/>
            <p:cNvSpPr/>
            <p:nvPr/>
          </p:nvSpPr>
          <p:spPr>
            <a:xfrm rot="5400000">
              <a:off x="53069" y="1582766"/>
              <a:ext cx="82937" cy="189109"/>
            </a:xfrm>
            <a:custGeom>
              <a:rect b="b" l="l" r="r" t="t"/>
              <a:pathLst>
                <a:path extrusionOk="0" h="1500" w="251">
                  <a:moveTo>
                    <a:pt x="0" y="0"/>
                  </a:moveTo>
                  <a:lnTo>
                    <a:pt x="251" y="0"/>
                  </a:lnTo>
                  <a:lnTo>
                    <a:pt x="251" y="1500"/>
                  </a:lnTo>
                  <a:lnTo>
                    <a:pt x="0" y="1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6" name="Google Shape;2436;p65"/>
            <p:cNvSpPr/>
            <p:nvPr/>
          </p:nvSpPr>
          <p:spPr>
            <a:xfrm rot="5400000">
              <a:off x="127680" y="1919535"/>
              <a:ext cx="82606" cy="338000"/>
            </a:xfrm>
            <a:custGeom>
              <a:rect b="b" l="l" r="r" t="t"/>
              <a:pathLst>
                <a:path extrusionOk="0" h="2681" w="250">
                  <a:moveTo>
                    <a:pt x="0" y="0"/>
                  </a:moveTo>
                  <a:lnTo>
                    <a:pt x="250" y="0"/>
                  </a:lnTo>
                  <a:lnTo>
                    <a:pt x="250" y="2681"/>
                  </a:lnTo>
                  <a:lnTo>
                    <a:pt x="0" y="2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7" name="Google Shape;2437;p65"/>
            <p:cNvSpPr/>
            <p:nvPr/>
          </p:nvSpPr>
          <p:spPr>
            <a:xfrm rot="5400000">
              <a:off x="185130" y="2409932"/>
              <a:ext cx="82937" cy="453231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8" name="Google Shape;2438;p65"/>
            <p:cNvSpPr/>
            <p:nvPr/>
          </p:nvSpPr>
          <p:spPr>
            <a:xfrm rot="5400000">
              <a:off x="150752" y="3267071"/>
              <a:ext cx="82606" cy="384143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39" name="Google Shape;2439;p65"/>
            <p:cNvSpPr/>
            <p:nvPr/>
          </p:nvSpPr>
          <p:spPr>
            <a:xfrm rot="5400000">
              <a:off x="90741" y="2778574"/>
              <a:ext cx="82606" cy="264122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0" name="Google Shape;2440;p65"/>
            <p:cNvSpPr/>
            <p:nvPr/>
          </p:nvSpPr>
          <p:spPr>
            <a:xfrm rot="5400000">
              <a:off x="32370" y="1466670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1" name="Google Shape;2441;p65"/>
            <p:cNvSpPr/>
            <p:nvPr/>
          </p:nvSpPr>
          <p:spPr>
            <a:xfrm rot="5400000">
              <a:off x="32306" y="1877783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2" name="Google Shape;2442;p65"/>
            <p:cNvSpPr/>
            <p:nvPr/>
          </p:nvSpPr>
          <p:spPr>
            <a:xfrm rot="5400000">
              <a:off x="97321" y="2360945"/>
              <a:ext cx="82937" cy="277612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3" name="Google Shape;2443;p65"/>
            <p:cNvSpPr/>
            <p:nvPr/>
          </p:nvSpPr>
          <p:spPr>
            <a:xfrm rot="5400000">
              <a:off x="19447" y="3124122"/>
              <a:ext cx="82606" cy="121534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4" name="Google Shape;2444;p65"/>
            <p:cNvSpPr/>
            <p:nvPr/>
          </p:nvSpPr>
          <p:spPr>
            <a:xfrm rot="5400000">
              <a:off x="-10936" y="3839808"/>
              <a:ext cx="82606" cy="60767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5" name="Google Shape;2445;p65"/>
            <p:cNvSpPr/>
            <p:nvPr/>
          </p:nvSpPr>
          <p:spPr>
            <a:xfrm rot="5400000">
              <a:off x="36404" y="3655341"/>
              <a:ext cx="82606" cy="155447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6" name="Google Shape;2446;p65"/>
            <p:cNvSpPr/>
            <p:nvPr/>
          </p:nvSpPr>
          <p:spPr>
            <a:xfrm rot="5400000">
              <a:off x="23001" y="4354047"/>
              <a:ext cx="82937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7" name="Google Shape;2447;p65"/>
            <p:cNvSpPr/>
            <p:nvPr/>
          </p:nvSpPr>
          <p:spPr>
            <a:xfrm rot="5400000">
              <a:off x="2995" y="4237257"/>
              <a:ext cx="82606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8" name="Google Shape;2448;p65"/>
            <p:cNvSpPr/>
            <p:nvPr/>
          </p:nvSpPr>
          <p:spPr>
            <a:xfrm rot="5400000">
              <a:off x="12324" y="4501851"/>
              <a:ext cx="82606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49" name="Google Shape;2449;p65"/>
            <p:cNvSpPr/>
            <p:nvPr/>
          </p:nvSpPr>
          <p:spPr>
            <a:xfrm rot="5400000">
              <a:off x="67418" y="4035708"/>
              <a:ext cx="82606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0" name="Google Shape;2450;p65"/>
            <p:cNvSpPr/>
            <p:nvPr/>
          </p:nvSpPr>
          <p:spPr>
            <a:xfrm rot="5400000">
              <a:off x="46427" y="3234269"/>
              <a:ext cx="82606" cy="175493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1" name="Google Shape;2451;p65"/>
            <p:cNvSpPr/>
            <p:nvPr/>
          </p:nvSpPr>
          <p:spPr>
            <a:xfrm rot="5400000">
              <a:off x="32370" y="2151973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2" name="Google Shape;2452;p65"/>
            <p:cNvSpPr/>
            <p:nvPr/>
          </p:nvSpPr>
          <p:spPr>
            <a:xfrm rot="5400000">
              <a:off x="32306" y="1192479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3" name="Google Shape;2453;p65"/>
            <p:cNvSpPr/>
            <p:nvPr/>
          </p:nvSpPr>
          <p:spPr>
            <a:xfrm rot="5400000">
              <a:off x="6777" y="943756"/>
              <a:ext cx="82606" cy="96193"/>
            </a:xfrm>
            <a:custGeom>
              <a:rect b="b" l="l" r="r" t="t"/>
              <a:pathLst>
                <a:path extrusionOk="0" h="763" w="250">
                  <a:moveTo>
                    <a:pt x="0" y="0"/>
                  </a:moveTo>
                  <a:lnTo>
                    <a:pt x="250" y="0"/>
                  </a:lnTo>
                  <a:lnTo>
                    <a:pt x="250" y="763"/>
                  </a:lnTo>
                  <a:lnTo>
                    <a:pt x="0" y="7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4" name="Google Shape;2454;p65"/>
            <p:cNvSpPr/>
            <p:nvPr/>
          </p:nvSpPr>
          <p:spPr>
            <a:xfrm rot="5400000">
              <a:off x="6549" y="669730"/>
              <a:ext cx="82937" cy="96067"/>
            </a:xfrm>
            <a:custGeom>
              <a:rect b="b" l="l" r="r" t="t"/>
              <a:pathLst>
                <a:path extrusionOk="0" h="762" w="251">
                  <a:moveTo>
                    <a:pt x="0" y="0"/>
                  </a:moveTo>
                  <a:lnTo>
                    <a:pt x="251" y="0"/>
                  </a:lnTo>
                  <a:lnTo>
                    <a:pt x="251" y="762"/>
                  </a:ln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5" name="Google Shape;2455;p65"/>
            <p:cNvSpPr/>
            <p:nvPr/>
          </p:nvSpPr>
          <p:spPr>
            <a:xfrm rot="5400000">
              <a:off x="38988" y="774417"/>
              <a:ext cx="82606" cy="160616"/>
            </a:xfrm>
            <a:custGeom>
              <a:rect b="b" l="l" r="r" t="t"/>
              <a:pathLst>
                <a:path extrusionOk="0" h="1274" w="250">
                  <a:moveTo>
                    <a:pt x="0" y="0"/>
                  </a:moveTo>
                  <a:lnTo>
                    <a:pt x="250" y="0"/>
                  </a:lnTo>
                  <a:lnTo>
                    <a:pt x="250" y="1274"/>
                  </a:lnTo>
                  <a:lnTo>
                    <a:pt x="0" y="1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6" name="Google Shape;2456;p65"/>
            <p:cNvSpPr/>
            <p:nvPr/>
          </p:nvSpPr>
          <p:spPr>
            <a:xfrm rot="5400000">
              <a:off x="-10747" y="1372660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7" name="Google Shape;2457;p65"/>
            <p:cNvSpPr/>
            <p:nvPr/>
          </p:nvSpPr>
          <p:spPr>
            <a:xfrm rot="5400000">
              <a:off x="-10912" y="1783875"/>
              <a:ext cx="82937" cy="61145"/>
            </a:xfrm>
            <a:custGeom>
              <a:rect b="b" l="l" r="r" t="t"/>
              <a:pathLst>
                <a:path extrusionOk="0" h="485" w="251">
                  <a:moveTo>
                    <a:pt x="0" y="0"/>
                  </a:moveTo>
                  <a:lnTo>
                    <a:pt x="251" y="0"/>
                  </a:lnTo>
                  <a:lnTo>
                    <a:pt x="251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8" name="Google Shape;2458;p65"/>
            <p:cNvSpPr/>
            <p:nvPr/>
          </p:nvSpPr>
          <p:spPr>
            <a:xfrm rot="5400000">
              <a:off x="-10747" y="2332216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59" name="Google Shape;2459;p65"/>
            <p:cNvSpPr/>
            <p:nvPr/>
          </p:nvSpPr>
          <p:spPr>
            <a:xfrm rot="5400000">
              <a:off x="73532" y="2932910"/>
              <a:ext cx="82606" cy="229704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0" name="Google Shape;2460;p65"/>
            <p:cNvSpPr/>
            <p:nvPr/>
          </p:nvSpPr>
          <p:spPr>
            <a:xfrm rot="5400000">
              <a:off x="-22283" y="2754471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1" name="Google Shape;2461;p65"/>
            <p:cNvSpPr/>
            <p:nvPr/>
          </p:nvSpPr>
          <p:spPr>
            <a:xfrm rot="5400000">
              <a:off x="-22448" y="3577067"/>
              <a:ext cx="82937" cy="38074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2" name="Google Shape;2462;p65"/>
            <p:cNvSpPr/>
            <p:nvPr/>
          </p:nvSpPr>
          <p:spPr>
            <a:xfrm rot="5400000">
              <a:off x="-22283" y="3988282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3" name="Google Shape;2463;p65"/>
            <p:cNvSpPr/>
            <p:nvPr/>
          </p:nvSpPr>
          <p:spPr>
            <a:xfrm rot="5400000">
              <a:off x="-26065" y="1113724"/>
              <a:ext cx="82606" cy="30510"/>
            </a:xfrm>
            <a:custGeom>
              <a:rect b="b" l="l" r="r" t="t"/>
              <a:pathLst>
                <a:path extrusionOk="0" h="242" w="250">
                  <a:moveTo>
                    <a:pt x="0" y="0"/>
                  </a:moveTo>
                  <a:lnTo>
                    <a:pt x="250" y="0"/>
                  </a:lnTo>
                  <a:lnTo>
                    <a:pt x="250" y="242"/>
                  </a:lnTo>
                  <a:lnTo>
                    <a:pt x="0" y="2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2100" lIns="90000" spcFirstLastPara="1" rIns="90000" wrap="square" tIns="421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4" name="Google Shape;2464;p65"/>
            <p:cNvSpPr/>
            <p:nvPr/>
          </p:nvSpPr>
          <p:spPr>
            <a:xfrm rot="5400000">
              <a:off x="78071" y="461412"/>
              <a:ext cx="82606" cy="238781"/>
            </a:xfrm>
            <a:custGeom>
              <a:rect b="b" l="l" r="r" t="t"/>
              <a:pathLst>
                <a:path extrusionOk="0" h="1894" w="250">
                  <a:moveTo>
                    <a:pt x="0" y="0"/>
                  </a:moveTo>
                  <a:lnTo>
                    <a:pt x="250" y="0"/>
                  </a:lnTo>
                  <a:lnTo>
                    <a:pt x="250" y="1894"/>
                  </a:lnTo>
                  <a:lnTo>
                    <a:pt x="0" y="18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9_1">
    <p:spTree>
      <p:nvGrpSpPr>
        <p:cNvPr id="2465" name="Shape 2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6" name="Google Shape;2466;p66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2467" name="Google Shape;2467;p66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8" name="Google Shape;2468;p66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69" name="Google Shape;2469;p66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0" name="Google Shape;2470;p66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1" name="Google Shape;2471;p66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2" name="Google Shape;2472;p66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3" name="Google Shape;2473;p66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4" name="Google Shape;2474;p66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5" name="Google Shape;2475;p66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6" name="Google Shape;2476;p66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7" name="Google Shape;2477;p66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8" name="Google Shape;2478;p66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79" name="Google Shape;2479;p66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0" name="Google Shape;2480;p66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1" name="Google Shape;2481;p66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2" name="Google Shape;2482;p66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3" name="Google Shape;2483;p66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4" name="Google Shape;2484;p66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5" name="Google Shape;2485;p66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6" name="Google Shape;2486;p66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7" name="Google Shape;2487;p66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8" name="Google Shape;2488;p66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89" name="Google Shape;2489;p66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0" name="Google Shape;2490;p66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1" name="Google Shape;2491;p66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2" name="Google Shape;2492;p66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3" name="Google Shape;2493;p66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4" name="Google Shape;2494;p66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5" name="Google Shape;2495;p66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6" name="Google Shape;2496;p66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7" name="Google Shape;2497;p66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8" name="Google Shape;2498;p66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9" name="Google Shape;2499;p66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0" name="Google Shape;2500;p66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1" name="Google Shape;2501;p66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2" name="Google Shape;2502;p66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3" name="Google Shape;2503;p66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4" name="Google Shape;2504;p66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5" name="Google Shape;2505;p66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6" name="Google Shape;2506;p66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7" name="Google Shape;2507;p66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8" name="Google Shape;2508;p66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09" name="Google Shape;2509;p66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0" name="Google Shape;2510;p66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1" name="Google Shape;2511;p66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2" name="Google Shape;2512;p66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3" name="Google Shape;2513;p66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4" name="Google Shape;2514;p66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5" name="Google Shape;2515;p66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6" name="Google Shape;2516;p66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7" name="Google Shape;2517;p66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8" name="Google Shape;2518;p66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19" name="Google Shape;2519;p66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0" name="Google Shape;2520;p66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1" name="Google Shape;2521;p66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2" name="Google Shape;2522;p66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3" name="Google Shape;2523;p66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4" name="Google Shape;2524;p66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5" name="Google Shape;2525;p66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6" name="Google Shape;2526;p66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7" name="Google Shape;2527;p66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8" name="Google Shape;2528;p66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29" name="Google Shape;2529;p66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0" name="Google Shape;2530;p66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1" name="Google Shape;2531;p66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2" name="Google Shape;2532;p66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3" name="Google Shape;2533;p66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4" name="Google Shape;2534;p66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5" name="Google Shape;2535;p66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6" name="Google Shape;2536;p66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7" name="Google Shape;2537;p66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8" name="Google Shape;2538;p66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39" name="Google Shape;2539;p66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0" name="Google Shape;2540;p66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1" name="Google Shape;2541;p66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2" name="Google Shape;2542;p66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3" name="Google Shape;2543;p66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4" name="Google Shape;2544;p66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5" name="Google Shape;2545;p66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6" name="Google Shape;2546;p66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7" name="Google Shape;2547;p66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8" name="Google Shape;2548;p66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49" name="Google Shape;2549;p66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0" name="Google Shape;2550;p66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1" name="Google Shape;2551;p66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2" name="Google Shape;2552;p66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3" name="Google Shape;2553;p66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4" name="Google Shape;2554;p66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5" name="Google Shape;2555;p66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6" name="Google Shape;2556;p66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7" name="Google Shape;2557;p66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58" name="Google Shape;2558;p66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chemeClr val="accent2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59" name="Google Shape;2559;p66"/>
          <p:cNvGrpSpPr/>
          <p:nvPr/>
        </p:nvGrpSpPr>
        <p:grpSpPr>
          <a:xfrm>
            <a:off x="7980795" y="4448478"/>
            <a:ext cx="1163258" cy="618818"/>
            <a:chOff x="6180480" y="488520"/>
            <a:chExt cx="1135440" cy="1313280"/>
          </a:xfrm>
        </p:grpSpPr>
        <p:sp>
          <p:nvSpPr>
            <p:cNvPr id="2560" name="Google Shape;2560;p66"/>
            <p:cNvSpPr/>
            <p:nvPr/>
          </p:nvSpPr>
          <p:spPr>
            <a:xfrm>
              <a:off x="6479280" y="1249200"/>
              <a:ext cx="90000" cy="173520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1" name="Google Shape;2561;p66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2" name="Google Shape;2562;p66"/>
            <p:cNvSpPr/>
            <p:nvPr/>
          </p:nvSpPr>
          <p:spPr>
            <a:xfrm>
              <a:off x="7076520" y="794880"/>
              <a:ext cx="90360" cy="368280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3" name="Google Shape;2563;p66"/>
            <p:cNvSpPr/>
            <p:nvPr/>
          </p:nvSpPr>
          <p:spPr>
            <a:xfrm>
              <a:off x="6927480" y="910440"/>
              <a:ext cx="90000" cy="253080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4" name="Google Shape;2564;p66"/>
            <p:cNvSpPr/>
            <p:nvPr/>
          </p:nvSpPr>
          <p:spPr>
            <a:xfrm>
              <a:off x="7225920" y="488520"/>
              <a:ext cx="90000" cy="306360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5" name="Google Shape;2565;p66"/>
            <p:cNvSpPr/>
            <p:nvPr/>
          </p:nvSpPr>
          <p:spPr>
            <a:xfrm>
              <a:off x="6778080" y="910440"/>
              <a:ext cx="90000" cy="621000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6" name="Google Shape;2566;p66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67" name="Google Shape;2567;p66"/>
            <p:cNvSpPr/>
            <p:nvPr/>
          </p:nvSpPr>
          <p:spPr>
            <a:xfrm>
              <a:off x="6628680" y="14227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568" name="Google Shape;2568;p66"/>
          <p:cNvGrpSpPr/>
          <p:nvPr/>
        </p:nvGrpSpPr>
        <p:grpSpPr>
          <a:xfrm>
            <a:off x="54301" y="23066"/>
            <a:ext cx="1469010" cy="516564"/>
            <a:chOff x="4687560" y="1801800"/>
            <a:chExt cx="1433880" cy="1767240"/>
          </a:xfrm>
        </p:grpSpPr>
        <p:sp>
          <p:nvSpPr>
            <p:cNvPr id="2569" name="Google Shape;2569;p66"/>
            <p:cNvSpPr/>
            <p:nvPr/>
          </p:nvSpPr>
          <p:spPr>
            <a:xfrm>
              <a:off x="5135040" y="2166120"/>
              <a:ext cx="90360" cy="1294200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0" name="Google Shape;2570;p66"/>
            <p:cNvSpPr/>
            <p:nvPr/>
          </p:nvSpPr>
          <p:spPr>
            <a:xfrm>
              <a:off x="6031440" y="1801800"/>
              <a:ext cx="90000" cy="1096920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1" name="Google Shape;2571;p66"/>
            <p:cNvSpPr/>
            <p:nvPr/>
          </p:nvSpPr>
          <p:spPr>
            <a:xfrm>
              <a:off x="5433840" y="2706120"/>
              <a:ext cx="90000" cy="754200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2" name="Google Shape;2572;p66"/>
            <p:cNvSpPr/>
            <p:nvPr/>
          </p:nvSpPr>
          <p:spPr>
            <a:xfrm>
              <a:off x="4986000" y="2166120"/>
              <a:ext cx="90360" cy="792720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3" name="Google Shape;2573;p66"/>
            <p:cNvSpPr/>
            <p:nvPr/>
          </p:nvSpPr>
          <p:spPr>
            <a:xfrm>
              <a:off x="5732640" y="2050560"/>
              <a:ext cx="90000" cy="347040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4" name="Google Shape;2574;p66"/>
            <p:cNvSpPr/>
            <p:nvPr/>
          </p:nvSpPr>
          <p:spPr>
            <a:xfrm>
              <a:off x="5882040" y="2397600"/>
              <a:ext cx="90000" cy="501120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5" name="Google Shape;2575;p66"/>
            <p:cNvSpPr/>
            <p:nvPr/>
          </p:nvSpPr>
          <p:spPr>
            <a:xfrm>
              <a:off x="4687560" y="3133800"/>
              <a:ext cx="90000" cy="420840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6" name="Google Shape;2576;p66"/>
            <p:cNvSpPr/>
            <p:nvPr/>
          </p:nvSpPr>
          <p:spPr>
            <a:xfrm>
              <a:off x="4836960" y="2959200"/>
              <a:ext cx="90000" cy="174600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7" name="Google Shape;2577;p66"/>
            <p:cNvSpPr/>
            <p:nvPr/>
          </p:nvSpPr>
          <p:spPr>
            <a:xfrm>
              <a:off x="5583240" y="2050560"/>
              <a:ext cx="90000" cy="655920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78" name="Google Shape;2578;p66"/>
            <p:cNvSpPr/>
            <p:nvPr/>
          </p:nvSpPr>
          <p:spPr>
            <a:xfrm>
              <a:off x="5284440" y="34603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 1">
  <p:cSld name="BIG_NUMBER_1">
    <p:spTree>
      <p:nvGrpSpPr>
        <p:cNvPr id="2579" name="Shape 2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80" name="Google Shape;2580;g3d4502adc0c_0_2829"/>
          <p:cNvGrpSpPr/>
          <p:nvPr/>
        </p:nvGrpSpPr>
        <p:grpSpPr>
          <a:xfrm>
            <a:off x="0" y="0"/>
            <a:ext cx="9143995" cy="5143491"/>
            <a:chOff x="0" y="0"/>
            <a:chExt cx="9143995" cy="5143491"/>
          </a:xfrm>
        </p:grpSpPr>
        <p:sp>
          <p:nvSpPr>
            <p:cNvPr id="2581" name="Google Shape;2581;g3d4502adc0c_0_2829"/>
            <p:cNvSpPr/>
            <p:nvPr/>
          </p:nvSpPr>
          <p:spPr>
            <a:xfrm>
              <a:off x="0" y="19319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2" name="Google Shape;2582;g3d4502adc0c_0_2829"/>
            <p:cNvSpPr/>
            <p:nvPr/>
          </p:nvSpPr>
          <p:spPr>
            <a:xfrm>
              <a:off x="0" y="401120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3" name="Google Shape;2583;g3d4502adc0c_0_2829"/>
            <p:cNvSpPr/>
            <p:nvPr/>
          </p:nvSpPr>
          <p:spPr>
            <a:xfrm>
              <a:off x="0" y="60904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4" name="Google Shape;2584;g3d4502adc0c_0_2829"/>
            <p:cNvSpPr/>
            <p:nvPr/>
          </p:nvSpPr>
          <p:spPr>
            <a:xfrm>
              <a:off x="0" y="81697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5" name="Google Shape;2585;g3d4502adc0c_0_2829"/>
            <p:cNvSpPr/>
            <p:nvPr/>
          </p:nvSpPr>
          <p:spPr>
            <a:xfrm>
              <a:off x="0" y="102408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6" name="Google Shape;2586;g3d4502adc0c_0_2829"/>
            <p:cNvSpPr/>
            <p:nvPr/>
          </p:nvSpPr>
          <p:spPr>
            <a:xfrm>
              <a:off x="0" y="123201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7" name="Google Shape;2587;g3d4502adc0c_0_2829"/>
            <p:cNvSpPr/>
            <p:nvPr/>
          </p:nvSpPr>
          <p:spPr>
            <a:xfrm>
              <a:off x="0" y="143994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8" name="Google Shape;2588;g3d4502adc0c_0_2829"/>
            <p:cNvSpPr/>
            <p:nvPr/>
          </p:nvSpPr>
          <p:spPr>
            <a:xfrm>
              <a:off x="0" y="164786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89" name="Google Shape;2589;g3d4502adc0c_0_2829"/>
            <p:cNvSpPr/>
            <p:nvPr/>
          </p:nvSpPr>
          <p:spPr>
            <a:xfrm>
              <a:off x="0" y="1854977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0" name="Google Shape;2590;g3d4502adc0c_0_2829"/>
            <p:cNvSpPr/>
            <p:nvPr/>
          </p:nvSpPr>
          <p:spPr>
            <a:xfrm>
              <a:off x="0" y="206290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1" name="Google Shape;2591;g3d4502adc0c_0_2829"/>
            <p:cNvSpPr/>
            <p:nvPr/>
          </p:nvSpPr>
          <p:spPr>
            <a:xfrm>
              <a:off x="0" y="227083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2" name="Google Shape;2592;g3d4502adc0c_0_2829"/>
            <p:cNvSpPr/>
            <p:nvPr/>
          </p:nvSpPr>
          <p:spPr>
            <a:xfrm>
              <a:off x="0" y="247876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3" name="Google Shape;2593;g3d4502adc0c_0_2829"/>
            <p:cNvSpPr/>
            <p:nvPr/>
          </p:nvSpPr>
          <p:spPr>
            <a:xfrm>
              <a:off x="0" y="2686688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4" name="Google Shape;2594;g3d4502adc0c_0_2829"/>
            <p:cNvSpPr/>
            <p:nvPr/>
          </p:nvSpPr>
          <p:spPr>
            <a:xfrm>
              <a:off x="0" y="289461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5" name="Google Shape;2595;g3d4502adc0c_0_2829"/>
            <p:cNvSpPr/>
            <p:nvPr/>
          </p:nvSpPr>
          <p:spPr>
            <a:xfrm>
              <a:off x="0" y="3102544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6" name="Google Shape;2596;g3d4502adc0c_0_2829"/>
            <p:cNvSpPr/>
            <p:nvPr/>
          </p:nvSpPr>
          <p:spPr>
            <a:xfrm>
              <a:off x="0" y="330965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7" name="Google Shape;2597;g3d4502adc0c_0_2829"/>
            <p:cNvSpPr/>
            <p:nvPr/>
          </p:nvSpPr>
          <p:spPr>
            <a:xfrm>
              <a:off x="0" y="351758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8" name="Google Shape;2598;g3d4502adc0c_0_2829"/>
            <p:cNvSpPr/>
            <p:nvPr/>
          </p:nvSpPr>
          <p:spPr>
            <a:xfrm>
              <a:off x="0" y="372550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599" name="Google Shape;2599;g3d4502adc0c_0_2829"/>
            <p:cNvSpPr/>
            <p:nvPr/>
          </p:nvSpPr>
          <p:spPr>
            <a:xfrm>
              <a:off x="0" y="393343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0" name="Google Shape;2600;g3d4502adc0c_0_2829"/>
            <p:cNvSpPr/>
            <p:nvPr/>
          </p:nvSpPr>
          <p:spPr>
            <a:xfrm>
              <a:off x="0" y="4140545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1" name="Google Shape;2601;g3d4502adc0c_0_2829"/>
            <p:cNvSpPr/>
            <p:nvPr/>
          </p:nvSpPr>
          <p:spPr>
            <a:xfrm>
              <a:off x="0" y="4348473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2" name="Google Shape;2602;g3d4502adc0c_0_2829"/>
            <p:cNvSpPr/>
            <p:nvPr/>
          </p:nvSpPr>
          <p:spPr>
            <a:xfrm>
              <a:off x="0" y="4556401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3" name="Google Shape;2603;g3d4502adc0c_0_2829"/>
            <p:cNvSpPr/>
            <p:nvPr/>
          </p:nvSpPr>
          <p:spPr>
            <a:xfrm>
              <a:off x="0" y="4764329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4" name="Google Shape;2604;g3d4502adc0c_0_2829"/>
            <p:cNvSpPr/>
            <p:nvPr/>
          </p:nvSpPr>
          <p:spPr>
            <a:xfrm>
              <a:off x="0" y="4972256"/>
              <a:ext cx="8792700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5" name="Google Shape;2605;g3d4502adc0c_0_2829"/>
            <p:cNvSpPr/>
            <p:nvPr/>
          </p:nvSpPr>
          <p:spPr>
            <a:xfrm>
              <a:off x="86768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6" name="Google Shape;2606;g3d4502adc0c_0_2829"/>
            <p:cNvSpPr/>
            <p:nvPr/>
          </p:nvSpPr>
          <p:spPr>
            <a:xfrm>
              <a:off x="847046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7" name="Google Shape;2607;g3d4502adc0c_0_2829"/>
            <p:cNvSpPr/>
            <p:nvPr/>
          </p:nvSpPr>
          <p:spPr>
            <a:xfrm>
              <a:off x="826327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8" name="Google Shape;2608;g3d4502adc0c_0_2829"/>
            <p:cNvSpPr/>
            <p:nvPr/>
          </p:nvSpPr>
          <p:spPr>
            <a:xfrm>
              <a:off x="805608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09" name="Google Shape;2609;g3d4502adc0c_0_2829"/>
            <p:cNvSpPr/>
            <p:nvPr/>
          </p:nvSpPr>
          <p:spPr>
            <a:xfrm>
              <a:off x="78488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0" name="Google Shape;2610;g3d4502adc0c_0_2829"/>
            <p:cNvSpPr/>
            <p:nvPr/>
          </p:nvSpPr>
          <p:spPr>
            <a:xfrm>
              <a:off x="764169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1" name="Google Shape;2611;g3d4502adc0c_0_2829"/>
            <p:cNvSpPr/>
            <p:nvPr/>
          </p:nvSpPr>
          <p:spPr>
            <a:xfrm>
              <a:off x="74345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2" name="Google Shape;2612;g3d4502adc0c_0_2829"/>
            <p:cNvSpPr/>
            <p:nvPr/>
          </p:nvSpPr>
          <p:spPr>
            <a:xfrm>
              <a:off x="722730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3" name="Google Shape;2613;g3d4502adc0c_0_2829"/>
            <p:cNvSpPr/>
            <p:nvPr/>
          </p:nvSpPr>
          <p:spPr>
            <a:xfrm>
              <a:off x="702093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4" name="Google Shape;2614;g3d4502adc0c_0_2829"/>
            <p:cNvSpPr/>
            <p:nvPr/>
          </p:nvSpPr>
          <p:spPr>
            <a:xfrm>
              <a:off x="68137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5" name="Google Shape;2615;g3d4502adc0c_0_2829"/>
            <p:cNvSpPr/>
            <p:nvPr/>
          </p:nvSpPr>
          <p:spPr>
            <a:xfrm>
              <a:off x="66065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6" name="Google Shape;2616;g3d4502adc0c_0_2829"/>
            <p:cNvSpPr/>
            <p:nvPr/>
          </p:nvSpPr>
          <p:spPr>
            <a:xfrm>
              <a:off x="639934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7" name="Google Shape;2617;g3d4502adc0c_0_2829"/>
            <p:cNvSpPr/>
            <p:nvPr/>
          </p:nvSpPr>
          <p:spPr>
            <a:xfrm>
              <a:off x="619297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8" name="Google Shape;2618;g3d4502adc0c_0_2829"/>
            <p:cNvSpPr/>
            <p:nvPr/>
          </p:nvSpPr>
          <p:spPr>
            <a:xfrm>
              <a:off x="598577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19" name="Google Shape;2619;g3d4502adc0c_0_2829"/>
            <p:cNvSpPr/>
            <p:nvPr/>
          </p:nvSpPr>
          <p:spPr>
            <a:xfrm>
              <a:off x="577858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0" name="Google Shape;2620;g3d4502adc0c_0_2829"/>
            <p:cNvSpPr/>
            <p:nvPr/>
          </p:nvSpPr>
          <p:spPr>
            <a:xfrm>
              <a:off x="55713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1" name="Google Shape;2621;g3d4502adc0c_0_2829"/>
            <p:cNvSpPr/>
            <p:nvPr/>
          </p:nvSpPr>
          <p:spPr>
            <a:xfrm>
              <a:off x="536501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2" name="Google Shape;2622;g3d4502adc0c_0_2829"/>
            <p:cNvSpPr/>
            <p:nvPr/>
          </p:nvSpPr>
          <p:spPr>
            <a:xfrm>
              <a:off x="515863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3" name="Google Shape;2623;g3d4502adc0c_0_2829"/>
            <p:cNvSpPr/>
            <p:nvPr/>
          </p:nvSpPr>
          <p:spPr>
            <a:xfrm>
              <a:off x="495144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4" name="Google Shape;2624;g3d4502adc0c_0_2829"/>
            <p:cNvSpPr/>
            <p:nvPr/>
          </p:nvSpPr>
          <p:spPr>
            <a:xfrm>
              <a:off x="474424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5" name="Google Shape;2625;g3d4502adc0c_0_2829"/>
            <p:cNvSpPr/>
            <p:nvPr/>
          </p:nvSpPr>
          <p:spPr>
            <a:xfrm>
              <a:off x="453705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6" name="Google Shape;2626;g3d4502adc0c_0_2829"/>
            <p:cNvSpPr/>
            <p:nvPr/>
          </p:nvSpPr>
          <p:spPr>
            <a:xfrm>
              <a:off x="432986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7" name="Google Shape;2627;g3d4502adc0c_0_2829"/>
            <p:cNvSpPr/>
            <p:nvPr/>
          </p:nvSpPr>
          <p:spPr>
            <a:xfrm>
              <a:off x="412266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8" name="Google Shape;2628;g3d4502adc0c_0_2829"/>
            <p:cNvSpPr/>
            <p:nvPr/>
          </p:nvSpPr>
          <p:spPr>
            <a:xfrm>
              <a:off x="391628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29" name="Google Shape;2629;g3d4502adc0c_0_2829"/>
            <p:cNvSpPr/>
            <p:nvPr/>
          </p:nvSpPr>
          <p:spPr>
            <a:xfrm>
              <a:off x="370909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0" name="Google Shape;2630;g3d4502adc0c_0_2829"/>
            <p:cNvSpPr/>
            <p:nvPr/>
          </p:nvSpPr>
          <p:spPr>
            <a:xfrm>
              <a:off x="350190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1" name="Google Shape;2631;g3d4502adc0c_0_2829"/>
            <p:cNvSpPr/>
            <p:nvPr/>
          </p:nvSpPr>
          <p:spPr>
            <a:xfrm>
              <a:off x="329470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2" name="Google Shape;2632;g3d4502adc0c_0_2829"/>
            <p:cNvSpPr/>
            <p:nvPr/>
          </p:nvSpPr>
          <p:spPr>
            <a:xfrm>
              <a:off x="308751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3" name="Google Shape;2633;g3d4502adc0c_0_2829"/>
            <p:cNvSpPr/>
            <p:nvPr/>
          </p:nvSpPr>
          <p:spPr>
            <a:xfrm>
              <a:off x="288113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4" name="Google Shape;2634;g3d4502adc0c_0_2829"/>
            <p:cNvSpPr/>
            <p:nvPr/>
          </p:nvSpPr>
          <p:spPr>
            <a:xfrm>
              <a:off x="267394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5" name="Google Shape;2635;g3d4502adc0c_0_2829"/>
            <p:cNvSpPr/>
            <p:nvPr/>
          </p:nvSpPr>
          <p:spPr>
            <a:xfrm>
              <a:off x="2466748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6" name="Google Shape;2636;g3d4502adc0c_0_2829"/>
            <p:cNvSpPr/>
            <p:nvPr/>
          </p:nvSpPr>
          <p:spPr>
            <a:xfrm>
              <a:off x="225955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7" name="Google Shape;2637;g3d4502adc0c_0_2829"/>
            <p:cNvSpPr/>
            <p:nvPr/>
          </p:nvSpPr>
          <p:spPr>
            <a:xfrm>
              <a:off x="2052361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8" name="Google Shape;2638;g3d4502adc0c_0_2829"/>
            <p:cNvSpPr/>
            <p:nvPr/>
          </p:nvSpPr>
          <p:spPr>
            <a:xfrm>
              <a:off x="1845983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9" name="Google Shape;2639;g3d4502adc0c_0_2829"/>
            <p:cNvSpPr/>
            <p:nvPr/>
          </p:nvSpPr>
          <p:spPr>
            <a:xfrm>
              <a:off x="163879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0" name="Google Shape;2640;g3d4502adc0c_0_2829"/>
            <p:cNvSpPr/>
            <p:nvPr/>
          </p:nvSpPr>
          <p:spPr>
            <a:xfrm>
              <a:off x="143159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1" name="Google Shape;2641;g3d4502adc0c_0_2829"/>
            <p:cNvSpPr/>
            <p:nvPr/>
          </p:nvSpPr>
          <p:spPr>
            <a:xfrm>
              <a:off x="1224402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2" name="Google Shape;2642;g3d4502adc0c_0_2829"/>
            <p:cNvSpPr/>
            <p:nvPr/>
          </p:nvSpPr>
          <p:spPr>
            <a:xfrm>
              <a:off x="1017209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3" name="Google Shape;2643;g3d4502adc0c_0_2829"/>
            <p:cNvSpPr/>
            <p:nvPr/>
          </p:nvSpPr>
          <p:spPr>
            <a:xfrm>
              <a:off x="810015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4" name="Google Shape;2644;g3d4502adc0c_0_2829"/>
            <p:cNvSpPr/>
            <p:nvPr/>
          </p:nvSpPr>
          <p:spPr>
            <a:xfrm>
              <a:off x="603637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5" name="Google Shape;2645;g3d4502adc0c_0_2829"/>
            <p:cNvSpPr/>
            <p:nvPr/>
          </p:nvSpPr>
          <p:spPr>
            <a:xfrm>
              <a:off x="396444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6" name="Google Shape;2646;g3d4502adc0c_0_2829"/>
            <p:cNvSpPr/>
            <p:nvPr/>
          </p:nvSpPr>
          <p:spPr>
            <a:xfrm>
              <a:off x="18925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7" name="Google Shape;2647;g3d4502adc0c_0_2829"/>
            <p:cNvSpPr/>
            <p:nvPr/>
          </p:nvSpPr>
          <p:spPr>
            <a:xfrm>
              <a:off x="8716176" y="19320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8" name="Google Shape;2648;g3d4502adc0c_0_2829"/>
            <p:cNvSpPr/>
            <p:nvPr/>
          </p:nvSpPr>
          <p:spPr>
            <a:xfrm>
              <a:off x="8716176" y="40112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9" name="Google Shape;2649;g3d4502adc0c_0_2829"/>
            <p:cNvSpPr/>
            <p:nvPr/>
          </p:nvSpPr>
          <p:spPr>
            <a:xfrm>
              <a:off x="8716176" y="60905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0" name="Google Shape;2650;g3d4502adc0c_0_2829"/>
            <p:cNvSpPr/>
            <p:nvPr/>
          </p:nvSpPr>
          <p:spPr>
            <a:xfrm>
              <a:off x="8716176" y="81698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1" name="Google Shape;2651;g3d4502adc0c_0_2829"/>
            <p:cNvSpPr/>
            <p:nvPr/>
          </p:nvSpPr>
          <p:spPr>
            <a:xfrm>
              <a:off x="8716176" y="102409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2" name="Google Shape;2652;g3d4502adc0c_0_2829"/>
            <p:cNvSpPr/>
            <p:nvPr/>
          </p:nvSpPr>
          <p:spPr>
            <a:xfrm>
              <a:off x="8716176" y="123201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3" name="Google Shape;2653;g3d4502adc0c_0_2829"/>
            <p:cNvSpPr/>
            <p:nvPr/>
          </p:nvSpPr>
          <p:spPr>
            <a:xfrm>
              <a:off x="8716176" y="143994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4" name="Google Shape;2654;g3d4502adc0c_0_2829"/>
            <p:cNvSpPr/>
            <p:nvPr/>
          </p:nvSpPr>
          <p:spPr>
            <a:xfrm>
              <a:off x="8716176" y="164787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5" name="Google Shape;2655;g3d4502adc0c_0_2829"/>
            <p:cNvSpPr/>
            <p:nvPr/>
          </p:nvSpPr>
          <p:spPr>
            <a:xfrm>
              <a:off x="8716176" y="185498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6" name="Google Shape;2656;g3d4502adc0c_0_2829"/>
            <p:cNvSpPr/>
            <p:nvPr/>
          </p:nvSpPr>
          <p:spPr>
            <a:xfrm>
              <a:off x="8716176" y="2062907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7" name="Google Shape;2657;g3d4502adc0c_0_2829"/>
            <p:cNvSpPr/>
            <p:nvPr/>
          </p:nvSpPr>
          <p:spPr>
            <a:xfrm>
              <a:off x="8716176" y="2270834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8" name="Google Shape;2658;g3d4502adc0c_0_2829"/>
            <p:cNvSpPr/>
            <p:nvPr/>
          </p:nvSpPr>
          <p:spPr>
            <a:xfrm>
              <a:off x="8716176" y="247876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9" name="Google Shape;2659;g3d4502adc0c_0_2829"/>
            <p:cNvSpPr/>
            <p:nvPr/>
          </p:nvSpPr>
          <p:spPr>
            <a:xfrm>
              <a:off x="8716176" y="268668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0" name="Google Shape;2660;g3d4502adc0c_0_2829"/>
            <p:cNvSpPr/>
            <p:nvPr/>
          </p:nvSpPr>
          <p:spPr>
            <a:xfrm>
              <a:off x="8716176" y="289461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1" name="Google Shape;2661;g3d4502adc0c_0_2829"/>
            <p:cNvSpPr/>
            <p:nvPr/>
          </p:nvSpPr>
          <p:spPr>
            <a:xfrm>
              <a:off x="8716176" y="310254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2" name="Google Shape;2662;g3d4502adc0c_0_2829"/>
            <p:cNvSpPr/>
            <p:nvPr/>
          </p:nvSpPr>
          <p:spPr>
            <a:xfrm>
              <a:off x="8716176" y="330965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3" name="Google Shape;2663;g3d4502adc0c_0_2829"/>
            <p:cNvSpPr/>
            <p:nvPr/>
          </p:nvSpPr>
          <p:spPr>
            <a:xfrm>
              <a:off x="8716176" y="351757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4" name="Google Shape;2664;g3d4502adc0c_0_2829"/>
            <p:cNvSpPr/>
            <p:nvPr/>
          </p:nvSpPr>
          <p:spPr>
            <a:xfrm>
              <a:off x="8716176" y="372550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5" name="Google Shape;2665;g3d4502adc0c_0_2829"/>
            <p:cNvSpPr/>
            <p:nvPr/>
          </p:nvSpPr>
          <p:spPr>
            <a:xfrm>
              <a:off x="8716176" y="393343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6" name="Google Shape;2666;g3d4502adc0c_0_2829"/>
            <p:cNvSpPr/>
            <p:nvPr/>
          </p:nvSpPr>
          <p:spPr>
            <a:xfrm>
              <a:off x="8716176" y="4140541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7" name="Google Shape;2667;g3d4502adc0c_0_2829"/>
            <p:cNvSpPr/>
            <p:nvPr/>
          </p:nvSpPr>
          <p:spPr>
            <a:xfrm>
              <a:off x="8716176" y="4348469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8" name="Google Shape;2668;g3d4502adc0c_0_2829"/>
            <p:cNvSpPr/>
            <p:nvPr/>
          </p:nvSpPr>
          <p:spPr>
            <a:xfrm>
              <a:off x="8716176" y="4556396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69" name="Google Shape;2669;g3d4502adc0c_0_2829"/>
            <p:cNvSpPr/>
            <p:nvPr/>
          </p:nvSpPr>
          <p:spPr>
            <a:xfrm>
              <a:off x="8716176" y="4764323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0" name="Google Shape;2670;g3d4502adc0c_0_2829"/>
            <p:cNvSpPr/>
            <p:nvPr/>
          </p:nvSpPr>
          <p:spPr>
            <a:xfrm>
              <a:off x="8716176" y="4972250"/>
              <a:ext cx="427819" cy="0"/>
            </a:xfrm>
            <a:custGeom>
              <a:rect b="b" l="l" r="r" t="t"/>
              <a:pathLst>
                <a:path extrusionOk="0" fill="none" h="120000" w="10779">
                  <a:moveTo>
                    <a:pt x="0" y="0"/>
                  </a:moveTo>
                  <a:lnTo>
                    <a:pt x="10779" y="0"/>
                  </a:lnTo>
                  <a:lnTo>
                    <a:pt x="10779" y="0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0" lIns="83575" spcFirstLastPara="1" rIns="83575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1" name="Google Shape;2671;g3d4502adc0c_0_2829"/>
            <p:cNvSpPr/>
            <p:nvPr/>
          </p:nvSpPr>
          <p:spPr>
            <a:xfrm>
              <a:off x="9071500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72" name="Google Shape;2672;g3d4502adc0c_0_2829"/>
            <p:cNvSpPr/>
            <p:nvPr/>
          </p:nvSpPr>
          <p:spPr>
            <a:xfrm>
              <a:off x="8864306" y="0"/>
              <a:ext cx="0" cy="5143491"/>
            </a:xfrm>
            <a:custGeom>
              <a:rect b="b" l="l" r="r" t="t"/>
              <a:pathLst>
                <a:path extrusionOk="0" fill="none" h="12813" w="120000">
                  <a:moveTo>
                    <a:pt x="0" y="0"/>
                  </a:moveTo>
                  <a:lnTo>
                    <a:pt x="0" y="12813"/>
                  </a:lnTo>
                  <a:lnTo>
                    <a:pt x="0" y="12813"/>
                  </a:lnTo>
                </a:path>
              </a:pathLst>
            </a:custGeom>
            <a:noFill/>
            <a:ln cap="flat" cmpd="sng" w="9525">
              <a:solidFill>
                <a:srgbClr val="FFFFFF"/>
              </a:solidFill>
              <a:prstDash val="dashDot"/>
              <a:miter lim="8000"/>
              <a:headEnd len="sm" w="sm" type="none"/>
              <a:tailEnd len="sm" w="sm" type="none"/>
            </a:ln>
          </p:spPr>
          <p:txBody>
            <a:bodyPr anchorCtr="1" anchor="ctr" bIns="42775" lIns="83575" spcFirstLastPara="1" rIns="83575" wrap="square" tIns="42775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sz="16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73" name="Google Shape;2673;g3d4502adc0c_0_2829"/>
          <p:cNvSpPr txBox="1"/>
          <p:nvPr>
            <p:ph hasCustomPrompt="1" type="title"/>
          </p:nvPr>
        </p:nvSpPr>
        <p:spPr>
          <a:xfrm>
            <a:off x="1284000" y="1057549"/>
            <a:ext cx="6576000" cy="171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Font typeface="Outfit ExtraBold"/>
              <a:buNone/>
              <a:defRPr b="0" sz="60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674" name="Google Shape;2674;g3d4502adc0c_0_2829"/>
          <p:cNvSpPr txBox="1"/>
          <p:nvPr>
            <p:ph idx="1" type="subTitle"/>
          </p:nvPr>
        </p:nvSpPr>
        <p:spPr>
          <a:xfrm>
            <a:off x="1284000" y="2774099"/>
            <a:ext cx="6576000" cy="49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1.xml"/><Relationship Id="rId22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10.xml"/><Relationship Id="rId21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13.xml"/><Relationship Id="rId24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1"/>
          <p:cNvSpPr txBox="1"/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utfit ExtraBold"/>
              <a:buNone/>
              <a:defRPr b="1" i="0" sz="2800" u="none" cap="none" strike="noStrik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utfit ExtraBold"/>
              <a:buNone/>
              <a:defRPr b="1" i="0" sz="2800" u="none" cap="none" strike="noStrik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utfit ExtraBold"/>
              <a:buNone/>
              <a:defRPr b="1" i="0" sz="2800" u="none" cap="none" strike="noStrik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utfit ExtraBold"/>
              <a:buNone/>
              <a:defRPr b="1" i="0" sz="2800" u="none" cap="none" strike="noStrik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utfit ExtraBold"/>
              <a:buNone/>
              <a:defRPr b="1" i="0" sz="2800" u="none" cap="none" strike="noStrik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utfit ExtraBold"/>
              <a:buNone/>
              <a:defRPr b="1" i="0" sz="2800" u="none" cap="none" strike="noStrik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utfit ExtraBold"/>
              <a:buNone/>
              <a:defRPr b="1" i="0" sz="2800" u="none" cap="none" strike="noStrik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utfit ExtraBold"/>
              <a:buNone/>
              <a:defRPr b="1" i="0" sz="2800" u="none" cap="none" strike="noStrik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Outfit ExtraBold"/>
              <a:buNone/>
              <a:defRPr b="1" i="0" sz="2800" u="none" cap="none" strike="noStrike">
                <a:solidFill>
                  <a:schemeClr val="dk1"/>
                </a:solidFill>
                <a:latin typeface="Outfit ExtraBold"/>
                <a:ea typeface="Outfit ExtraBold"/>
                <a:cs typeface="Outfit ExtraBold"/>
                <a:sym typeface="Outfit ExtraBold"/>
              </a:defRPr>
            </a:lvl9pPr>
          </a:lstStyle>
          <a:p/>
        </p:txBody>
      </p:sp>
      <p:sp>
        <p:nvSpPr>
          <p:cNvPr id="7" name="Google Shape;7;p41"/>
          <p:cNvSpPr txBox="1"/>
          <p:nvPr>
            <p:ph idx="1" type="body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●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○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Lato"/>
              <a:buChar char="■"/>
              <a:defRPr b="0" i="0" sz="1400" u="none" cap="none" strike="noStrike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mc:AlternateContent>
    <mc:Choice Requires="p14">
      <p:transition spd="med">
        <p14:flip dir="l"/>
      </p:transition>
    </mc:Choice>
    <mc:Fallback>
      <p:transition spd="med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nces.ed.gov/programs/coe/indicator/coj/status-dropout-rates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earch.com/education/high-school-dropout-rate" TargetMode="External"/><Relationship Id="rId4" Type="http://schemas.openxmlformats.org/officeDocument/2006/relationships/hyperlink" Target="https://www.statista.com/statistics/233162/us-poverty-rate-by-education/" TargetMode="External"/><Relationship Id="rId5" Type="http://schemas.openxmlformats.org/officeDocument/2006/relationships/hyperlink" Target="https://nces.ed.gov/programs/dropout/intro.asp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image21.png"/><Relationship Id="rId5" Type="http://schemas.openxmlformats.org/officeDocument/2006/relationships/image" Target="../media/image7.png"/><Relationship Id="rId6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8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1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7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Relationship Id="rId4" Type="http://schemas.openxmlformats.org/officeDocument/2006/relationships/image" Target="../media/image14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3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8" name="Shape 2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9" name="Google Shape;2679;p1"/>
          <p:cNvSpPr txBox="1"/>
          <p:nvPr>
            <p:ph idx="1" type="subTitle"/>
          </p:nvPr>
        </p:nvSpPr>
        <p:spPr>
          <a:xfrm>
            <a:off x="685950" y="1559850"/>
            <a:ext cx="7772100" cy="8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Predicting dropout risk using HSLS:09 longitudinal data to enable early intervention and support at-risk students.</a:t>
            </a:r>
            <a:endParaRPr>
              <a:solidFill>
                <a:srgbClr val="33415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0" name="Google Shape;2680;p1"/>
          <p:cNvSpPr txBox="1"/>
          <p:nvPr/>
        </p:nvSpPr>
        <p:spPr>
          <a:xfrm>
            <a:off x="1581075" y="430150"/>
            <a:ext cx="6256200" cy="139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b="1" lang="en" sz="2300"/>
              <a:t>Early Warning for High School Dropout:     A Machine Learning Approach</a:t>
            </a:r>
            <a:endParaRPr b="1" sz="2300"/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681" name="Google Shape;2681;p1"/>
          <p:cNvSpPr txBox="1"/>
          <p:nvPr/>
        </p:nvSpPr>
        <p:spPr>
          <a:xfrm>
            <a:off x="713250" y="4355000"/>
            <a:ext cx="2874000" cy="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April 4, 2026</a:t>
            </a:r>
            <a:endParaRPr sz="10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682" name="Google Shape;2682;p1"/>
          <p:cNvSpPr txBox="1"/>
          <p:nvPr/>
        </p:nvSpPr>
        <p:spPr>
          <a:xfrm>
            <a:off x="1231050" y="2384850"/>
            <a:ext cx="6681900" cy="139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Nafe Abubaker</a:t>
            </a:r>
            <a:br>
              <a:rPr lang="en"/>
            </a:br>
            <a:r>
              <a:rPr lang="en"/>
              <a:t>Afaf Amwas</a:t>
            </a:r>
            <a:br>
              <a:rPr lang="en"/>
            </a:br>
            <a:r>
              <a:rPr lang="en"/>
              <a:t>Ayham Al-Duwairy</a:t>
            </a:r>
            <a:br>
              <a:rPr lang="en"/>
            </a:br>
            <a:r>
              <a:rPr lang="en"/>
              <a:t>Heba Qasem</a:t>
            </a:r>
            <a:br>
              <a:rPr lang="en"/>
            </a:br>
            <a:r>
              <a:rPr lang="en"/>
              <a:t>Tala Hliqawi</a:t>
            </a:r>
            <a:endParaRPr/>
          </a:p>
        </p:txBody>
      </p:sp>
      <p:sp>
        <p:nvSpPr>
          <p:cNvPr id="2683" name="Google Shape;2683;p1"/>
          <p:cNvSpPr txBox="1"/>
          <p:nvPr/>
        </p:nvSpPr>
        <p:spPr>
          <a:xfrm>
            <a:off x="5584050" y="4355000"/>
            <a:ext cx="2874000" cy="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Group 1</a:t>
            </a:r>
            <a:endParaRPr sz="10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mc:AlternateContent>
    <mc:Choice Requires="p14">
      <p:transition p14:dur="100">
        <p:fade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7" name="Shape 2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8" name="Google Shape;2688;p3"/>
          <p:cNvSpPr txBox="1"/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2689" name="Google Shape;2689;p3"/>
          <p:cNvSpPr txBox="1"/>
          <p:nvPr>
            <p:ph idx="5" type="title"/>
          </p:nvPr>
        </p:nvSpPr>
        <p:spPr>
          <a:xfrm>
            <a:off x="839104" y="1268175"/>
            <a:ext cx="658860" cy="60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690" name="Google Shape;2690;p3"/>
          <p:cNvSpPr txBox="1"/>
          <p:nvPr>
            <p:ph idx="13" type="subTitle"/>
          </p:nvPr>
        </p:nvSpPr>
        <p:spPr>
          <a:xfrm>
            <a:off x="1533288" y="2347950"/>
            <a:ext cx="28674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Dataset</a:t>
            </a:r>
            <a:endParaRPr/>
          </a:p>
        </p:txBody>
      </p:sp>
      <p:sp>
        <p:nvSpPr>
          <p:cNvPr id="2691" name="Google Shape;2691;p3"/>
          <p:cNvSpPr txBox="1"/>
          <p:nvPr>
            <p:ph idx="14" type="subTitle"/>
          </p:nvPr>
        </p:nvSpPr>
        <p:spPr>
          <a:xfrm>
            <a:off x="5775100" y="1317570"/>
            <a:ext cx="3579000" cy="70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EDA insights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/>
          </a:p>
        </p:txBody>
      </p:sp>
      <p:sp>
        <p:nvSpPr>
          <p:cNvPr id="2692" name="Google Shape;2692;p3"/>
          <p:cNvSpPr txBox="1"/>
          <p:nvPr>
            <p:ph idx="15" type="subTitle"/>
          </p:nvPr>
        </p:nvSpPr>
        <p:spPr>
          <a:xfrm>
            <a:off x="2905766" y="4305400"/>
            <a:ext cx="40266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en"/>
              <a:t>Business Recommendation &amp; Next Steps</a:t>
            </a:r>
            <a:endParaRPr/>
          </a:p>
        </p:txBody>
      </p:sp>
      <p:sp>
        <p:nvSpPr>
          <p:cNvPr id="2693" name="Google Shape;2693;p3"/>
          <p:cNvSpPr txBox="1"/>
          <p:nvPr/>
        </p:nvSpPr>
        <p:spPr>
          <a:xfrm>
            <a:off x="839104" y="2293189"/>
            <a:ext cx="658860" cy="60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utfit ExtraBold"/>
              <a:buNone/>
            </a:pPr>
            <a:r>
              <a:rPr b="1" i="0" lang="en" sz="1600" u="none" cap="none" strike="noStrike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02</a:t>
            </a:r>
            <a:endParaRPr/>
          </a:p>
        </p:txBody>
      </p:sp>
      <p:sp>
        <p:nvSpPr>
          <p:cNvPr id="2694" name="Google Shape;2694;p3"/>
          <p:cNvSpPr txBox="1"/>
          <p:nvPr/>
        </p:nvSpPr>
        <p:spPr>
          <a:xfrm>
            <a:off x="839104" y="3314923"/>
            <a:ext cx="658860" cy="60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utfit ExtraBold"/>
              <a:buNone/>
            </a:pPr>
            <a:r>
              <a:rPr b="1" i="0" lang="en" sz="1600" u="none" cap="none" strike="noStrike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03</a:t>
            </a:r>
            <a:endParaRPr/>
          </a:p>
        </p:txBody>
      </p:sp>
      <p:sp>
        <p:nvSpPr>
          <p:cNvPr id="2695" name="Google Shape;2695;p3"/>
          <p:cNvSpPr txBox="1"/>
          <p:nvPr/>
        </p:nvSpPr>
        <p:spPr>
          <a:xfrm>
            <a:off x="1533250" y="3314924"/>
            <a:ext cx="3540600" cy="50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</a:pPr>
            <a:r>
              <a:rPr b="1" lang="en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Columns Selection &amp; Data Cleaning</a:t>
            </a:r>
            <a:endParaRPr/>
          </a:p>
        </p:txBody>
      </p:sp>
      <p:sp>
        <p:nvSpPr>
          <p:cNvPr id="2696" name="Google Shape;2696;p3"/>
          <p:cNvSpPr txBox="1"/>
          <p:nvPr/>
        </p:nvSpPr>
        <p:spPr>
          <a:xfrm>
            <a:off x="1533241" y="1317577"/>
            <a:ext cx="28674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</a:pPr>
            <a:r>
              <a:rPr b="1" i="0" lang="en" sz="1600" u="none" cap="none" strike="noStrike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Problem Statement</a:t>
            </a:r>
            <a:endParaRPr/>
          </a:p>
        </p:txBody>
      </p:sp>
      <p:sp>
        <p:nvSpPr>
          <p:cNvPr id="2697" name="Google Shape;2697;p3"/>
          <p:cNvSpPr txBox="1"/>
          <p:nvPr/>
        </p:nvSpPr>
        <p:spPr>
          <a:xfrm>
            <a:off x="5039532" y="1270331"/>
            <a:ext cx="658800" cy="60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utfit ExtraBold"/>
              <a:buNone/>
            </a:pPr>
            <a:r>
              <a:rPr b="1" i="0" lang="en" sz="1600" u="none" cap="none" strike="noStrike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04</a:t>
            </a:r>
            <a:endParaRPr/>
          </a:p>
        </p:txBody>
      </p:sp>
      <p:sp>
        <p:nvSpPr>
          <p:cNvPr id="2698" name="Google Shape;2698;p3"/>
          <p:cNvSpPr txBox="1"/>
          <p:nvPr/>
        </p:nvSpPr>
        <p:spPr>
          <a:xfrm>
            <a:off x="5039532" y="3361671"/>
            <a:ext cx="658800" cy="60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utfit ExtraBold"/>
              <a:buNone/>
            </a:pPr>
            <a:r>
              <a:rPr b="1" i="0" lang="en" sz="1600" u="none" cap="none" strike="noStrike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0</a:t>
            </a:r>
            <a:r>
              <a:rPr b="1" lang="en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6</a:t>
            </a:r>
            <a:endParaRPr/>
          </a:p>
        </p:txBody>
      </p:sp>
      <p:sp>
        <p:nvSpPr>
          <p:cNvPr id="2699" name="Google Shape;2699;p3"/>
          <p:cNvSpPr txBox="1"/>
          <p:nvPr/>
        </p:nvSpPr>
        <p:spPr>
          <a:xfrm>
            <a:off x="2211645" y="4270411"/>
            <a:ext cx="658800" cy="60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utfit ExtraBold"/>
              <a:buNone/>
            </a:pPr>
            <a:r>
              <a:rPr b="1" i="0" lang="en" sz="1600" u="none" cap="none" strike="noStrike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0</a:t>
            </a:r>
            <a:r>
              <a:rPr b="1" lang="en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7</a:t>
            </a:r>
            <a:endParaRPr/>
          </a:p>
        </p:txBody>
      </p:sp>
      <p:sp>
        <p:nvSpPr>
          <p:cNvPr id="2700" name="Google Shape;2700;p3"/>
          <p:cNvSpPr txBox="1"/>
          <p:nvPr/>
        </p:nvSpPr>
        <p:spPr>
          <a:xfrm>
            <a:off x="5775100" y="3415928"/>
            <a:ext cx="3055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Outfit ExtraBold"/>
              <a:buNone/>
            </a:pPr>
            <a:r>
              <a:rPr b="1" i="0" lang="en" sz="1600" u="none" cap="none" strike="noStrike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Modeling and Results</a:t>
            </a:r>
            <a:endParaRPr/>
          </a:p>
        </p:txBody>
      </p:sp>
      <p:sp>
        <p:nvSpPr>
          <p:cNvPr id="2701" name="Google Shape;2701;p3"/>
          <p:cNvSpPr txBox="1"/>
          <p:nvPr/>
        </p:nvSpPr>
        <p:spPr>
          <a:xfrm>
            <a:off x="5039532" y="2268747"/>
            <a:ext cx="658800" cy="60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utfit ExtraBold"/>
              <a:buNone/>
            </a:pPr>
            <a:r>
              <a:rPr b="1" i="0" lang="en" sz="1600" u="none" cap="none" strike="noStrike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0</a:t>
            </a:r>
            <a:r>
              <a:rPr b="1" lang="en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5</a:t>
            </a:r>
            <a:endParaRPr/>
          </a:p>
        </p:txBody>
      </p:sp>
      <p:sp>
        <p:nvSpPr>
          <p:cNvPr id="2702" name="Google Shape;2702;p3"/>
          <p:cNvSpPr txBox="1"/>
          <p:nvPr/>
        </p:nvSpPr>
        <p:spPr>
          <a:xfrm>
            <a:off x="5775100" y="2323003"/>
            <a:ext cx="3055500" cy="447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600">
                <a:solidFill>
                  <a:schemeClr val="accent1"/>
                </a:solidFill>
                <a:latin typeface="Outfit ExtraBold"/>
                <a:ea typeface="Outfit ExtraBold"/>
                <a:cs typeface="Outfit ExtraBold"/>
                <a:sym typeface="Outfit ExtraBold"/>
              </a:rPr>
              <a:t>Feature Selection</a:t>
            </a:r>
            <a:endParaRPr b="1" sz="1600">
              <a:solidFill>
                <a:schemeClr val="accent1"/>
              </a:solidFill>
              <a:latin typeface="Outfit ExtraBold"/>
              <a:ea typeface="Outfit ExtraBold"/>
              <a:cs typeface="Outfit ExtraBold"/>
              <a:sym typeface="Outfit ExtraBold"/>
            </a:endParaRPr>
          </a:p>
        </p:txBody>
      </p:sp>
    </p:spTree>
  </p:cSld>
  <p:clrMapOvr>
    <a:masterClrMapping/>
  </p:clrMapOvr>
  <p:transition spd="med">
    <p:push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6" name="Shape 2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7" name="Google Shape;2707;p5"/>
          <p:cNvSpPr txBox="1"/>
          <p:nvPr>
            <p:ph type="title"/>
          </p:nvPr>
        </p:nvSpPr>
        <p:spPr>
          <a:xfrm>
            <a:off x="713225" y="2121000"/>
            <a:ext cx="77175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Problem Statement</a:t>
            </a:r>
            <a:endParaRPr/>
          </a:p>
        </p:txBody>
      </p:sp>
      <p:sp>
        <p:nvSpPr>
          <p:cNvPr id="2708" name="Google Shape;2708;p5"/>
          <p:cNvSpPr txBox="1"/>
          <p:nvPr>
            <p:ph idx="2" type="title"/>
          </p:nvPr>
        </p:nvSpPr>
        <p:spPr>
          <a:xfrm>
            <a:off x="3574350" y="539500"/>
            <a:ext cx="1652100" cy="166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2709" name="Google Shape;2709;p5"/>
          <p:cNvGrpSpPr/>
          <p:nvPr/>
        </p:nvGrpSpPr>
        <p:grpSpPr>
          <a:xfrm>
            <a:off x="3333124" y="539512"/>
            <a:ext cx="397957" cy="491303"/>
            <a:chOff x="4986000" y="2166120"/>
            <a:chExt cx="388440" cy="1402920"/>
          </a:xfrm>
        </p:grpSpPr>
        <p:sp>
          <p:nvSpPr>
            <p:cNvPr id="2710" name="Google Shape;2710;p5"/>
            <p:cNvSpPr/>
            <p:nvPr/>
          </p:nvSpPr>
          <p:spPr>
            <a:xfrm>
              <a:off x="5135040" y="2166120"/>
              <a:ext cx="90360" cy="1294200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1" name="Google Shape;2711;p5"/>
            <p:cNvSpPr/>
            <p:nvPr/>
          </p:nvSpPr>
          <p:spPr>
            <a:xfrm>
              <a:off x="4986000" y="2166120"/>
              <a:ext cx="90360" cy="792720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2" name="Google Shape;2712;p5"/>
            <p:cNvSpPr/>
            <p:nvPr/>
          </p:nvSpPr>
          <p:spPr>
            <a:xfrm>
              <a:off x="5284440" y="34603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13" name="Google Shape;2713;p5"/>
          <p:cNvGrpSpPr/>
          <p:nvPr/>
        </p:nvGrpSpPr>
        <p:grpSpPr>
          <a:xfrm>
            <a:off x="4984310" y="1974862"/>
            <a:ext cx="398326" cy="280942"/>
            <a:chOff x="6180480" y="1249200"/>
            <a:chExt cx="388800" cy="552600"/>
          </a:xfrm>
        </p:grpSpPr>
        <p:sp>
          <p:nvSpPr>
            <p:cNvPr id="2714" name="Google Shape;2714;p5"/>
            <p:cNvSpPr/>
            <p:nvPr/>
          </p:nvSpPr>
          <p:spPr>
            <a:xfrm>
              <a:off x="6479280" y="1249200"/>
              <a:ext cx="90000" cy="173520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5" name="Google Shape;2715;p5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6" name="Google Shape;2716;p5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med">
    <p:push/>
  </p:transition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0" name="Shape 2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21" name="Google Shape;2721;g3d45d748a52_2_6"/>
          <p:cNvGrpSpPr/>
          <p:nvPr/>
        </p:nvGrpSpPr>
        <p:grpSpPr>
          <a:xfrm>
            <a:off x="122000" y="4917447"/>
            <a:ext cx="4420450" cy="226056"/>
            <a:chOff x="122000" y="4917447"/>
            <a:chExt cx="4420450" cy="226056"/>
          </a:xfrm>
        </p:grpSpPr>
        <p:sp>
          <p:nvSpPr>
            <p:cNvPr id="2722" name="Google Shape;2722;g3d45d748a52_2_6"/>
            <p:cNvSpPr/>
            <p:nvPr/>
          </p:nvSpPr>
          <p:spPr>
            <a:xfrm>
              <a:off x="12200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3" name="Google Shape;2723;g3d45d748a52_2_6"/>
            <p:cNvSpPr/>
            <p:nvPr/>
          </p:nvSpPr>
          <p:spPr>
            <a:xfrm>
              <a:off x="420441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4" name="Google Shape;2724;g3d45d748a52_2_6"/>
            <p:cNvSpPr/>
            <p:nvPr/>
          </p:nvSpPr>
          <p:spPr>
            <a:xfrm>
              <a:off x="719241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5" name="Google Shape;2725;g3d45d748a52_2_6"/>
            <p:cNvSpPr/>
            <p:nvPr/>
          </p:nvSpPr>
          <p:spPr>
            <a:xfrm>
              <a:off x="1018042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6" name="Google Shape;2726;g3d45d748a52_2_6"/>
            <p:cNvSpPr/>
            <p:nvPr/>
          </p:nvSpPr>
          <p:spPr>
            <a:xfrm>
              <a:off x="1316483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7" name="Google Shape;2727;g3d45d748a52_2_6"/>
            <p:cNvSpPr/>
            <p:nvPr/>
          </p:nvSpPr>
          <p:spPr>
            <a:xfrm>
              <a:off x="1615283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8" name="Google Shape;2728;g3d45d748a52_2_6"/>
            <p:cNvSpPr/>
            <p:nvPr/>
          </p:nvSpPr>
          <p:spPr>
            <a:xfrm>
              <a:off x="22125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9" name="Google Shape;2729;g3d45d748a52_2_6"/>
            <p:cNvSpPr/>
            <p:nvPr/>
          </p:nvSpPr>
          <p:spPr>
            <a:xfrm>
              <a:off x="2809766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0" name="Google Shape;2730;g3d45d748a52_2_6"/>
            <p:cNvSpPr/>
            <p:nvPr/>
          </p:nvSpPr>
          <p:spPr>
            <a:xfrm>
              <a:off x="3108567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1" name="Google Shape;2731;g3d45d748a52_2_6"/>
            <p:cNvSpPr/>
            <p:nvPr/>
          </p:nvSpPr>
          <p:spPr>
            <a:xfrm>
              <a:off x="3407008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2" name="Google Shape;2732;g3d45d748a52_2_6"/>
            <p:cNvSpPr/>
            <p:nvPr/>
          </p:nvSpPr>
          <p:spPr>
            <a:xfrm>
              <a:off x="3705808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3" name="Google Shape;2733;g3d45d748a52_2_6"/>
            <p:cNvSpPr/>
            <p:nvPr/>
          </p:nvSpPr>
          <p:spPr>
            <a:xfrm>
              <a:off x="4004609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4" name="Google Shape;2734;g3d45d748a52_2_6"/>
            <p:cNvSpPr/>
            <p:nvPr/>
          </p:nvSpPr>
          <p:spPr>
            <a:xfrm>
              <a:off x="4303050" y="4917447"/>
              <a:ext cx="239400" cy="22605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5" name="Google Shape;2735;g3d45d748a52_2_6"/>
            <p:cNvSpPr/>
            <p:nvPr/>
          </p:nvSpPr>
          <p:spPr>
            <a:xfrm>
              <a:off x="1914084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6" name="Google Shape;2736;g3d45d748a52_2_6"/>
            <p:cNvSpPr/>
            <p:nvPr/>
          </p:nvSpPr>
          <p:spPr>
            <a:xfrm>
              <a:off x="2510966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37" name="Google Shape;2737;g3d45d748a52_2_6"/>
          <p:cNvGrpSpPr/>
          <p:nvPr/>
        </p:nvGrpSpPr>
        <p:grpSpPr>
          <a:xfrm>
            <a:off x="122025" y="5036327"/>
            <a:ext cx="4420450" cy="107173"/>
            <a:chOff x="122000" y="4917447"/>
            <a:chExt cx="4420450" cy="226056"/>
          </a:xfrm>
        </p:grpSpPr>
        <p:sp>
          <p:nvSpPr>
            <p:cNvPr id="2738" name="Google Shape;2738;g3d45d748a52_2_6"/>
            <p:cNvSpPr/>
            <p:nvPr/>
          </p:nvSpPr>
          <p:spPr>
            <a:xfrm>
              <a:off x="12200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9" name="Google Shape;2739;g3d45d748a52_2_6"/>
            <p:cNvSpPr/>
            <p:nvPr/>
          </p:nvSpPr>
          <p:spPr>
            <a:xfrm>
              <a:off x="420441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0" name="Google Shape;2740;g3d45d748a52_2_6"/>
            <p:cNvSpPr/>
            <p:nvPr/>
          </p:nvSpPr>
          <p:spPr>
            <a:xfrm>
              <a:off x="719241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1" name="Google Shape;2741;g3d45d748a52_2_6"/>
            <p:cNvSpPr/>
            <p:nvPr/>
          </p:nvSpPr>
          <p:spPr>
            <a:xfrm>
              <a:off x="1018042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2" name="Google Shape;2742;g3d45d748a52_2_6"/>
            <p:cNvSpPr/>
            <p:nvPr/>
          </p:nvSpPr>
          <p:spPr>
            <a:xfrm>
              <a:off x="1316483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3" name="Google Shape;2743;g3d45d748a52_2_6"/>
            <p:cNvSpPr/>
            <p:nvPr/>
          </p:nvSpPr>
          <p:spPr>
            <a:xfrm>
              <a:off x="1615283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4" name="Google Shape;2744;g3d45d748a52_2_6"/>
            <p:cNvSpPr/>
            <p:nvPr/>
          </p:nvSpPr>
          <p:spPr>
            <a:xfrm>
              <a:off x="22125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5" name="Google Shape;2745;g3d45d748a52_2_6"/>
            <p:cNvSpPr/>
            <p:nvPr/>
          </p:nvSpPr>
          <p:spPr>
            <a:xfrm>
              <a:off x="2809766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6" name="Google Shape;2746;g3d45d748a52_2_6"/>
            <p:cNvSpPr/>
            <p:nvPr/>
          </p:nvSpPr>
          <p:spPr>
            <a:xfrm>
              <a:off x="3108567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7" name="Google Shape;2747;g3d45d748a52_2_6"/>
            <p:cNvSpPr/>
            <p:nvPr/>
          </p:nvSpPr>
          <p:spPr>
            <a:xfrm>
              <a:off x="3407008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8" name="Google Shape;2748;g3d45d748a52_2_6"/>
            <p:cNvSpPr/>
            <p:nvPr/>
          </p:nvSpPr>
          <p:spPr>
            <a:xfrm>
              <a:off x="3705808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9" name="Google Shape;2749;g3d45d748a52_2_6"/>
            <p:cNvSpPr/>
            <p:nvPr/>
          </p:nvSpPr>
          <p:spPr>
            <a:xfrm>
              <a:off x="4004609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0" name="Google Shape;2750;g3d45d748a52_2_6"/>
            <p:cNvSpPr/>
            <p:nvPr/>
          </p:nvSpPr>
          <p:spPr>
            <a:xfrm>
              <a:off x="4303050" y="4917447"/>
              <a:ext cx="239400" cy="22605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1" name="Google Shape;2751;g3d45d748a52_2_6"/>
            <p:cNvSpPr/>
            <p:nvPr/>
          </p:nvSpPr>
          <p:spPr>
            <a:xfrm>
              <a:off x="1914084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2" name="Google Shape;2752;g3d45d748a52_2_6"/>
            <p:cNvSpPr/>
            <p:nvPr/>
          </p:nvSpPr>
          <p:spPr>
            <a:xfrm>
              <a:off x="2510966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753" name="Google Shape;2753;g3d45d748a52_2_6"/>
          <p:cNvGrpSpPr/>
          <p:nvPr/>
        </p:nvGrpSpPr>
        <p:grpSpPr>
          <a:xfrm>
            <a:off x="4601525" y="5020755"/>
            <a:ext cx="4420450" cy="122734"/>
            <a:chOff x="4601500" y="4884626"/>
            <a:chExt cx="4420450" cy="258877"/>
          </a:xfrm>
        </p:grpSpPr>
        <p:sp>
          <p:nvSpPr>
            <p:cNvPr id="2754" name="Google Shape;2754;g3d45d748a52_2_6"/>
            <p:cNvSpPr/>
            <p:nvPr/>
          </p:nvSpPr>
          <p:spPr>
            <a:xfrm flipH="1">
              <a:off x="8782550" y="5120767"/>
              <a:ext cx="239400" cy="22734"/>
            </a:xfrm>
            <a:custGeom>
              <a:rect b="b" l="l" r="r" t="t"/>
              <a:pathLst>
                <a:path extrusionOk="0" h="389" w="665">
                  <a:moveTo>
                    <a:pt x="0" y="0"/>
                  </a:moveTo>
                  <a:lnTo>
                    <a:pt x="665" y="0"/>
                  </a:lnTo>
                  <a:lnTo>
                    <a:pt x="665" y="389"/>
                  </a:lnTo>
                  <a:lnTo>
                    <a:pt x="0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5" name="Google Shape;2755;g3d45d748a52_2_6"/>
            <p:cNvSpPr/>
            <p:nvPr/>
          </p:nvSpPr>
          <p:spPr>
            <a:xfrm flipH="1">
              <a:off x="8484109" y="5093416"/>
              <a:ext cx="239400" cy="50085"/>
            </a:xfrm>
            <a:custGeom>
              <a:rect b="b" l="l" r="r" t="t"/>
              <a:pathLst>
                <a:path extrusionOk="0" h="857" w="665">
                  <a:moveTo>
                    <a:pt x="0" y="0"/>
                  </a:moveTo>
                  <a:lnTo>
                    <a:pt x="665" y="0"/>
                  </a:lnTo>
                  <a:lnTo>
                    <a:pt x="665" y="857"/>
                  </a:lnTo>
                  <a:lnTo>
                    <a:pt x="0" y="8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6" name="Google Shape;2756;g3d45d748a52_2_6"/>
            <p:cNvSpPr/>
            <p:nvPr/>
          </p:nvSpPr>
          <p:spPr>
            <a:xfrm flipH="1">
              <a:off x="8185309" y="5077403"/>
              <a:ext cx="239400" cy="66098"/>
            </a:xfrm>
            <a:custGeom>
              <a:rect b="b" l="l" r="r" t="t"/>
              <a:pathLst>
                <a:path extrusionOk="0" h="1131" w="665">
                  <a:moveTo>
                    <a:pt x="0" y="0"/>
                  </a:moveTo>
                  <a:lnTo>
                    <a:pt x="665" y="0"/>
                  </a:lnTo>
                  <a:lnTo>
                    <a:pt x="665" y="1131"/>
                  </a:lnTo>
                  <a:lnTo>
                    <a:pt x="0" y="11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7" name="Google Shape;2757;g3d45d748a52_2_6"/>
            <p:cNvSpPr/>
            <p:nvPr/>
          </p:nvSpPr>
          <p:spPr>
            <a:xfrm flipH="1">
              <a:off x="7886508" y="5048825"/>
              <a:ext cx="239400" cy="94677"/>
            </a:xfrm>
            <a:custGeom>
              <a:rect b="b" l="l" r="r" t="t"/>
              <a:pathLst>
                <a:path extrusionOk="0" h="1620" w="665">
                  <a:moveTo>
                    <a:pt x="0" y="0"/>
                  </a:moveTo>
                  <a:lnTo>
                    <a:pt x="665" y="0"/>
                  </a:lnTo>
                  <a:lnTo>
                    <a:pt x="665" y="1620"/>
                  </a:lnTo>
                  <a:lnTo>
                    <a:pt x="0" y="16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8" name="Google Shape;2758;g3d45d748a52_2_6"/>
            <p:cNvSpPr/>
            <p:nvPr/>
          </p:nvSpPr>
          <p:spPr>
            <a:xfrm flipH="1">
              <a:off x="7587707" y="5020539"/>
              <a:ext cx="239760" cy="122963"/>
            </a:xfrm>
            <a:custGeom>
              <a:rect b="b" l="l" r="r" t="t"/>
              <a:pathLst>
                <a:path extrusionOk="0" h="2104" w="666">
                  <a:moveTo>
                    <a:pt x="0" y="0"/>
                  </a:moveTo>
                  <a:lnTo>
                    <a:pt x="666" y="0"/>
                  </a:lnTo>
                  <a:lnTo>
                    <a:pt x="666" y="2104"/>
                  </a:lnTo>
                  <a:lnTo>
                    <a:pt x="0" y="21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9" name="Google Shape;2759;g3d45d748a52_2_6"/>
            <p:cNvSpPr/>
            <p:nvPr/>
          </p:nvSpPr>
          <p:spPr>
            <a:xfrm flipH="1">
              <a:off x="7289267" y="5009493"/>
              <a:ext cx="239400" cy="134009"/>
            </a:xfrm>
            <a:custGeom>
              <a:rect b="b" l="l" r="r" t="t"/>
              <a:pathLst>
                <a:path extrusionOk="0" h="2293" w="665">
                  <a:moveTo>
                    <a:pt x="0" y="0"/>
                  </a:moveTo>
                  <a:lnTo>
                    <a:pt x="665" y="0"/>
                  </a:lnTo>
                  <a:lnTo>
                    <a:pt x="665" y="2293"/>
                  </a:lnTo>
                  <a:lnTo>
                    <a:pt x="0" y="22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0" name="Google Shape;2760;g3d45d748a52_2_6"/>
            <p:cNvSpPr/>
            <p:nvPr/>
          </p:nvSpPr>
          <p:spPr>
            <a:xfrm flipH="1">
              <a:off x="6692025" y="4988980"/>
              <a:ext cx="239400" cy="154522"/>
            </a:xfrm>
            <a:custGeom>
              <a:rect b="b" l="l" r="r" t="t"/>
              <a:pathLst>
                <a:path extrusionOk="0" h="2644" w="665">
                  <a:moveTo>
                    <a:pt x="0" y="0"/>
                  </a:moveTo>
                  <a:lnTo>
                    <a:pt x="665" y="0"/>
                  </a:lnTo>
                  <a:lnTo>
                    <a:pt x="665" y="2644"/>
                  </a:lnTo>
                  <a:lnTo>
                    <a:pt x="0" y="26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1" name="Google Shape;2761;g3d45d748a52_2_6"/>
            <p:cNvSpPr/>
            <p:nvPr/>
          </p:nvSpPr>
          <p:spPr>
            <a:xfrm flipH="1">
              <a:off x="6094784" y="4980623"/>
              <a:ext cx="239400" cy="162879"/>
            </a:xfrm>
            <a:custGeom>
              <a:rect b="b" l="l" r="r" t="t"/>
              <a:pathLst>
                <a:path extrusionOk="0" h="2787" w="665">
                  <a:moveTo>
                    <a:pt x="0" y="0"/>
                  </a:moveTo>
                  <a:lnTo>
                    <a:pt x="665" y="0"/>
                  </a:lnTo>
                  <a:lnTo>
                    <a:pt x="665" y="2787"/>
                  </a:lnTo>
                  <a:lnTo>
                    <a:pt x="0" y="27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2" name="Google Shape;2762;g3d45d748a52_2_6"/>
            <p:cNvSpPr/>
            <p:nvPr/>
          </p:nvSpPr>
          <p:spPr>
            <a:xfrm flipH="1">
              <a:off x="5795983" y="4966948"/>
              <a:ext cx="239400" cy="176555"/>
            </a:xfrm>
            <a:custGeom>
              <a:rect b="b" l="l" r="r" t="t"/>
              <a:pathLst>
                <a:path extrusionOk="0" h="3021" w="665">
                  <a:moveTo>
                    <a:pt x="0" y="0"/>
                  </a:moveTo>
                  <a:lnTo>
                    <a:pt x="665" y="0"/>
                  </a:lnTo>
                  <a:lnTo>
                    <a:pt x="665" y="3021"/>
                  </a:lnTo>
                  <a:lnTo>
                    <a:pt x="0" y="30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3" name="Google Shape;2763;g3d45d748a52_2_6"/>
            <p:cNvSpPr/>
            <p:nvPr/>
          </p:nvSpPr>
          <p:spPr>
            <a:xfrm flipH="1">
              <a:off x="5497542" y="4938486"/>
              <a:ext cx="239400" cy="205016"/>
            </a:xfrm>
            <a:custGeom>
              <a:rect b="b" l="l" r="r" t="t"/>
              <a:pathLst>
                <a:path extrusionOk="0" h="3508" w="665">
                  <a:moveTo>
                    <a:pt x="0" y="0"/>
                  </a:moveTo>
                  <a:lnTo>
                    <a:pt x="665" y="0"/>
                  </a:lnTo>
                  <a:lnTo>
                    <a:pt x="665" y="3508"/>
                  </a:lnTo>
                  <a:lnTo>
                    <a:pt x="0" y="35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4" name="Google Shape;2764;g3d45d748a52_2_6"/>
            <p:cNvSpPr/>
            <p:nvPr/>
          </p:nvSpPr>
          <p:spPr>
            <a:xfrm flipH="1">
              <a:off x="5198742" y="4945207"/>
              <a:ext cx="239400" cy="198295"/>
            </a:xfrm>
            <a:custGeom>
              <a:rect b="b" l="l" r="r" t="t"/>
              <a:pathLst>
                <a:path extrusionOk="0" h="3393" w="665">
                  <a:moveTo>
                    <a:pt x="0" y="0"/>
                  </a:moveTo>
                  <a:lnTo>
                    <a:pt x="665" y="0"/>
                  </a:lnTo>
                  <a:lnTo>
                    <a:pt x="665" y="3393"/>
                  </a:lnTo>
                  <a:lnTo>
                    <a:pt x="0" y="33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5" name="Google Shape;2765;g3d45d748a52_2_6"/>
            <p:cNvSpPr/>
            <p:nvPr/>
          </p:nvSpPr>
          <p:spPr>
            <a:xfrm flipH="1">
              <a:off x="4899941" y="4929545"/>
              <a:ext cx="239400" cy="213958"/>
            </a:xfrm>
            <a:custGeom>
              <a:rect b="b" l="l" r="r" t="t"/>
              <a:pathLst>
                <a:path extrusionOk="0" h="3661" w="665">
                  <a:moveTo>
                    <a:pt x="0" y="0"/>
                  </a:moveTo>
                  <a:lnTo>
                    <a:pt x="665" y="0"/>
                  </a:lnTo>
                  <a:lnTo>
                    <a:pt x="665" y="3661"/>
                  </a:lnTo>
                  <a:lnTo>
                    <a:pt x="0" y="36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6" name="Google Shape;2766;g3d45d748a52_2_6"/>
            <p:cNvSpPr/>
            <p:nvPr/>
          </p:nvSpPr>
          <p:spPr>
            <a:xfrm flipH="1">
              <a:off x="4601500" y="4884626"/>
              <a:ext cx="239400" cy="258876"/>
            </a:xfrm>
            <a:custGeom>
              <a:rect b="b" l="l" r="r" t="t"/>
              <a:pathLst>
                <a:path extrusionOk="0" h="3868" w="665">
                  <a:moveTo>
                    <a:pt x="0" y="0"/>
                  </a:moveTo>
                  <a:lnTo>
                    <a:pt x="665" y="0"/>
                  </a:lnTo>
                  <a:lnTo>
                    <a:pt x="665" y="3868"/>
                  </a:lnTo>
                  <a:lnTo>
                    <a:pt x="0" y="3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7" name="Google Shape;2767;g3d45d748a52_2_6"/>
            <p:cNvSpPr/>
            <p:nvPr/>
          </p:nvSpPr>
          <p:spPr>
            <a:xfrm flipH="1">
              <a:off x="6990466" y="5026208"/>
              <a:ext cx="239400" cy="117294"/>
            </a:xfrm>
            <a:custGeom>
              <a:rect b="b" l="l" r="r" t="t"/>
              <a:pathLst>
                <a:path extrusionOk="0" h="2007" w="665">
                  <a:moveTo>
                    <a:pt x="0" y="0"/>
                  </a:moveTo>
                  <a:lnTo>
                    <a:pt x="665" y="0"/>
                  </a:lnTo>
                  <a:lnTo>
                    <a:pt x="665" y="2007"/>
                  </a:lnTo>
                  <a:lnTo>
                    <a:pt x="0" y="2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8" name="Google Shape;2768;g3d45d748a52_2_6"/>
            <p:cNvSpPr/>
            <p:nvPr/>
          </p:nvSpPr>
          <p:spPr>
            <a:xfrm flipH="1">
              <a:off x="6393584" y="5013584"/>
              <a:ext cx="239400" cy="129918"/>
            </a:xfrm>
            <a:custGeom>
              <a:rect b="b" l="l" r="r" t="t"/>
              <a:pathLst>
                <a:path extrusionOk="0" h="2223" w="665">
                  <a:moveTo>
                    <a:pt x="0" y="0"/>
                  </a:moveTo>
                  <a:lnTo>
                    <a:pt x="665" y="0"/>
                  </a:lnTo>
                  <a:lnTo>
                    <a:pt x="665" y="2223"/>
                  </a:lnTo>
                  <a:lnTo>
                    <a:pt x="0" y="22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769" name="Google Shape;2769;g3d45d748a52_2_6"/>
          <p:cNvSpPr/>
          <p:nvPr/>
        </p:nvSpPr>
        <p:spPr>
          <a:xfrm>
            <a:off x="0" y="0"/>
            <a:ext cx="9144000" cy="960000"/>
          </a:xfrm>
          <a:prstGeom prst="rect">
            <a:avLst/>
          </a:prstGeom>
          <a:solidFill>
            <a:srgbClr val="1C3367"/>
          </a:solidFill>
          <a:ln cap="flat" cmpd="sng" w="12700">
            <a:solidFill>
              <a:srgbClr val="1C34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7A8DE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0" name="Google Shape;2770;g3d45d748a52_2_6"/>
          <p:cNvSpPr/>
          <p:nvPr/>
        </p:nvSpPr>
        <p:spPr>
          <a:xfrm>
            <a:off x="411480" y="18288"/>
            <a:ext cx="83211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1" i="0" lang="en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 &amp; Goal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1" name="Google Shape;2771;g3d45d748a52_2_6"/>
          <p:cNvSpPr/>
          <p:nvPr/>
        </p:nvSpPr>
        <p:spPr>
          <a:xfrm>
            <a:off x="411480" y="594360"/>
            <a:ext cx="83211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1" lang="en" sz="1400" u="none" cap="none" strike="noStrike">
                <a:solidFill>
                  <a:schemeClr val="lt2"/>
                </a:solidFill>
                <a:latin typeface="Calibri"/>
                <a:ea typeface="Calibri"/>
                <a:cs typeface="Calibri"/>
                <a:sym typeface="Calibri"/>
              </a:rPr>
              <a:t>Why does this matter — and who needs this tool?</a:t>
            </a:r>
            <a:endParaRPr b="1" i="0" sz="14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2" name="Google Shape;2772;g3d45d748a52_2_6"/>
          <p:cNvSpPr/>
          <p:nvPr/>
        </p:nvSpPr>
        <p:spPr>
          <a:xfrm>
            <a:off x="365750" y="1097275"/>
            <a:ext cx="8530500" cy="3778200"/>
          </a:xfrm>
          <a:prstGeom prst="rect">
            <a:avLst/>
          </a:prstGeom>
          <a:solidFill>
            <a:srgbClr val="F4F6FB"/>
          </a:solidFill>
          <a:ln cap="flat" cmpd="sng" w="12700">
            <a:solidFill>
              <a:srgbClr val="C5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3" name="Google Shape;2773;g3d45d748a52_2_6"/>
          <p:cNvSpPr/>
          <p:nvPr/>
        </p:nvSpPr>
        <p:spPr>
          <a:xfrm>
            <a:off x="365760" y="1097280"/>
            <a:ext cx="45600" cy="3684900"/>
          </a:xfrm>
          <a:prstGeom prst="rect">
            <a:avLst/>
          </a:prstGeom>
          <a:solidFill>
            <a:srgbClr val="7A8DE8"/>
          </a:solidFill>
          <a:ln cap="flat" cmpd="sng" w="12700">
            <a:solidFill>
              <a:srgbClr val="1C34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4" name="Google Shape;2774;g3d45d748a52_2_6"/>
          <p:cNvSpPr/>
          <p:nvPr/>
        </p:nvSpPr>
        <p:spPr>
          <a:xfrm>
            <a:off x="548640" y="1188720"/>
            <a:ext cx="44805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rgbClr val="1C3468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5" name="Google Shape;2775;g3d45d748a52_2_6"/>
          <p:cNvSpPr/>
          <p:nvPr/>
        </p:nvSpPr>
        <p:spPr>
          <a:xfrm>
            <a:off x="548650" y="1572775"/>
            <a:ext cx="7995300" cy="86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" sz="12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High school dropout carries lasting consequences for students — reduced earnings, limited access to further education, and systemic social costs. Yet most interventions happen too late, after students have already disengaged.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6" name="Google Shape;2776;g3d45d748a52_2_6"/>
          <p:cNvSpPr/>
          <p:nvPr/>
        </p:nvSpPr>
        <p:spPr>
          <a:xfrm>
            <a:off x="548640" y="2514600"/>
            <a:ext cx="44805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rgbClr val="1C3468"/>
                </a:solidFill>
                <a:latin typeface="Calibri"/>
                <a:ea typeface="Calibri"/>
                <a:cs typeface="Calibri"/>
                <a:sym typeface="Calibri"/>
              </a:rPr>
              <a:t>Our Goal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7" name="Google Shape;2777;g3d45d748a52_2_6"/>
          <p:cNvSpPr/>
          <p:nvPr/>
        </p:nvSpPr>
        <p:spPr>
          <a:xfrm>
            <a:off x="548650" y="2834650"/>
            <a:ext cx="8043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" sz="12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Build a machine learning model using 9th-grade data to flag students at risk of dropping out — early enough for schools to intervene effectively.</a:t>
            </a:r>
            <a:endParaRPr b="0" i="0" sz="125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8" name="Google Shape;2778;g3d45d748a52_2_6"/>
          <p:cNvSpPr/>
          <p:nvPr/>
        </p:nvSpPr>
        <p:spPr>
          <a:xfrm>
            <a:off x="548640" y="3611880"/>
            <a:ext cx="44805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" sz="1500" u="none" cap="none" strike="noStrike">
                <a:solidFill>
                  <a:srgbClr val="1C3468"/>
                </a:solidFill>
                <a:latin typeface="Calibri"/>
                <a:ea typeface="Calibri"/>
                <a:cs typeface="Calibri"/>
                <a:sym typeface="Calibri"/>
              </a:rPr>
              <a:t>Primary Stakeholders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9" name="Google Shape;2779;g3d45d748a52_2_6"/>
          <p:cNvSpPr/>
          <p:nvPr/>
        </p:nvSpPr>
        <p:spPr>
          <a:xfrm>
            <a:off x="548640" y="3950208"/>
            <a:ext cx="4480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→  School counselors &amp; administrators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0" name="Google Shape;2780;g3d45d748a52_2_6"/>
          <p:cNvSpPr/>
          <p:nvPr/>
        </p:nvSpPr>
        <p:spPr>
          <a:xfrm>
            <a:off x="548640" y="4242816"/>
            <a:ext cx="4480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→  Education policymakers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1" name="Google Shape;2781;g3d45d748a52_2_6"/>
          <p:cNvSpPr/>
          <p:nvPr/>
        </p:nvSpPr>
        <p:spPr>
          <a:xfrm>
            <a:off x="548640" y="4535424"/>
            <a:ext cx="4480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→  Intervention program coordinators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>
    <p:push/>
  </p:transition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5" name="Shape 2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6" name="Google Shape;2786;g3d4502adc0c_0_152"/>
          <p:cNvSpPr txBox="1"/>
          <p:nvPr>
            <p:ph type="title"/>
          </p:nvPr>
        </p:nvSpPr>
        <p:spPr>
          <a:xfrm>
            <a:off x="1284000" y="1057549"/>
            <a:ext cx="6576000" cy="171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2.1  Million</a:t>
            </a:r>
            <a:endParaRPr/>
          </a:p>
        </p:txBody>
      </p:sp>
      <p:sp>
        <p:nvSpPr>
          <p:cNvPr id="2787" name="Google Shape;2787;g3d4502adc0c_0_152"/>
          <p:cNvSpPr txBox="1"/>
          <p:nvPr>
            <p:ph idx="1" type="subTitle"/>
          </p:nvPr>
        </p:nvSpPr>
        <p:spPr>
          <a:xfrm>
            <a:off x="921825" y="2773850"/>
            <a:ext cx="7408800" cy="143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Annual Dropouts in the United States in 2022 according to the NCES</a:t>
            </a:r>
            <a:br>
              <a:rPr b="1" lang="en" sz="1800"/>
            </a:br>
            <a:endParaRPr b="1" sz="18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1" lang="en" sz="1800"/>
            </a:br>
            <a:r>
              <a:rPr b="1"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Source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" sz="1200" u="sng">
                <a:solidFill>
                  <a:srgbClr val="1558D6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National Center for Education Statistics (NCES) - Status Dropout Rates</a:t>
            </a:r>
            <a:r>
              <a:rPr lang="en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/>
          </a:p>
        </p:txBody>
      </p:sp>
      <p:grpSp>
        <p:nvGrpSpPr>
          <p:cNvPr id="2788" name="Google Shape;2788;g3d4502adc0c_0_152"/>
          <p:cNvGrpSpPr/>
          <p:nvPr/>
        </p:nvGrpSpPr>
        <p:grpSpPr>
          <a:xfrm>
            <a:off x="1853375" y="4206300"/>
            <a:ext cx="5421201" cy="960686"/>
            <a:chOff x="1853375" y="4206300"/>
            <a:chExt cx="5421201" cy="960686"/>
          </a:xfrm>
        </p:grpSpPr>
        <p:grpSp>
          <p:nvGrpSpPr>
            <p:cNvPr id="2789" name="Google Shape;2789;g3d4502adc0c_0_152"/>
            <p:cNvGrpSpPr/>
            <p:nvPr/>
          </p:nvGrpSpPr>
          <p:grpSpPr>
            <a:xfrm>
              <a:off x="1853375" y="4206310"/>
              <a:ext cx="2686628" cy="960675"/>
              <a:chOff x="5179977" y="136093"/>
              <a:chExt cx="2686628" cy="3346133"/>
            </a:xfrm>
          </p:grpSpPr>
          <p:sp>
            <p:nvSpPr>
              <p:cNvPr id="2790" name="Google Shape;2790;g3d4502adc0c_0_152"/>
              <p:cNvSpPr/>
              <p:nvPr/>
            </p:nvSpPr>
            <p:spPr>
              <a:xfrm>
                <a:off x="5179977" y="2503707"/>
                <a:ext cx="168230" cy="978517"/>
              </a:xfrm>
              <a:custGeom>
                <a:rect b="b" l="l" r="r" t="t"/>
                <a:pathLst>
                  <a:path extrusionOk="0" h="386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68"/>
                    </a:lnTo>
                    <a:lnTo>
                      <a:pt x="0" y="38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1" name="Google Shape;2791;g3d4502adc0c_0_152"/>
              <p:cNvSpPr/>
              <p:nvPr/>
            </p:nvSpPr>
            <p:spPr>
              <a:xfrm>
                <a:off x="5389949" y="2080223"/>
                <a:ext cx="168230" cy="1402001"/>
              </a:xfrm>
              <a:custGeom>
                <a:rect b="b" l="l" r="r" t="t"/>
                <a:pathLst>
                  <a:path extrusionOk="0" h="5542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5542"/>
                    </a:lnTo>
                    <a:lnTo>
                      <a:pt x="0" y="55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2" name="Google Shape;2792;g3d4502adc0c_0_152"/>
              <p:cNvSpPr/>
              <p:nvPr/>
            </p:nvSpPr>
            <p:spPr>
              <a:xfrm>
                <a:off x="5599668" y="1662052"/>
                <a:ext cx="168483" cy="1820173"/>
              </a:xfrm>
              <a:custGeom>
                <a:rect b="b" l="l" r="r" t="t"/>
                <a:pathLst>
                  <a:path extrusionOk="0" h="7195" w="666">
                    <a:moveTo>
                      <a:pt x="0" y="0"/>
                    </a:moveTo>
                    <a:lnTo>
                      <a:pt x="666" y="0"/>
                    </a:lnTo>
                    <a:lnTo>
                      <a:pt x="666" y="7195"/>
                    </a:lnTo>
                    <a:lnTo>
                      <a:pt x="0" y="71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3" name="Google Shape;2793;g3d4502adc0c_0_152"/>
              <p:cNvSpPr/>
              <p:nvPr/>
            </p:nvSpPr>
            <p:spPr>
              <a:xfrm>
                <a:off x="5809639" y="1498628"/>
                <a:ext cx="168230" cy="1983597"/>
              </a:xfrm>
              <a:custGeom>
                <a:rect b="b" l="l" r="r" t="t"/>
                <a:pathLst>
                  <a:path extrusionOk="0" h="784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7841"/>
                    </a:lnTo>
                    <a:lnTo>
                      <a:pt x="0" y="78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4" name="Google Shape;2794;g3d4502adc0c_0_152"/>
              <p:cNvSpPr/>
              <p:nvPr/>
            </p:nvSpPr>
            <p:spPr>
              <a:xfrm>
                <a:off x="6229330" y="1194550"/>
                <a:ext cx="168230" cy="2287676"/>
              </a:xfrm>
              <a:custGeom>
                <a:rect b="b" l="l" r="r" t="t"/>
                <a:pathLst>
                  <a:path extrusionOk="0" h="904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9043"/>
                    </a:lnTo>
                    <a:lnTo>
                      <a:pt x="0" y="904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5" name="Google Shape;2795;g3d4502adc0c_0_152"/>
              <p:cNvSpPr/>
              <p:nvPr/>
            </p:nvSpPr>
            <p:spPr>
              <a:xfrm>
                <a:off x="6649021" y="1071097"/>
                <a:ext cx="168230" cy="2411129"/>
              </a:xfrm>
              <a:custGeom>
                <a:rect b="b" l="l" r="r" t="t"/>
                <a:pathLst>
                  <a:path extrusionOk="0" h="953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9531"/>
                    </a:lnTo>
                    <a:lnTo>
                      <a:pt x="0" y="95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6" name="Google Shape;2796;g3d4502adc0c_0_152"/>
              <p:cNvSpPr/>
              <p:nvPr/>
            </p:nvSpPr>
            <p:spPr>
              <a:xfrm>
                <a:off x="6858993" y="868968"/>
                <a:ext cx="168230" cy="2613258"/>
              </a:xfrm>
              <a:custGeom>
                <a:rect b="b" l="l" r="r" t="t"/>
                <a:pathLst>
                  <a:path extrusionOk="0" h="10330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0330"/>
                    </a:lnTo>
                    <a:lnTo>
                      <a:pt x="0" y="103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7" name="Google Shape;2797;g3d4502adc0c_0_152"/>
              <p:cNvSpPr/>
              <p:nvPr/>
            </p:nvSpPr>
            <p:spPr>
              <a:xfrm>
                <a:off x="7068712" y="447761"/>
                <a:ext cx="168230" cy="3034465"/>
              </a:xfrm>
              <a:custGeom>
                <a:rect b="b" l="l" r="r" t="t"/>
                <a:pathLst>
                  <a:path extrusionOk="0" h="11995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1995"/>
                    </a:lnTo>
                    <a:lnTo>
                      <a:pt x="0" y="119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8" name="Google Shape;2798;g3d4502adc0c_0_152"/>
              <p:cNvSpPr/>
              <p:nvPr/>
            </p:nvSpPr>
            <p:spPr>
              <a:xfrm>
                <a:off x="7278684" y="546928"/>
                <a:ext cx="168230" cy="2935298"/>
              </a:xfrm>
              <a:custGeom>
                <a:rect b="b" l="l" r="r" t="t"/>
                <a:pathLst>
                  <a:path extrusionOk="0" h="1160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1603"/>
                    </a:lnTo>
                    <a:lnTo>
                      <a:pt x="0" y="1160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799" name="Google Shape;2799;g3d4502adc0c_0_152"/>
              <p:cNvSpPr/>
              <p:nvPr/>
            </p:nvSpPr>
            <p:spPr>
              <a:xfrm>
                <a:off x="7488656" y="315201"/>
                <a:ext cx="168230" cy="3167025"/>
              </a:xfrm>
              <a:custGeom>
                <a:rect b="b" l="l" r="r" t="t"/>
                <a:pathLst>
                  <a:path extrusionOk="0" h="12519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2519"/>
                    </a:lnTo>
                    <a:lnTo>
                      <a:pt x="0" y="125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0" name="Google Shape;2800;g3d4502adc0c_0_152"/>
              <p:cNvSpPr/>
              <p:nvPr/>
            </p:nvSpPr>
            <p:spPr>
              <a:xfrm>
                <a:off x="7698375" y="136093"/>
                <a:ext cx="168230" cy="3346133"/>
              </a:xfrm>
              <a:custGeom>
                <a:rect b="b" l="l" r="r" t="t"/>
                <a:pathLst>
                  <a:path extrusionOk="0" h="1322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3227"/>
                    </a:lnTo>
                    <a:lnTo>
                      <a:pt x="0" y="132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1" name="Google Shape;2801;g3d4502adc0c_0_152"/>
              <p:cNvSpPr/>
              <p:nvPr/>
            </p:nvSpPr>
            <p:spPr>
              <a:xfrm>
                <a:off x="6019611" y="1745787"/>
                <a:ext cx="168230" cy="1736438"/>
              </a:xfrm>
              <a:custGeom>
                <a:rect b="b" l="l" r="r" t="t"/>
                <a:pathLst>
                  <a:path extrusionOk="0" h="6864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6864"/>
                    </a:lnTo>
                    <a:lnTo>
                      <a:pt x="0" y="68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2" name="Google Shape;2802;g3d4502adc0c_0_152"/>
              <p:cNvSpPr/>
              <p:nvPr/>
            </p:nvSpPr>
            <p:spPr>
              <a:xfrm>
                <a:off x="6439049" y="1559090"/>
                <a:ext cx="168230" cy="1923135"/>
              </a:xfrm>
              <a:custGeom>
                <a:rect b="b" l="l" r="r" t="t"/>
                <a:pathLst>
                  <a:path extrusionOk="0" h="7602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7602"/>
                    </a:lnTo>
                    <a:lnTo>
                      <a:pt x="0" y="76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03" name="Google Shape;2803;g3d4502adc0c_0_152"/>
            <p:cNvGrpSpPr/>
            <p:nvPr/>
          </p:nvGrpSpPr>
          <p:grpSpPr>
            <a:xfrm flipH="1">
              <a:off x="4587948" y="4206300"/>
              <a:ext cx="2686628" cy="960675"/>
              <a:chOff x="5179977" y="136093"/>
              <a:chExt cx="2686628" cy="3346133"/>
            </a:xfrm>
          </p:grpSpPr>
          <p:sp>
            <p:nvSpPr>
              <p:cNvPr id="2804" name="Google Shape;2804;g3d4502adc0c_0_152"/>
              <p:cNvSpPr/>
              <p:nvPr/>
            </p:nvSpPr>
            <p:spPr>
              <a:xfrm>
                <a:off x="5179977" y="2503707"/>
                <a:ext cx="168230" cy="978517"/>
              </a:xfrm>
              <a:custGeom>
                <a:rect b="b" l="l" r="r" t="t"/>
                <a:pathLst>
                  <a:path extrusionOk="0" h="386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68"/>
                    </a:lnTo>
                    <a:lnTo>
                      <a:pt x="0" y="38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5" name="Google Shape;2805;g3d4502adc0c_0_152"/>
              <p:cNvSpPr/>
              <p:nvPr/>
            </p:nvSpPr>
            <p:spPr>
              <a:xfrm>
                <a:off x="5389949" y="2080223"/>
                <a:ext cx="168230" cy="1402001"/>
              </a:xfrm>
              <a:custGeom>
                <a:rect b="b" l="l" r="r" t="t"/>
                <a:pathLst>
                  <a:path extrusionOk="0" h="5542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5542"/>
                    </a:lnTo>
                    <a:lnTo>
                      <a:pt x="0" y="554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6" name="Google Shape;2806;g3d4502adc0c_0_152"/>
              <p:cNvSpPr/>
              <p:nvPr/>
            </p:nvSpPr>
            <p:spPr>
              <a:xfrm>
                <a:off x="5599668" y="1662052"/>
                <a:ext cx="168483" cy="1820173"/>
              </a:xfrm>
              <a:custGeom>
                <a:rect b="b" l="l" r="r" t="t"/>
                <a:pathLst>
                  <a:path extrusionOk="0" h="7195" w="666">
                    <a:moveTo>
                      <a:pt x="0" y="0"/>
                    </a:moveTo>
                    <a:lnTo>
                      <a:pt x="666" y="0"/>
                    </a:lnTo>
                    <a:lnTo>
                      <a:pt x="666" y="7195"/>
                    </a:lnTo>
                    <a:lnTo>
                      <a:pt x="0" y="71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7" name="Google Shape;2807;g3d4502adc0c_0_152"/>
              <p:cNvSpPr/>
              <p:nvPr/>
            </p:nvSpPr>
            <p:spPr>
              <a:xfrm>
                <a:off x="5809639" y="1498628"/>
                <a:ext cx="168230" cy="1983597"/>
              </a:xfrm>
              <a:custGeom>
                <a:rect b="b" l="l" r="r" t="t"/>
                <a:pathLst>
                  <a:path extrusionOk="0" h="784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7841"/>
                    </a:lnTo>
                    <a:lnTo>
                      <a:pt x="0" y="78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8" name="Google Shape;2808;g3d4502adc0c_0_152"/>
              <p:cNvSpPr/>
              <p:nvPr/>
            </p:nvSpPr>
            <p:spPr>
              <a:xfrm>
                <a:off x="6229330" y="1194550"/>
                <a:ext cx="168230" cy="2287676"/>
              </a:xfrm>
              <a:custGeom>
                <a:rect b="b" l="l" r="r" t="t"/>
                <a:pathLst>
                  <a:path extrusionOk="0" h="904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9043"/>
                    </a:lnTo>
                    <a:lnTo>
                      <a:pt x="0" y="904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09" name="Google Shape;2809;g3d4502adc0c_0_152"/>
              <p:cNvSpPr/>
              <p:nvPr/>
            </p:nvSpPr>
            <p:spPr>
              <a:xfrm>
                <a:off x="6649021" y="1071097"/>
                <a:ext cx="168230" cy="2411129"/>
              </a:xfrm>
              <a:custGeom>
                <a:rect b="b" l="l" r="r" t="t"/>
                <a:pathLst>
                  <a:path extrusionOk="0" h="953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9531"/>
                    </a:lnTo>
                    <a:lnTo>
                      <a:pt x="0" y="95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10" name="Google Shape;2810;g3d4502adc0c_0_152"/>
              <p:cNvSpPr/>
              <p:nvPr/>
            </p:nvSpPr>
            <p:spPr>
              <a:xfrm>
                <a:off x="6858993" y="868968"/>
                <a:ext cx="168230" cy="2613258"/>
              </a:xfrm>
              <a:custGeom>
                <a:rect b="b" l="l" r="r" t="t"/>
                <a:pathLst>
                  <a:path extrusionOk="0" h="10330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0330"/>
                    </a:lnTo>
                    <a:lnTo>
                      <a:pt x="0" y="103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11" name="Google Shape;2811;g3d4502adc0c_0_152"/>
              <p:cNvSpPr/>
              <p:nvPr/>
            </p:nvSpPr>
            <p:spPr>
              <a:xfrm>
                <a:off x="7068712" y="447761"/>
                <a:ext cx="168230" cy="3034465"/>
              </a:xfrm>
              <a:custGeom>
                <a:rect b="b" l="l" r="r" t="t"/>
                <a:pathLst>
                  <a:path extrusionOk="0" h="11995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1995"/>
                    </a:lnTo>
                    <a:lnTo>
                      <a:pt x="0" y="1199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12" name="Google Shape;2812;g3d4502adc0c_0_152"/>
              <p:cNvSpPr/>
              <p:nvPr/>
            </p:nvSpPr>
            <p:spPr>
              <a:xfrm>
                <a:off x="7278684" y="546928"/>
                <a:ext cx="168230" cy="2935298"/>
              </a:xfrm>
              <a:custGeom>
                <a:rect b="b" l="l" r="r" t="t"/>
                <a:pathLst>
                  <a:path extrusionOk="0" h="1160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1603"/>
                    </a:lnTo>
                    <a:lnTo>
                      <a:pt x="0" y="1160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13" name="Google Shape;2813;g3d4502adc0c_0_152"/>
              <p:cNvSpPr/>
              <p:nvPr/>
            </p:nvSpPr>
            <p:spPr>
              <a:xfrm>
                <a:off x="7488656" y="315201"/>
                <a:ext cx="168230" cy="3167025"/>
              </a:xfrm>
              <a:custGeom>
                <a:rect b="b" l="l" r="r" t="t"/>
                <a:pathLst>
                  <a:path extrusionOk="0" h="12519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2519"/>
                    </a:lnTo>
                    <a:lnTo>
                      <a:pt x="0" y="125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14" name="Google Shape;2814;g3d4502adc0c_0_152"/>
              <p:cNvSpPr/>
              <p:nvPr/>
            </p:nvSpPr>
            <p:spPr>
              <a:xfrm>
                <a:off x="7698375" y="136093"/>
                <a:ext cx="168230" cy="3346133"/>
              </a:xfrm>
              <a:custGeom>
                <a:rect b="b" l="l" r="r" t="t"/>
                <a:pathLst>
                  <a:path extrusionOk="0" h="1322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3227"/>
                    </a:lnTo>
                    <a:lnTo>
                      <a:pt x="0" y="132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15" name="Google Shape;2815;g3d4502adc0c_0_152"/>
              <p:cNvSpPr/>
              <p:nvPr/>
            </p:nvSpPr>
            <p:spPr>
              <a:xfrm>
                <a:off x="6019611" y="1745787"/>
                <a:ext cx="168230" cy="1736438"/>
              </a:xfrm>
              <a:custGeom>
                <a:rect b="b" l="l" r="r" t="t"/>
                <a:pathLst>
                  <a:path extrusionOk="0" h="6864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6864"/>
                    </a:lnTo>
                    <a:lnTo>
                      <a:pt x="0" y="68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16" name="Google Shape;2816;g3d4502adc0c_0_152"/>
              <p:cNvSpPr/>
              <p:nvPr/>
            </p:nvSpPr>
            <p:spPr>
              <a:xfrm>
                <a:off x="6439049" y="1559090"/>
                <a:ext cx="168230" cy="1923135"/>
              </a:xfrm>
              <a:custGeom>
                <a:rect b="b" l="l" r="r" t="t"/>
                <a:pathLst>
                  <a:path extrusionOk="0" h="7602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7602"/>
                    </a:lnTo>
                    <a:lnTo>
                      <a:pt x="0" y="760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817" name="Google Shape;2817;g3d4502adc0c_0_152"/>
          <p:cNvGrpSpPr/>
          <p:nvPr/>
        </p:nvGrpSpPr>
        <p:grpSpPr>
          <a:xfrm>
            <a:off x="1433665" y="4527192"/>
            <a:ext cx="6260594" cy="639863"/>
            <a:chOff x="1433665" y="4527192"/>
            <a:chExt cx="6260594" cy="639863"/>
          </a:xfrm>
        </p:grpSpPr>
        <p:grpSp>
          <p:nvGrpSpPr>
            <p:cNvPr id="2818" name="Google Shape;2818;g3d4502adc0c_0_152"/>
            <p:cNvGrpSpPr/>
            <p:nvPr/>
          </p:nvGrpSpPr>
          <p:grpSpPr>
            <a:xfrm>
              <a:off x="1433665" y="4527202"/>
              <a:ext cx="3106319" cy="639852"/>
              <a:chOff x="4760286" y="2503707"/>
              <a:chExt cx="3106319" cy="978517"/>
            </a:xfrm>
          </p:grpSpPr>
          <p:sp>
            <p:nvSpPr>
              <p:cNvPr id="2819" name="Google Shape;2819;g3d4502adc0c_0_152"/>
              <p:cNvSpPr/>
              <p:nvPr/>
            </p:nvSpPr>
            <p:spPr>
              <a:xfrm>
                <a:off x="4760286" y="3383815"/>
                <a:ext cx="168230" cy="98408"/>
              </a:xfrm>
              <a:custGeom>
                <a:rect b="b" l="l" r="r" t="t"/>
                <a:pathLst>
                  <a:path extrusionOk="0" h="389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9"/>
                    </a:lnTo>
                    <a:lnTo>
                      <a:pt x="0" y="3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0" name="Google Shape;2820;g3d4502adc0c_0_152"/>
              <p:cNvSpPr/>
              <p:nvPr/>
            </p:nvSpPr>
            <p:spPr>
              <a:xfrm>
                <a:off x="4970005" y="3265422"/>
                <a:ext cx="168230" cy="216802"/>
              </a:xfrm>
              <a:custGeom>
                <a:rect b="b" l="l" r="r" t="t"/>
                <a:pathLst>
                  <a:path extrusionOk="0" h="85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857"/>
                    </a:lnTo>
                    <a:lnTo>
                      <a:pt x="0" y="8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1" name="Google Shape;2821;g3d4502adc0c_0_152"/>
              <p:cNvSpPr/>
              <p:nvPr/>
            </p:nvSpPr>
            <p:spPr>
              <a:xfrm>
                <a:off x="5179977" y="3196106"/>
                <a:ext cx="168230" cy="286118"/>
              </a:xfrm>
              <a:custGeom>
                <a:rect b="b" l="l" r="r" t="t"/>
                <a:pathLst>
                  <a:path extrusionOk="0" h="113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131"/>
                    </a:lnTo>
                    <a:lnTo>
                      <a:pt x="0" y="11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2" name="Google Shape;2822;g3d4502adc0c_0_152"/>
              <p:cNvSpPr/>
              <p:nvPr/>
            </p:nvSpPr>
            <p:spPr>
              <a:xfrm>
                <a:off x="5389949" y="3072400"/>
                <a:ext cx="168230" cy="409824"/>
              </a:xfrm>
              <a:custGeom>
                <a:rect b="b" l="l" r="r" t="t"/>
                <a:pathLst>
                  <a:path extrusionOk="0" h="1620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620"/>
                    </a:lnTo>
                    <a:lnTo>
                      <a:pt x="0" y="16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3" name="Google Shape;2823;g3d4502adc0c_0_152"/>
              <p:cNvSpPr/>
              <p:nvPr/>
            </p:nvSpPr>
            <p:spPr>
              <a:xfrm>
                <a:off x="5599668" y="2949959"/>
                <a:ext cx="168483" cy="532265"/>
              </a:xfrm>
              <a:custGeom>
                <a:rect b="b" l="l" r="r" t="t"/>
                <a:pathLst>
                  <a:path extrusionOk="0" h="2104" w="666">
                    <a:moveTo>
                      <a:pt x="0" y="0"/>
                    </a:moveTo>
                    <a:lnTo>
                      <a:pt x="666" y="0"/>
                    </a:lnTo>
                    <a:lnTo>
                      <a:pt x="666" y="2104"/>
                    </a:lnTo>
                    <a:lnTo>
                      <a:pt x="0" y="2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4" name="Google Shape;2824;g3d4502adc0c_0_152"/>
              <p:cNvSpPr/>
              <p:nvPr/>
            </p:nvSpPr>
            <p:spPr>
              <a:xfrm>
                <a:off x="5809639" y="2902147"/>
                <a:ext cx="168230" cy="580077"/>
              </a:xfrm>
              <a:custGeom>
                <a:rect b="b" l="l" r="r" t="t"/>
                <a:pathLst>
                  <a:path extrusionOk="0" h="22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93"/>
                    </a:lnTo>
                    <a:lnTo>
                      <a:pt x="0" y="22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5" name="Google Shape;2825;g3d4502adc0c_0_152"/>
              <p:cNvSpPr/>
              <p:nvPr/>
            </p:nvSpPr>
            <p:spPr>
              <a:xfrm>
                <a:off x="6229330" y="2813352"/>
                <a:ext cx="168230" cy="668873"/>
              </a:xfrm>
              <a:custGeom>
                <a:rect b="b" l="l" r="r" t="t"/>
                <a:pathLst>
                  <a:path extrusionOk="0" h="2644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644"/>
                    </a:lnTo>
                    <a:lnTo>
                      <a:pt x="0" y="26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6" name="Google Shape;2826;g3d4502adc0c_0_152"/>
              <p:cNvSpPr/>
              <p:nvPr/>
            </p:nvSpPr>
            <p:spPr>
              <a:xfrm>
                <a:off x="6649021" y="2777176"/>
                <a:ext cx="168230" cy="705048"/>
              </a:xfrm>
              <a:custGeom>
                <a:rect b="b" l="l" r="r" t="t"/>
                <a:pathLst>
                  <a:path extrusionOk="0" h="278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787"/>
                    </a:lnTo>
                    <a:lnTo>
                      <a:pt x="0" y="278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7" name="Google Shape;2827;g3d4502adc0c_0_152"/>
              <p:cNvSpPr/>
              <p:nvPr/>
            </p:nvSpPr>
            <p:spPr>
              <a:xfrm>
                <a:off x="6858993" y="2717979"/>
                <a:ext cx="168230" cy="764245"/>
              </a:xfrm>
              <a:custGeom>
                <a:rect b="b" l="l" r="r" t="t"/>
                <a:pathLst>
                  <a:path extrusionOk="0" h="302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021"/>
                    </a:lnTo>
                    <a:lnTo>
                      <a:pt x="0" y="30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8" name="Google Shape;2828;g3d4502adc0c_0_152"/>
              <p:cNvSpPr/>
              <p:nvPr/>
            </p:nvSpPr>
            <p:spPr>
              <a:xfrm>
                <a:off x="7068712" y="2594779"/>
                <a:ext cx="168230" cy="887445"/>
              </a:xfrm>
              <a:custGeom>
                <a:rect b="b" l="l" r="r" t="t"/>
                <a:pathLst>
                  <a:path extrusionOk="0" h="350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508"/>
                    </a:lnTo>
                    <a:lnTo>
                      <a:pt x="0" y="350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29" name="Google Shape;2829;g3d4502adc0c_0_152"/>
              <p:cNvSpPr/>
              <p:nvPr/>
            </p:nvSpPr>
            <p:spPr>
              <a:xfrm>
                <a:off x="7278684" y="2623871"/>
                <a:ext cx="168230" cy="858353"/>
              </a:xfrm>
              <a:custGeom>
                <a:rect b="b" l="l" r="r" t="t"/>
                <a:pathLst>
                  <a:path extrusionOk="0" h="33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393"/>
                    </a:lnTo>
                    <a:lnTo>
                      <a:pt x="0" y="33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0" name="Google Shape;2830;g3d4502adc0c_0_152"/>
              <p:cNvSpPr/>
              <p:nvPr/>
            </p:nvSpPr>
            <p:spPr>
              <a:xfrm>
                <a:off x="7488656" y="2556074"/>
                <a:ext cx="168230" cy="926151"/>
              </a:xfrm>
              <a:custGeom>
                <a:rect b="b" l="l" r="r" t="t"/>
                <a:pathLst>
                  <a:path extrusionOk="0" h="366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661"/>
                    </a:lnTo>
                    <a:lnTo>
                      <a:pt x="0" y="36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1" name="Google Shape;2831;g3d4502adc0c_0_152"/>
              <p:cNvSpPr/>
              <p:nvPr/>
            </p:nvSpPr>
            <p:spPr>
              <a:xfrm>
                <a:off x="7698375" y="2503707"/>
                <a:ext cx="168230" cy="978517"/>
              </a:xfrm>
              <a:custGeom>
                <a:rect b="b" l="l" r="r" t="t"/>
                <a:pathLst>
                  <a:path extrusionOk="0" h="386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68"/>
                    </a:lnTo>
                    <a:lnTo>
                      <a:pt x="0" y="38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2" name="Google Shape;2832;g3d4502adc0c_0_152"/>
              <p:cNvSpPr/>
              <p:nvPr/>
            </p:nvSpPr>
            <p:spPr>
              <a:xfrm>
                <a:off x="6019611" y="2974498"/>
                <a:ext cx="168230" cy="507726"/>
              </a:xfrm>
              <a:custGeom>
                <a:rect b="b" l="l" r="r" t="t"/>
                <a:pathLst>
                  <a:path extrusionOk="0" h="200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007"/>
                    </a:lnTo>
                    <a:lnTo>
                      <a:pt x="0" y="20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3" name="Google Shape;2833;g3d4502adc0c_0_152"/>
              <p:cNvSpPr/>
              <p:nvPr/>
            </p:nvSpPr>
            <p:spPr>
              <a:xfrm>
                <a:off x="6439049" y="2919855"/>
                <a:ext cx="168230" cy="562369"/>
              </a:xfrm>
              <a:custGeom>
                <a:rect b="b" l="l" r="r" t="t"/>
                <a:pathLst>
                  <a:path extrusionOk="0" h="222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23"/>
                    </a:lnTo>
                    <a:lnTo>
                      <a:pt x="0" y="22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34" name="Google Shape;2834;g3d4502adc0c_0_152"/>
            <p:cNvGrpSpPr/>
            <p:nvPr/>
          </p:nvGrpSpPr>
          <p:grpSpPr>
            <a:xfrm flipH="1">
              <a:off x="4587941" y="4527192"/>
              <a:ext cx="3106319" cy="639852"/>
              <a:chOff x="4760286" y="2503707"/>
              <a:chExt cx="3106319" cy="978517"/>
            </a:xfrm>
          </p:grpSpPr>
          <p:sp>
            <p:nvSpPr>
              <p:cNvPr id="2835" name="Google Shape;2835;g3d4502adc0c_0_152"/>
              <p:cNvSpPr/>
              <p:nvPr/>
            </p:nvSpPr>
            <p:spPr>
              <a:xfrm>
                <a:off x="4760286" y="3383815"/>
                <a:ext cx="168230" cy="98408"/>
              </a:xfrm>
              <a:custGeom>
                <a:rect b="b" l="l" r="r" t="t"/>
                <a:pathLst>
                  <a:path extrusionOk="0" h="389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9"/>
                    </a:lnTo>
                    <a:lnTo>
                      <a:pt x="0" y="3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6" name="Google Shape;2836;g3d4502adc0c_0_152"/>
              <p:cNvSpPr/>
              <p:nvPr/>
            </p:nvSpPr>
            <p:spPr>
              <a:xfrm>
                <a:off x="4970005" y="3265422"/>
                <a:ext cx="168230" cy="216802"/>
              </a:xfrm>
              <a:custGeom>
                <a:rect b="b" l="l" r="r" t="t"/>
                <a:pathLst>
                  <a:path extrusionOk="0" h="85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857"/>
                    </a:lnTo>
                    <a:lnTo>
                      <a:pt x="0" y="8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7" name="Google Shape;2837;g3d4502adc0c_0_152"/>
              <p:cNvSpPr/>
              <p:nvPr/>
            </p:nvSpPr>
            <p:spPr>
              <a:xfrm>
                <a:off x="5179977" y="3196106"/>
                <a:ext cx="168230" cy="286118"/>
              </a:xfrm>
              <a:custGeom>
                <a:rect b="b" l="l" r="r" t="t"/>
                <a:pathLst>
                  <a:path extrusionOk="0" h="113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131"/>
                    </a:lnTo>
                    <a:lnTo>
                      <a:pt x="0" y="11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8" name="Google Shape;2838;g3d4502adc0c_0_152"/>
              <p:cNvSpPr/>
              <p:nvPr/>
            </p:nvSpPr>
            <p:spPr>
              <a:xfrm>
                <a:off x="5389949" y="3072400"/>
                <a:ext cx="168230" cy="409824"/>
              </a:xfrm>
              <a:custGeom>
                <a:rect b="b" l="l" r="r" t="t"/>
                <a:pathLst>
                  <a:path extrusionOk="0" h="1620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620"/>
                    </a:lnTo>
                    <a:lnTo>
                      <a:pt x="0" y="16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39" name="Google Shape;2839;g3d4502adc0c_0_152"/>
              <p:cNvSpPr/>
              <p:nvPr/>
            </p:nvSpPr>
            <p:spPr>
              <a:xfrm>
                <a:off x="5599668" y="2949959"/>
                <a:ext cx="168483" cy="532265"/>
              </a:xfrm>
              <a:custGeom>
                <a:rect b="b" l="l" r="r" t="t"/>
                <a:pathLst>
                  <a:path extrusionOk="0" h="2104" w="666">
                    <a:moveTo>
                      <a:pt x="0" y="0"/>
                    </a:moveTo>
                    <a:lnTo>
                      <a:pt x="666" y="0"/>
                    </a:lnTo>
                    <a:lnTo>
                      <a:pt x="666" y="2104"/>
                    </a:lnTo>
                    <a:lnTo>
                      <a:pt x="0" y="2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0" name="Google Shape;2840;g3d4502adc0c_0_152"/>
              <p:cNvSpPr/>
              <p:nvPr/>
            </p:nvSpPr>
            <p:spPr>
              <a:xfrm>
                <a:off x="5809639" y="2902147"/>
                <a:ext cx="168230" cy="580077"/>
              </a:xfrm>
              <a:custGeom>
                <a:rect b="b" l="l" r="r" t="t"/>
                <a:pathLst>
                  <a:path extrusionOk="0" h="22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93"/>
                    </a:lnTo>
                    <a:lnTo>
                      <a:pt x="0" y="22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1" name="Google Shape;2841;g3d4502adc0c_0_152"/>
              <p:cNvSpPr/>
              <p:nvPr/>
            </p:nvSpPr>
            <p:spPr>
              <a:xfrm>
                <a:off x="6229330" y="2813352"/>
                <a:ext cx="168230" cy="668873"/>
              </a:xfrm>
              <a:custGeom>
                <a:rect b="b" l="l" r="r" t="t"/>
                <a:pathLst>
                  <a:path extrusionOk="0" h="2644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644"/>
                    </a:lnTo>
                    <a:lnTo>
                      <a:pt x="0" y="26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2" name="Google Shape;2842;g3d4502adc0c_0_152"/>
              <p:cNvSpPr/>
              <p:nvPr/>
            </p:nvSpPr>
            <p:spPr>
              <a:xfrm>
                <a:off x="6649021" y="2777176"/>
                <a:ext cx="168230" cy="705048"/>
              </a:xfrm>
              <a:custGeom>
                <a:rect b="b" l="l" r="r" t="t"/>
                <a:pathLst>
                  <a:path extrusionOk="0" h="278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787"/>
                    </a:lnTo>
                    <a:lnTo>
                      <a:pt x="0" y="278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3" name="Google Shape;2843;g3d4502adc0c_0_152"/>
              <p:cNvSpPr/>
              <p:nvPr/>
            </p:nvSpPr>
            <p:spPr>
              <a:xfrm>
                <a:off x="6858993" y="2717979"/>
                <a:ext cx="168230" cy="764245"/>
              </a:xfrm>
              <a:custGeom>
                <a:rect b="b" l="l" r="r" t="t"/>
                <a:pathLst>
                  <a:path extrusionOk="0" h="302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021"/>
                    </a:lnTo>
                    <a:lnTo>
                      <a:pt x="0" y="30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4" name="Google Shape;2844;g3d4502adc0c_0_152"/>
              <p:cNvSpPr/>
              <p:nvPr/>
            </p:nvSpPr>
            <p:spPr>
              <a:xfrm>
                <a:off x="7068712" y="2594779"/>
                <a:ext cx="168230" cy="887445"/>
              </a:xfrm>
              <a:custGeom>
                <a:rect b="b" l="l" r="r" t="t"/>
                <a:pathLst>
                  <a:path extrusionOk="0" h="350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508"/>
                    </a:lnTo>
                    <a:lnTo>
                      <a:pt x="0" y="350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5" name="Google Shape;2845;g3d4502adc0c_0_152"/>
              <p:cNvSpPr/>
              <p:nvPr/>
            </p:nvSpPr>
            <p:spPr>
              <a:xfrm>
                <a:off x="7278684" y="2623871"/>
                <a:ext cx="168230" cy="858353"/>
              </a:xfrm>
              <a:custGeom>
                <a:rect b="b" l="l" r="r" t="t"/>
                <a:pathLst>
                  <a:path extrusionOk="0" h="33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393"/>
                    </a:lnTo>
                    <a:lnTo>
                      <a:pt x="0" y="33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6" name="Google Shape;2846;g3d4502adc0c_0_152"/>
              <p:cNvSpPr/>
              <p:nvPr/>
            </p:nvSpPr>
            <p:spPr>
              <a:xfrm>
                <a:off x="7488656" y="2556074"/>
                <a:ext cx="168230" cy="926151"/>
              </a:xfrm>
              <a:custGeom>
                <a:rect b="b" l="l" r="r" t="t"/>
                <a:pathLst>
                  <a:path extrusionOk="0" h="366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661"/>
                    </a:lnTo>
                    <a:lnTo>
                      <a:pt x="0" y="36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7" name="Google Shape;2847;g3d4502adc0c_0_152"/>
              <p:cNvSpPr/>
              <p:nvPr/>
            </p:nvSpPr>
            <p:spPr>
              <a:xfrm>
                <a:off x="7698375" y="2503707"/>
                <a:ext cx="168230" cy="978517"/>
              </a:xfrm>
              <a:custGeom>
                <a:rect b="b" l="l" r="r" t="t"/>
                <a:pathLst>
                  <a:path extrusionOk="0" h="386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68"/>
                    </a:lnTo>
                    <a:lnTo>
                      <a:pt x="0" y="38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8" name="Google Shape;2848;g3d4502adc0c_0_152"/>
              <p:cNvSpPr/>
              <p:nvPr/>
            </p:nvSpPr>
            <p:spPr>
              <a:xfrm>
                <a:off x="6019611" y="2974498"/>
                <a:ext cx="168230" cy="507726"/>
              </a:xfrm>
              <a:custGeom>
                <a:rect b="b" l="l" r="r" t="t"/>
                <a:pathLst>
                  <a:path extrusionOk="0" h="200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007"/>
                    </a:lnTo>
                    <a:lnTo>
                      <a:pt x="0" y="20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49" name="Google Shape;2849;g3d4502adc0c_0_152"/>
              <p:cNvSpPr/>
              <p:nvPr/>
            </p:nvSpPr>
            <p:spPr>
              <a:xfrm>
                <a:off x="6439049" y="2919855"/>
                <a:ext cx="168230" cy="562369"/>
              </a:xfrm>
              <a:custGeom>
                <a:rect b="b" l="l" r="r" t="t"/>
                <a:pathLst>
                  <a:path extrusionOk="0" h="222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23"/>
                    </a:lnTo>
                    <a:lnTo>
                      <a:pt x="0" y="22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2850" name="Google Shape;2850;g3d4502adc0c_0_152"/>
          <p:cNvGrpSpPr/>
          <p:nvPr/>
        </p:nvGrpSpPr>
        <p:grpSpPr>
          <a:xfrm>
            <a:off x="1441734" y="-46"/>
            <a:ext cx="6260531" cy="639863"/>
            <a:chOff x="1441734" y="-46"/>
            <a:chExt cx="6260531" cy="639863"/>
          </a:xfrm>
        </p:grpSpPr>
        <p:grpSp>
          <p:nvGrpSpPr>
            <p:cNvPr id="2851" name="Google Shape;2851;g3d4502adc0c_0_152"/>
            <p:cNvGrpSpPr/>
            <p:nvPr/>
          </p:nvGrpSpPr>
          <p:grpSpPr>
            <a:xfrm rot="10800000">
              <a:off x="4595947" y="-46"/>
              <a:ext cx="3106319" cy="639852"/>
              <a:chOff x="4760286" y="2503707"/>
              <a:chExt cx="3106319" cy="978517"/>
            </a:xfrm>
          </p:grpSpPr>
          <p:sp>
            <p:nvSpPr>
              <p:cNvPr id="2852" name="Google Shape;2852;g3d4502adc0c_0_152"/>
              <p:cNvSpPr/>
              <p:nvPr/>
            </p:nvSpPr>
            <p:spPr>
              <a:xfrm>
                <a:off x="4760286" y="3383815"/>
                <a:ext cx="168230" cy="98408"/>
              </a:xfrm>
              <a:custGeom>
                <a:rect b="b" l="l" r="r" t="t"/>
                <a:pathLst>
                  <a:path extrusionOk="0" h="389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9"/>
                    </a:lnTo>
                    <a:lnTo>
                      <a:pt x="0" y="3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3" name="Google Shape;2853;g3d4502adc0c_0_152"/>
              <p:cNvSpPr/>
              <p:nvPr/>
            </p:nvSpPr>
            <p:spPr>
              <a:xfrm>
                <a:off x="4970005" y="3265422"/>
                <a:ext cx="168230" cy="216802"/>
              </a:xfrm>
              <a:custGeom>
                <a:rect b="b" l="l" r="r" t="t"/>
                <a:pathLst>
                  <a:path extrusionOk="0" h="85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857"/>
                    </a:lnTo>
                    <a:lnTo>
                      <a:pt x="0" y="8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4" name="Google Shape;2854;g3d4502adc0c_0_152"/>
              <p:cNvSpPr/>
              <p:nvPr/>
            </p:nvSpPr>
            <p:spPr>
              <a:xfrm>
                <a:off x="5179977" y="3196106"/>
                <a:ext cx="168230" cy="286118"/>
              </a:xfrm>
              <a:custGeom>
                <a:rect b="b" l="l" r="r" t="t"/>
                <a:pathLst>
                  <a:path extrusionOk="0" h="113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131"/>
                    </a:lnTo>
                    <a:lnTo>
                      <a:pt x="0" y="11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5" name="Google Shape;2855;g3d4502adc0c_0_152"/>
              <p:cNvSpPr/>
              <p:nvPr/>
            </p:nvSpPr>
            <p:spPr>
              <a:xfrm>
                <a:off x="5389949" y="3072400"/>
                <a:ext cx="168230" cy="409824"/>
              </a:xfrm>
              <a:custGeom>
                <a:rect b="b" l="l" r="r" t="t"/>
                <a:pathLst>
                  <a:path extrusionOk="0" h="1620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620"/>
                    </a:lnTo>
                    <a:lnTo>
                      <a:pt x="0" y="16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6" name="Google Shape;2856;g3d4502adc0c_0_152"/>
              <p:cNvSpPr/>
              <p:nvPr/>
            </p:nvSpPr>
            <p:spPr>
              <a:xfrm>
                <a:off x="5599668" y="2949959"/>
                <a:ext cx="168483" cy="532265"/>
              </a:xfrm>
              <a:custGeom>
                <a:rect b="b" l="l" r="r" t="t"/>
                <a:pathLst>
                  <a:path extrusionOk="0" h="2104" w="666">
                    <a:moveTo>
                      <a:pt x="0" y="0"/>
                    </a:moveTo>
                    <a:lnTo>
                      <a:pt x="666" y="0"/>
                    </a:lnTo>
                    <a:lnTo>
                      <a:pt x="666" y="2104"/>
                    </a:lnTo>
                    <a:lnTo>
                      <a:pt x="0" y="2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7" name="Google Shape;2857;g3d4502adc0c_0_152"/>
              <p:cNvSpPr/>
              <p:nvPr/>
            </p:nvSpPr>
            <p:spPr>
              <a:xfrm>
                <a:off x="5809639" y="2902147"/>
                <a:ext cx="168230" cy="580077"/>
              </a:xfrm>
              <a:custGeom>
                <a:rect b="b" l="l" r="r" t="t"/>
                <a:pathLst>
                  <a:path extrusionOk="0" h="22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93"/>
                    </a:lnTo>
                    <a:lnTo>
                      <a:pt x="0" y="22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8" name="Google Shape;2858;g3d4502adc0c_0_152"/>
              <p:cNvSpPr/>
              <p:nvPr/>
            </p:nvSpPr>
            <p:spPr>
              <a:xfrm>
                <a:off x="6229330" y="2813352"/>
                <a:ext cx="168230" cy="668873"/>
              </a:xfrm>
              <a:custGeom>
                <a:rect b="b" l="l" r="r" t="t"/>
                <a:pathLst>
                  <a:path extrusionOk="0" h="2644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644"/>
                    </a:lnTo>
                    <a:lnTo>
                      <a:pt x="0" y="26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59" name="Google Shape;2859;g3d4502adc0c_0_152"/>
              <p:cNvSpPr/>
              <p:nvPr/>
            </p:nvSpPr>
            <p:spPr>
              <a:xfrm>
                <a:off x="6649021" y="2777176"/>
                <a:ext cx="168230" cy="705048"/>
              </a:xfrm>
              <a:custGeom>
                <a:rect b="b" l="l" r="r" t="t"/>
                <a:pathLst>
                  <a:path extrusionOk="0" h="278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787"/>
                    </a:lnTo>
                    <a:lnTo>
                      <a:pt x="0" y="278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0" name="Google Shape;2860;g3d4502adc0c_0_152"/>
              <p:cNvSpPr/>
              <p:nvPr/>
            </p:nvSpPr>
            <p:spPr>
              <a:xfrm>
                <a:off x="6858993" y="2717979"/>
                <a:ext cx="168230" cy="764245"/>
              </a:xfrm>
              <a:custGeom>
                <a:rect b="b" l="l" r="r" t="t"/>
                <a:pathLst>
                  <a:path extrusionOk="0" h="302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021"/>
                    </a:lnTo>
                    <a:lnTo>
                      <a:pt x="0" y="30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1" name="Google Shape;2861;g3d4502adc0c_0_152"/>
              <p:cNvSpPr/>
              <p:nvPr/>
            </p:nvSpPr>
            <p:spPr>
              <a:xfrm>
                <a:off x="7068712" y="2594779"/>
                <a:ext cx="168230" cy="887445"/>
              </a:xfrm>
              <a:custGeom>
                <a:rect b="b" l="l" r="r" t="t"/>
                <a:pathLst>
                  <a:path extrusionOk="0" h="350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508"/>
                    </a:lnTo>
                    <a:lnTo>
                      <a:pt x="0" y="350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2" name="Google Shape;2862;g3d4502adc0c_0_152"/>
              <p:cNvSpPr/>
              <p:nvPr/>
            </p:nvSpPr>
            <p:spPr>
              <a:xfrm>
                <a:off x="7278684" y="2623871"/>
                <a:ext cx="168230" cy="858353"/>
              </a:xfrm>
              <a:custGeom>
                <a:rect b="b" l="l" r="r" t="t"/>
                <a:pathLst>
                  <a:path extrusionOk="0" h="33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393"/>
                    </a:lnTo>
                    <a:lnTo>
                      <a:pt x="0" y="33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3" name="Google Shape;2863;g3d4502adc0c_0_152"/>
              <p:cNvSpPr/>
              <p:nvPr/>
            </p:nvSpPr>
            <p:spPr>
              <a:xfrm>
                <a:off x="7488656" y="2556074"/>
                <a:ext cx="168230" cy="926151"/>
              </a:xfrm>
              <a:custGeom>
                <a:rect b="b" l="l" r="r" t="t"/>
                <a:pathLst>
                  <a:path extrusionOk="0" h="366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661"/>
                    </a:lnTo>
                    <a:lnTo>
                      <a:pt x="0" y="36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4" name="Google Shape;2864;g3d4502adc0c_0_152"/>
              <p:cNvSpPr/>
              <p:nvPr/>
            </p:nvSpPr>
            <p:spPr>
              <a:xfrm>
                <a:off x="7698375" y="2503707"/>
                <a:ext cx="168230" cy="978517"/>
              </a:xfrm>
              <a:custGeom>
                <a:rect b="b" l="l" r="r" t="t"/>
                <a:pathLst>
                  <a:path extrusionOk="0" h="386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68"/>
                    </a:lnTo>
                    <a:lnTo>
                      <a:pt x="0" y="38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5" name="Google Shape;2865;g3d4502adc0c_0_152"/>
              <p:cNvSpPr/>
              <p:nvPr/>
            </p:nvSpPr>
            <p:spPr>
              <a:xfrm>
                <a:off x="6019611" y="2974498"/>
                <a:ext cx="168230" cy="507726"/>
              </a:xfrm>
              <a:custGeom>
                <a:rect b="b" l="l" r="r" t="t"/>
                <a:pathLst>
                  <a:path extrusionOk="0" h="200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007"/>
                    </a:lnTo>
                    <a:lnTo>
                      <a:pt x="0" y="20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6" name="Google Shape;2866;g3d4502adc0c_0_152"/>
              <p:cNvSpPr/>
              <p:nvPr/>
            </p:nvSpPr>
            <p:spPr>
              <a:xfrm>
                <a:off x="6439049" y="2919855"/>
                <a:ext cx="168230" cy="562369"/>
              </a:xfrm>
              <a:custGeom>
                <a:rect b="b" l="l" r="r" t="t"/>
                <a:pathLst>
                  <a:path extrusionOk="0" h="222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23"/>
                    </a:lnTo>
                    <a:lnTo>
                      <a:pt x="0" y="22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867" name="Google Shape;2867;g3d4502adc0c_0_152"/>
            <p:cNvGrpSpPr/>
            <p:nvPr/>
          </p:nvGrpSpPr>
          <p:grpSpPr>
            <a:xfrm flipH="1" rot="10800000">
              <a:off x="1441734" y="-35"/>
              <a:ext cx="3106319" cy="639852"/>
              <a:chOff x="4760286" y="2503707"/>
              <a:chExt cx="3106319" cy="978517"/>
            </a:xfrm>
          </p:grpSpPr>
          <p:sp>
            <p:nvSpPr>
              <p:cNvPr id="2868" name="Google Shape;2868;g3d4502adc0c_0_152"/>
              <p:cNvSpPr/>
              <p:nvPr/>
            </p:nvSpPr>
            <p:spPr>
              <a:xfrm>
                <a:off x="4760286" y="3383815"/>
                <a:ext cx="168230" cy="98408"/>
              </a:xfrm>
              <a:custGeom>
                <a:rect b="b" l="l" r="r" t="t"/>
                <a:pathLst>
                  <a:path extrusionOk="0" h="389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9"/>
                    </a:lnTo>
                    <a:lnTo>
                      <a:pt x="0" y="38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69" name="Google Shape;2869;g3d4502adc0c_0_152"/>
              <p:cNvSpPr/>
              <p:nvPr/>
            </p:nvSpPr>
            <p:spPr>
              <a:xfrm>
                <a:off x="4970005" y="3265422"/>
                <a:ext cx="168230" cy="216802"/>
              </a:xfrm>
              <a:custGeom>
                <a:rect b="b" l="l" r="r" t="t"/>
                <a:pathLst>
                  <a:path extrusionOk="0" h="85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857"/>
                    </a:lnTo>
                    <a:lnTo>
                      <a:pt x="0" y="8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0" name="Google Shape;2870;g3d4502adc0c_0_152"/>
              <p:cNvSpPr/>
              <p:nvPr/>
            </p:nvSpPr>
            <p:spPr>
              <a:xfrm>
                <a:off x="5179977" y="3196106"/>
                <a:ext cx="168230" cy="286118"/>
              </a:xfrm>
              <a:custGeom>
                <a:rect b="b" l="l" r="r" t="t"/>
                <a:pathLst>
                  <a:path extrusionOk="0" h="113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131"/>
                    </a:lnTo>
                    <a:lnTo>
                      <a:pt x="0" y="113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1" name="Google Shape;2871;g3d4502adc0c_0_152"/>
              <p:cNvSpPr/>
              <p:nvPr/>
            </p:nvSpPr>
            <p:spPr>
              <a:xfrm>
                <a:off x="5389949" y="3072400"/>
                <a:ext cx="168230" cy="409824"/>
              </a:xfrm>
              <a:custGeom>
                <a:rect b="b" l="l" r="r" t="t"/>
                <a:pathLst>
                  <a:path extrusionOk="0" h="1620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1620"/>
                    </a:lnTo>
                    <a:lnTo>
                      <a:pt x="0" y="16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2" name="Google Shape;2872;g3d4502adc0c_0_152"/>
              <p:cNvSpPr/>
              <p:nvPr/>
            </p:nvSpPr>
            <p:spPr>
              <a:xfrm>
                <a:off x="5599668" y="2949959"/>
                <a:ext cx="168483" cy="532265"/>
              </a:xfrm>
              <a:custGeom>
                <a:rect b="b" l="l" r="r" t="t"/>
                <a:pathLst>
                  <a:path extrusionOk="0" h="2104" w="666">
                    <a:moveTo>
                      <a:pt x="0" y="0"/>
                    </a:moveTo>
                    <a:lnTo>
                      <a:pt x="666" y="0"/>
                    </a:lnTo>
                    <a:lnTo>
                      <a:pt x="666" y="2104"/>
                    </a:lnTo>
                    <a:lnTo>
                      <a:pt x="0" y="2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3" name="Google Shape;2873;g3d4502adc0c_0_152"/>
              <p:cNvSpPr/>
              <p:nvPr/>
            </p:nvSpPr>
            <p:spPr>
              <a:xfrm>
                <a:off x="5809639" y="2902147"/>
                <a:ext cx="168230" cy="580077"/>
              </a:xfrm>
              <a:custGeom>
                <a:rect b="b" l="l" r="r" t="t"/>
                <a:pathLst>
                  <a:path extrusionOk="0" h="22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93"/>
                    </a:lnTo>
                    <a:lnTo>
                      <a:pt x="0" y="22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4" name="Google Shape;2874;g3d4502adc0c_0_152"/>
              <p:cNvSpPr/>
              <p:nvPr/>
            </p:nvSpPr>
            <p:spPr>
              <a:xfrm>
                <a:off x="6229330" y="2813352"/>
                <a:ext cx="168230" cy="668873"/>
              </a:xfrm>
              <a:custGeom>
                <a:rect b="b" l="l" r="r" t="t"/>
                <a:pathLst>
                  <a:path extrusionOk="0" h="2644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644"/>
                    </a:lnTo>
                    <a:lnTo>
                      <a:pt x="0" y="264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5" name="Google Shape;2875;g3d4502adc0c_0_152"/>
              <p:cNvSpPr/>
              <p:nvPr/>
            </p:nvSpPr>
            <p:spPr>
              <a:xfrm>
                <a:off x="6649021" y="2777176"/>
                <a:ext cx="168230" cy="705048"/>
              </a:xfrm>
              <a:custGeom>
                <a:rect b="b" l="l" r="r" t="t"/>
                <a:pathLst>
                  <a:path extrusionOk="0" h="278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787"/>
                    </a:lnTo>
                    <a:lnTo>
                      <a:pt x="0" y="278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6" name="Google Shape;2876;g3d4502adc0c_0_152"/>
              <p:cNvSpPr/>
              <p:nvPr/>
            </p:nvSpPr>
            <p:spPr>
              <a:xfrm>
                <a:off x="6858993" y="2717979"/>
                <a:ext cx="168230" cy="764245"/>
              </a:xfrm>
              <a:custGeom>
                <a:rect b="b" l="l" r="r" t="t"/>
                <a:pathLst>
                  <a:path extrusionOk="0" h="302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021"/>
                    </a:lnTo>
                    <a:lnTo>
                      <a:pt x="0" y="30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7" name="Google Shape;2877;g3d4502adc0c_0_152"/>
              <p:cNvSpPr/>
              <p:nvPr/>
            </p:nvSpPr>
            <p:spPr>
              <a:xfrm>
                <a:off x="7068712" y="2594779"/>
                <a:ext cx="168230" cy="887445"/>
              </a:xfrm>
              <a:custGeom>
                <a:rect b="b" l="l" r="r" t="t"/>
                <a:pathLst>
                  <a:path extrusionOk="0" h="350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508"/>
                    </a:lnTo>
                    <a:lnTo>
                      <a:pt x="0" y="350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8" name="Google Shape;2878;g3d4502adc0c_0_152"/>
              <p:cNvSpPr/>
              <p:nvPr/>
            </p:nvSpPr>
            <p:spPr>
              <a:xfrm>
                <a:off x="7278684" y="2623871"/>
                <a:ext cx="168230" cy="858353"/>
              </a:xfrm>
              <a:custGeom>
                <a:rect b="b" l="l" r="r" t="t"/>
                <a:pathLst>
                  <a:path extrusionOk="0" h="339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393"/>
                    </a:lnTo>
                    <a:lnTo>
                      <a:pt x="0" y="339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79" name="Google Shape;2879;g3d4502adc0c_0_152"/>
              <p:cNvSpPr/>
              <p:nvPr/>
            </p:nvSpPr>
            <p:spPr>
              <a:xfrm>
                <a:off x="7488656" y="2556074"/>
                <a:ext cx="168230" cy="926151"/>
              </a:xfrm>
              <a:custGeom>
                <a:rect b="b" l="l" r="r" t="t"/>
                <a:pathLst>
                  <a:path extrusionOk="0" h="3661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661"/>
                    </a:lnTo>
                    <a:lnTo>
                      <a:pt x="0" y="366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80" name="Google Shape;2880;g3d4502adc0c_0_152"/>
              <p:cNvSpPr/>
              <p:nvPr/>
            </p:nvSpPr>
            <p:spPr>
              <a:xfrm>
                <a:off x="7698375" y="2503707"/>
                <a:ext cx="168230" cy="978517"/>
              </a:xfrm>
              <a:custGeom>
                <a:rect b="b" l="l" r="r" t="t"/>
                <a:pathLst>
                  <a:path extrusionOk="0" h="3868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3868"/>
                    </a:lnTo>
                    <a:lnTo>
                      <a:pt x="0" y="386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81" name="Google Shape;2881;g3d4502adc0c_0_152"/>
              <p:cNvSpPr/>
              <p:nvPr/>
            </p:nvSpPr>
            <p:spPr>
              <a:xfrm>
                <a:off x="6019611" y="2974498"/>
                <a:ext cx="168230" cy="507726"/>
              </a:xfrm>
              <a:custGeom>
                <a:rect b="b" l="l" r="r" t="t"/>
                <a:pathLst>
                  <a:path extrusionOk="0" h="2007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007"/>
                    </a:lnTo>
                    <a:lnTo>
                      <a:pt x="0" y="20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882" name="Google Shape;2882;g3d4502adc0c_0_152"/>
              <p:cNvSpPr/>
              <p:nvPr/>
            </p:nvSpPr>
            <p:spPr>
              <a:xfrm>
                <a:off x="6439049" y="2919855"/>
                <a:ext cx="168230" cy="562369"/>
              </a:xfrm>
              <a:custGeom>
                <a:rect b="b" l="l" r="r" t="t"/>
                <a:pathLst>
                  <a:path extrusionOk="0" h="2223" w="665">
                    <a:moveTo>
                      <a:pt x="0" y="0"/>
                    </a:moveTo>
                    <a:lnTo>
                      <a:pt x="665" y="0"/>
                    </a:lnTo>
                    <a:lnTo>
                      <a:pt x="665" y="2223"/>
                    </a:lnTo>
                    <a:lnTo>
                      <a:pt x="0" y="22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Ctr="1" anchor="ctr" bIns="45000" lIns="90000" spcFirstLastPara="1" rIns="90000" wrap="square" tIns="45000">
                <a:noAutofit/>
              </a:bodyPr>
              <a:lstStyle/>
              <a:p>
                <a:pPr indent="0" lvl="0" marL="0" marR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b="0" sz="1800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</p:cSld>
  <p:clrMapOvr>
    <a:masterClrMapping/>
  </p:clrMapOvr>
  <p:transition spd="med">
    <p:push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6" name="Shape 2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7" name="Google Shape;2887;g3d4502adc0c_0_2929"/>
          <p:cNvSpPr txBox="1"/>
          <p:nvPr>
            <p:ph idx="1" type="subTitle"/>
          </p:nvPr>
        </p:nvSpPr>
        <p:spPr>
          <a:xfrm>
            <a:off x="353100" y="141200"/>
            <a:ext cx="8505300" cy="374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4572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Consequences of Dropping Out</a:t>
            </a:r>
            <a:endParaRPr b="1" sz="30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b="1" sz="2000"/>
          </a:p>
          <a:p>
            <a:pPr indent="-355600" lvl="0" marL="45720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AutoNum type="arabicParenR"/>
            </a:pPr>
            <a:r>
              <a:rPr b="1" lang="en" sz="2000">
                <a:latin typeface="Arial"/>
                <a:ea typeface="Arial"/>
                <a:cs typeface="Arial"/>
                <a:sym typeface="Arial"/>
              </a:rPr>
              <a:t>Economic Cost ($272,000 to $298,000) </a:t>
            </a:r>
            <a:br>
              <a:rPr b="1" lang="en" sz="2000">
                <a:latin typeface="Arial"/>
                <a:ea typeface="Arial"/>
                <a:cs typeface="Arial"/>
                <a:sym typeface="Arial"/>
              </a:rPr>
            </a:br>
            <a:endParaRPr b="1"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AutoNum type="arabicParenR"/>
            </a:pPr>
            <a:r>
              <a:rPr b="1" lang="en" sz="2000">
                <a:latin typeface="Arial"/>
                <a:ea typeface="Arial"/>
                <a:cs typeface="Arial"/>
                <a:sym typeface="Arial"/>
              </a:rPr>
              <a:t>Poverty Risk (25.1% vs. 13.1%)</a:t>
            </a:r>
            <a:endParaRPr b="1" sz="20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000">
              <a:latin typeface="Arial"/>
              <a:ea typeface="Arial"/>
              <a:cs typeface="Arial"/>
              <a:sym typeface="Arial"/>
            </a:endParaRPr>
          </a:p>
          <a:p>
            <a:pPr indent="-3556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000"/>
              <a:buFont typeface="Arial"/>
              <a:buAutoNum type="arabicParenR"/>
            </a:pPr>
            <a:r>
              <a:rPr b="1" lang="en" sz="2000">
                <a:latin typeface="Arial"/>
                <a:ea typeface="Arial"/>
                <a:cs typeface="Arial"/>
                <a:sym typeface="Arial"/>
              </a:rPr>
              <a:t>Unemployment (13% vs. 7%)</a:t>
            </a:r>
            <a:endParaRPr b="1" sz="2000"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8" name="Google Shape;2888;g3d4502adc0c_0_2929"/>
          <p:cNvSpPr txBox="1"/>
          <p:nvPr>
            <p:ph idx="4294967295" type="subTitle"/>
          </p:nvPr>
        </p:nvSpPr>
        <p:spPr>
          <a:xfrm>
            <a:off x="353100" y="3889100"/>
            <a:ext cx="7466400" cy="82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Sources</a:t>
            </a:r>
            <a:r>
              <a:rPr lang="en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" sz="11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Research.com – High School Dropout Rate</a:t>
            </a:r>
            <a:r>
              <a:rPr lang="en" sz="1100"/>
              <a:t>, </a:t>
            </a:r>
            <a:br>
              <a:rPr lang="en" sz="1100"/>
            </a:br>
            <a:r>
              <a:rPr lang="en" sz="11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Statista – Poverty Rate by Education Level U.S. 2023</a:t>
            </a:r>
            <a:r>
              <a:rPr lang="en" sz="1100"/>
              <a:t>, </a:t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NCES – Trends in High School Dropout and Completion Rates</a:t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highlight>
                  <a:srgbClr val="FF0000"/>
                </a:highlight>
              </a:rPr>
              <a:t> </a:t>
            </a:r>
            <a:br>
              <a:rPr lang="en">
                <a:highlight>
                  <a:srgbClr val="FF0000"/>
                </a:highlight>
              </a:rPr>
            </a:br>
            <a:endParaRPr>
              <a:highlight>
                <a:srgbClr val="FF0000"/>
              </a:highlight>
            </a:endParaRPr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2" name="Shape 2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3" name="Google Shape;2893;g3d45d748a52_1_0"/>
          <p:cNvSpPr txBox="1"/>
          <p:nvPr>
            <p:ph type="title"/>
          </p:nvPr>
        </p:nvSpPr>
        <p:spPr>
          <a:xfrm>
            <a:off x="713225" y="2121000"/>
            <a:ext cx="77175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/>
              <a:t>Dataset</a:t>
            </a:r>
            <a:endParaRPr/>
          </a:p>
        </p:txBody>
      </p:sp>
      <p:sp>
        <p:nvSpPr>
          <p:cNvPr id="2894" name="Google Shape;2894;g3d45d748a52_1_0"/>
          <p:cNvSpPr txBox="1"/>
          <p:nvPr>
            <p:ph idx="2" type="title"/>
          </p:nvPr>
        </p:nvSpPr>
        <p:spPr>
          <a:xfrm>
            <a:off x="3574350" y="539500"/>
            <a:ext cx="1652100" cy="166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02</a:t>
            </a:r>
            <a:endParaRPr/>
          </a:p>
        </p:txBody>
      </p:sp>
      <p:grpSp>
        <p:nvGrpSpPr>
          <p:cNvPr id="2895" name="Google Shape;2895;g3d45d748a52_1_0"/>
          <p:cNvGrpSpPr/>
          <p:nvPr/>
        </p:nvGrpSpPr>
        <p:grpSpPr>
          <a:xfrm>
            <a:off x="3333121" y="539511"/>
            <a:ext cx="397957" cy="491303"/>
            <a:chOff x="4986000" y="2166120"/>
            <a:chExt cx="388440" cy="1402920"/>
          </a:xfrm>
        </p:grpSpPr>
        <p:sp>
          <p:nvSpPr>
            <p:cNvPr id="2896" name="Google Shape;2896;g3d45d748a52_1_0"/>
            <p:cNvSpPr/>
            <p:nvPr/>
          </p:nvSpPr>
          <p:spPr>
            <a:xfrm>
              <a:off x="5135040" y="2166120"/>
              <a:ext cx="90360" cy="1294200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7" name="Google Shape;2897;g3d45d748a52_1_0"/>
            <p:cNvSpPr/>
            <p:nvPr/>
          </p:nvSpPr>
          <p:spPr>
            <a:xfrm>
              <a:off x="4986000" y="2166120"/>
              <a:ext cx="90360" cy="792720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98" name="Google Shape;2898;g3d45d748a52_1_0"/>
            <p:cNvSpPr/>
            <p:nvPr/>
          </p:nvSpPr>
          <p:spPr>
            <a:xfrm>
              <a:off x="5284440" y="34603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899" name="Google Shape;2899;g3d45d748a52_1_0"/>
          <p:cNvGrpSpPr/>
          <p:nvPr/>
        </p:nvGrpSpPr>
        <p:grpSpPr>
          <a:xfrm>
            <a:off x="4984304" y="1974862"/>
            <a:ext cx="398326" cy="280942"/>
            <a:chOff x="6180480" y="1249200"/>
            <a:chExt cx="388800" cy="552600"/>
          </a:xfrm>
        </p:grpSpPr>
        <p:sp>
          <p:nvSpPr>
            <p:cNvPr id="2900" name="Google Shape;2900;g3d45d748a52_1_0"/>
            <p:cNvSpPr/>
            <p:nvPr/>
          </p:nvSpPr>
          <p:spPr>
            <a:xfrm>
              <a:off x="6479280" y="1249200"/>
              <a:ext cx="90000" cy="173520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1" name="Google Shape;2901;g3d45d748a52_1_0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02" name="Google Shape;2902;g3d45d748a52_1_0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med">
    <p:push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6" name="Shape 2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7" name="Google Shape;2907;g3d45d748a52_0_2434"/>
          <p:cNvSpPr txBox="1"/>
          <p:nvPr/>
        </p:nvSpPr>
        <p:spPr>
          <a:xfrm>
            <a:off x="353700" y="596875"/>
            <a:ext cx="1525500" cy="71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25000+</a:t>
            </a:r>
            <a:endParaRPr b="1"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Total Rows</a:t>
            </a:r>
            <a:endParaRPr b="1" sz="18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08" name="Google Shape;2908;g3d45d748a52_0_2434"/>
          <p:cNvSpPr txBox="1"/>
          <p:nvPr/>
        </p:nvSpPr>
        <p:spPr>
          <a:xfrm>
            <a:off x="2407300" y="596875"/>
            <a:ext cx="1955100" cy="8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9000+</a:t>
            </a:r>
            <a:endParaRPr b="1"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Total Columns</a:t>
            </a:r>
            <a:endParaRPr b="1" sz="18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09" name="Google Shape;2909;g3d45d748a52_0_2434"/>
          <p:cNvSpPr txBox="1"/>
          <p:nvPr/>
        </p:nvSpPr>
        <p:spPr>
          <a:xfrm>
            <a:off x="7180000" y="622674"/>
            <a:ext cx="1692300" cy="6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2009-2016</a:t>
            </a:r>
            <a:endParaRPr b="1"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Study Period</a:t>
            </a:r>
            <a:endParaRPr b="1" sz="18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10" name="Google Shape;2910;g3d45d748a52_0_2434"/>
          <p:cNvSpPr txBox="1"/>
          <p:nvPr/>
        </p:nvSpPr>
        <p:spPr>
          <a:xfrm>
            <a:off x="4816811" y="596875"/>
            <a:ext cx="1955100" cy="8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50</a:t>
            </a:r>
            <a:endParaRPr b="1"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States Plus DC</a:t>
            </a:r>
            <a:endParaRPr b="1" sz="18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11" name="Google Shape;2911;g3d45d748a52_0_2434"/>
          <p:cNvSpPr txBox="1"/>
          <p:nvPr/>
        </p:nvSpPr>
        <p:spPr>
          <a:xfrm>
            <a:off x="353700" y="99475"/>
            <a:ext cx="8518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High School Logitudinal Study</a:t>
            </a:r>
            <a:endParaRPr sz="3000"/>
          </a:p>
        </p:txBody>
      </p:sp>
      <p:pic>
        <p:nvPicPr>
          <p:cNvPr id="2912" name="Google Shape;2912;g3d45d748a52_0_24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41275" y="1481250"/>
            <a:ext cx="4748549" cy="33574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3" name="Google Shape;2913;g3d45d748a52_0_2434"/>
          <p:cNvSpPr/>
          <p:nvPr/>
        </p:nvSpPr>
        <p:spPr>
          <a:xfrm>
            <a:off x="259835" y="2939855"/>
            <a:ext cx="3429000" cy="1326000"/>
          </a:xfrm>
          <a:prstGeom prst="rect">
            <a:avLst/>
          </a:prstGeom>
          <a:solidFill>
            <a:srgbClr val="1C3468"/>
          </a:solidFill>
          <a:ln cap="flat" cmpd="sng" w="12700">
            <a:solidFill>
              <a:srgbClr val="1C34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4" name="Google Shape;2914;g3d45d748a52_0_2434"/>
          <p:cNvSpPr/>
          <p:nvPr/>
        </p:nvSpPr>
        <p:spPr>
          <a:xfrm>
            <a:off x="396995" y="3013007"/>
            <a:ext cx="3154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AAED4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8AAED4"/>
                </a:solidFill>
                <a:latin typeface="Calibri"/>
                <a:ea typeface="Calibri"/>
                <a:cs typeface="Calibri"/>
                <a:sym typeface="Calibri"/>
              </a:rPr>
              <a:t>Target Variable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5" name="Google Shape;2915;g3d45d748a52_0_2434"/>
          <p:cNvSpPr/>
          <p:nvPr/>
        </p:nvSpPr>
        <p:spPr>
          <a:xfrm>
            <a:off x="396995" y="3323903"/>
            <a:ext cx="31548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Calibri"/>
              <a:buNone/>
            </a:pPr>
            <a:r>
              <a:rPr b="1" lang="en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X4EVERDROP</a:t>
            </a:r>
            <a:endParaRPr sz="2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6" name="Google Shape;2916;g3d45d748a52_0_2434"/>
          <p:cNvSpPr/>
          <p:nvPr/>
        </p:nvSpPr>
        <p:spPr>
          <a:xfrm>
            <a:off x="396995" y="3781103"/>
            <a:ext cx="3154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AAED4"/>
              </a:buClr>
              <a:buSzPts val="1050"/>
              <a:buFont typeface="Calibri"/>
              <a:buNone/>
            </a:pPr>
            <a:r>
              <a:rPr lang="en" sz="1050">
                <a:solidFill>
                  <a:srgbClr val="8AAED4"/>
                </a:solidFill>
                <a:latin typeface="Calibri"/>
                <a:ea typeface="Calibri"/>
                <a:cs typeface="Calibri"/>
                <a:sym typeface="Calibri"/>
              </a:rPr>
              <a:t>Binary: Did this student ever have</a:t>
            </a:r>
            <a:endParaRPr sz="10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8AAED4"/>
              </a:buClr>
              <a:buSzPts val="1050"/>
              <a:buFont typeface="Calibri"/>
              <a:buNone/>
            </a:pPr>
            <a:r>
              <a:rPr lang="en" sz="1050">
                <a:solidFill>
                  <a:srgbClr val="8AAED4"/>
                </a:solidFill>
                <a:latin typeface="Calibri"/>
                <a:ea typeface="Calibri"/>
                <a:cs typeface="Calibri"/>
                <a:sym typeface="Calibri"/>
              </a:rPr>
              <a:t>a known dropout episode by 2016?</a:t>
            </a:r>
            <a:endParaRPr sz="10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7" name="Google Shape;2917;g3d45d748a52_0_2434"/>
          <p:cNvSpPr/>
          <p:nvPr/>
        </p:nvSpPr>
        <p:spPr>
          <a:xfrm>
            <a:off x="259750" y="4407327"/>
            <a:ext cx="3429000" cy="475500"/>
          </a:xfrm>
          <a:prstGeom prst="rect">
            <a:avLst/>
          </a:prstGeom>
          <a:solidFill>
            <a:srgbClr val="EDF1F8"/>
          </a:solidFill>
          <a:ln cap="flat" cmpd="sng" w="12700">
            <a:solidFill>
              <a:srgbClr val="C5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8" name="Google Shape;2918;g3d45d748a52_0_2434"/>
          <p:cNvSpPr/>
          <p:nvPr/>
        </p:nvSpPr>
        <p:spPr>
          <a:xfrm>
            <a:off x="396925" y="4462200"/>
            <a:ext cx="3154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050"/>
              <a:buFont typeface="Calibri"/>
              <a:buNone/>
            </a:pPr>
            <a:r>
              <a:rPr i="1" lang="en" sz="105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This project focuses exclusively on the student-level file (student questionnaires + assessments).</a:t>
            </a:r>
            <a:endParaRPr sz="10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9" name="Google Shape;2919;g3d45d748a52_0_2434"/>
          <p:cNvSpPr/>
          <p:nvPr/>
        </p:nvSpPr>
        <p:spPr>
          <a:xfrm>
            <a:off x="282760" y="1476583"/>
            <a:ext cx="34290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C3468"/>
              </a:buClr>
              <a:buSzPts val="1200"/>
              <a:buFont typeface="Calibri"/>
              <a:buNone/>
            </a:pPr>
            <a:r>
              <a:rPr b="1" lang="en" sz="1200">
                <a:solidFill>
                  <a:srgbClr val="1C3468"/>
                </a:solidFill>
                <a:latin typeface="Calibri"/>
                <a:ea typeface="Calibri"/>
                <a:cs typeface="Calibri"/>
                <a:sym typeface="Calibri"/>
              </a:rPr>
              <a:t>Data Collection Timeline</a:t>
            </a:r>
            <a:endParaRPr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0" name="Google Shape;2920;g3d45d748a52_0_2434"/>
          <p:cNvSpPr/>
          <p:nvPr/>
        </p:nvSpPr>
        <p:spPr>
          <a:xfrm>
            <a:off x="483928" y="1897207"/>
            <a:ext cx="365700" cy="365700"/>
          </a:xfrm>
          <a:prstGeom prst="ellipse">
            <a:avLst/>
          </a:prstGeom>
          <a:solidFill>
            <a:srgbClr val="1C3468"/>
          </a:solidFill>
          <a:ln cap="flat" cmpd="sng" w="12700">
            <a:solidFill>
              <a:srgbClr val="1C34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1" name="Google Shape;2921;g3d45d748a52_0_2434"/>
          <p:cNvSpPr/>
          <p:nvPr/>
        </p:nvSpPr>
        <p:spPr>
          <a:xfrm>
            <a:off x="282760" y="1915495"/>
            <a:ext cx="7773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2009</a:t>
            </a:r>
            <a:endParaRPr sz="1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2" name="Google Shape;2922;g3d45d748a52_0_2434"/>
          <p:cNvSpPr/>
          <p:nvPr/>
        </p:nvSpPr>
        <p:spPr>
          <a:xfrm>
            <a:off x="938127" y="2043498"/>
            <a:ext cx="320100" cy="36600"/>
          </a:xfrm>
          <a:prstGeom prst="rect">
            <a:avLst/>
          </a:prstGeom>
          <a:solidFill>
            <a:srgbClr val="C5D3E8"/>
          </a:solidFill>
          <a:ln cap="flat" cmpd="sng" w="12700">
            <a:solidFill>
              <a:srgbClr val="C5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3" name="Google Shape;2923;g3d45d748a52_0_2434"/>
          <p:cNvSpPr/>
          <p:nvPr/>
        </p:nvSpPr>
        <p:spPr>
          <a:xfrm>
            <a:off x="237040" y="2299543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3468"/>
              </a:buClr>
              <a:buSzPts val="950"/>
              <a:buFont typeface="Calibri"/>
              <a:buNone/>
            </a:pPr>
            <a:r>
              <a:rPr b="1" lang="en" sz="950">
                <a:solidFill>
                  <a:srgbClr val="1C3468"/>
                </a:solidFill>
                <a:latin typeface="Calibri"/>
                <a:ea typeface="Calibri"/>
                <a:cs typeface="Calibri"/>
                <a:sym typeface="Calibri"/>
              </a:rPr>
              <a:t>Base Year</a:t>
            </a:r>
            <a:endParaRPr sz="9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4" name="Google Shape;2924;g3d45d748a52_0_2434"/>
          <p:cNvSpPr/>
          <p:nvPr/>
        </p:nvSpPr>
        <p:spPr>
          <a:xfrm>
            <a:off x="237040" y="2546431"/>
            <a:ext cx="86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90AA"/>
              </a:buClr>
              <a:buSzPts val="850"/>
              <a:buFont typeface="Calibri"/>
              <a:buNone/>
            </a:pPr>
            <a:r>
              <a:rPr lang="en" sz="850">
                <a:solidFill>
                  <a:srgbClr val="7A90AA"/>
                </a:solidFill>
                <a:latin typeface="Calibri"/>
                <a:ea typeface="Calibri"/>
                <a:cs typeface="Calibri"/>
                <a:sym typeface="Calibri"/>
              </a:rPr>
              <a:t>9th grade</a:t>
            </a:r>
            <a:endParaRPr sz="8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5" name="Google Shape;2925;g3d45d748a52_0_2434"/>
          <p:cNvSpPr/>
          <p:nvPr/>
        </p:nvSpPr>
        <p:spPr>
          <a:xfrm>
            <a:off x="1370896" y="1897207"/>
            <a:ext cx="365700" cy="365700"/>
          </a:xfrm>
          <a:prstGeom prst="ellipse">
            <a:avLst/>
          </a:prstGeom>
          <a:solidFill>
            <a:srgbClr val="1C3468"/>
          </a:solidFill>
          <a:ln cap="flat" cmpd="sng" w="12700">
            <a:solidFill>
              <a:srgbClr val="1C34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6" name="Google Shape;2926;g3d45d748a52_0_2434"/>
          <p:cNvSpPr/>
          <p:nvPr/>
        </p:nvSpPr>
        <p:spPr>
          <a:xfrm>
            <a:off x="1169728" y="1915495"/>
            <a:ext cx="7773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2012</a:t>
            </a:r>
            <a:endParaRPr sz="1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7" name="Google Shape;2927;g3d45d748a52_0_2434"/>
          <p:cNvSpPr/>
          <p:nvPr/>
        </p:nvSpPr>
        <p:spPr>
          <a:xfrm>
            <a:off x="1839821" y="2043511"/>
            <a:ext cx="320100" cy="36600"/>
          </a:xfrm>
          <a:prstGeom prst="rect">
            <a:avLst/>
          </a:prstGeom>
          <a:solidFill>
            <a:srgbClr val="C5D3E8"/>
          </a:solidFill>
          <a:ln cap="flat" cmpd="sng" w="12700">
            <a:solidFill>
              <a:srgbClr val="C5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8" name="Google Shape;2928;g3d45d748a52_0_2434"/>
          <p:cNvSpPr/>
          <p:nvPr/>
        </p:nvSpPr>
        <p:spPr>
          <a:xfrm>
            <a:off x="1124008" y="2299543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3468"/>
              </a:buClr>
              <a:buSzPts val="950"/>
              <a:buFont typeface="Calibri"/>
              <a:buNone/>
            </a:pPr>
            <a:r>
              <a:rPr b="1" lang="en" sz="950">
                <a:solidFill>
                  <a:srgbClr val="1C3468"/>
                </a:solidFill>
                <a:latin typeface="Calibri"/>
                <a:ea typeface="Calibri"/>
                <a:cs typeface="Calibri"/>
                <a:sym typeface="Calibri"/>
              </a:rPr>
              <a:t>1st Follow-up</a:t>
            </a:r>
            <a:endParaRPr sz="9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9" name="Google Shape;2929;g3d45d748a52_0_2434"/>
          <p:cNvSpPr/>
          <p:nvPr/>
        </p:nvSpPr>
        <p:spPr>
          <a:xfrm>
            <a:off x="1124008" y="2546431"/>
            <a:ext cx="86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90AA"/>
              </a:buClr>
              <a:buSzPts val="850"/>
              <a:buFont typeface="Calibri"/>
              <a:buNone/>
            </a:pPr>
            <a:r>
              <a:rPr lang="en" sz="850">
                <a:solidFill>
                  <a:srgbClr val="7A90AA"/>
                </a:solidFill>
                <a:latin typeface="Calibri"/>
                <a:ea typeface="Calibri"/>
                <a:cs typeface="Calibri"/>
                <a:sym typeface="Calibri"/>
              </a:rPr>
              <a:t>11th grade</a:t>
            </a:r>
            <a:endParaRPr sz="8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0" name="Google Shape;2930;g3d45d748a52_0_2434"/>
          <p:cNvSpPr/>
          <p:nvPr/>
        </p:nvSpPr>
        <p:spPr>
          <a:xfrm>
            <a:off x="2280564" y="1871420"/>
            <a:ext cx="365700" cy="365700"/>
          </a:xfrm>
          <a:prstGeom prst="ellipse">
            <a:avLst/>
          </a:prstGeom>
          <a:solidFill>
            <a:srgbClr val="1C3468"/>
          </a:solidFill>
          <a:ln cap="flat" cmpd="sng" w="12700">
            <a:solidFill>
              <a:srgbClr val="1C346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1" name="Google Shape;2931;g3d45d748a52_0_2434"/>
          <p:cNvSpPr/>
          <p:nvPr/>
        </p:nvSpPr>
        <p:spPr>
          <a:xfrm>
            <a:off x="2079396" y="1889708"/>
            <a:ext cx="7773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2013</a:t>
            </a:r>
            <a:endParaRPr sz="1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2" name="Google Shape;2932;g3d45d748a52_0_2434"/>
          <p:cNvSpPr/>
          <p:nvPr/>
        </p:nvSpPr>
        <p:spPr>
          <a:xfrm>
            <a:off x="2764227" y="2017724"/>
            <a:ext cx="320100" cy="36600"/>
          </a:xfrm>
          <a:prstGeom prst="rect">
            <a:avLst/>
          </a:prstGeom>
          <a:solidFill>
            <a:srgbClr val="C5D3E8"/>
          </a:solidFill>
          <a:ln cap="flat" cmpd="sng" w="12700">
            <a:solidFill>
              <a:srgbClr val="C5D3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3" name="Google Shape;2933;g3d45d748a52_0_2434"/>
          <p:cNvSpPr/>
          <p:nvPr/>
        </p:nvSpPr>
        <p:spPr>
          <a:xfrm>
            <a:off x="2033676" y="2273756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3468"/>
              </a:buClr>
              <a:buSzPts val="950"/>
              <a:buFont typeface="Calibri"/>
              <a:buNone/>
            </a:pPr>
            <a:r>
              <a:rPr b="1" lang="en" sz="950">
                <a:solidFill>
                  <a:srgbClr val="1C3468"/>
                </a:solidFill>
                <a:latin typeface="Calibri"/>
                <a:ea typeface="Calibri"/>
                <a:cs typeface="Calibri"/>
                <a:sym typeface="Calibri"/>
              </a:rPr>
              <a:t>Update</a:t>
            </a:r>
            <a:endParaRPr sz="9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4" name="Google Shape;2934;g3d45d748a52_0_2434"/>
          <p:cNvSpPr/>
          <p:nvPr/>
        </p:nvSpPr>
        <p:spPr>
          <a:xfrm>
            <a:off x="3167532" y="1871420"/>
            <a:ext cx="365700" cy="365700"/>
          </a:xfrm>
          <a:prstGeom prst="ellipse">
            <a:avLst/>
          </a:prstGeom>
          <a:solidFill>
            <a:srgbClr val="2B5BA9"/>
          </a:solidFill>
          <a:ln cap="flat" cmpd="sng" w="12700">
            <a:solidFill>
              <a:srgbClr val="2B5BA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5" name="Google Shape;2935;g3d45d748a52_0_2434"/>
          <p:cNvSpPr/>
          <p:nvPr/>
        </p:nvSpPr>
        <p:spPr>
          <a:xfrm>
            <a:off x="2966364" y="1889708"/>
            <a:ext cx="7773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1" lang="en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2016</a:t>
            </a:r>
            <a:endParaRPr sz="1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6" name="Google Shape;2936;g3d45d748a52_0_2434"/>
          <p:cNvSpPr/>
          <p:nvPr/>
        </p:nvSpPr>
        <p:spPr>
          <a:xfrm>
            <a:off x="2920644" y="2273756"/>
            <a:ext cx="868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3468"/>
              </a:buClr>
              <a:buSzPts val="950"/>
              <a:buFont typeface="Calibri"/>
              <a:buNone/>
            </a:pPr>
            <a:r>
              <a:rPr b="1" lang="en" sz="950">
                <a:solidFill>
                  <a:srgbClr val="1C3468"/>
                </a:solidFill>
                <a:latin typeface="Calibri"/>
                <a:ea typeface="Calibri"/>
                <a:cs typeface="Calibri"/>
                <a:sym typeface="Calibri"/>
              </a:rPr>
              <a:t>2nd Follow-up</a:t>
            </a:r>
            <a:endParaRPr sz="9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7" name="Google Shape;2937;g3d45d748a52_0_2434"/>
          <p:cNvSpPr/>
          <p:nvPr/>
        </p:nvSpPr>
        <p:spPr>
          <a:xfrm>
            <a:off x="2920644" y="2572226"/>
            <a:ext cx="86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A90AA"/>
              </a:buClr>
              <a:buSzPts val="850"/>
              <a:buFont typeface="Calibri"/>
              <a:buNone/>
            </a:pPr>
            <a:r>
              <a:rPr lang="en" sz="850">
                <a:solidFill>
                  <a:srgbClr val="7A90AA"/>
                </a:solidFill>
                <a:latin typeface="Calibri"/>
                <a:ea typeface="Calibri"/>
                <a:cs typeface="Calibri"/>
                <a:sym typeface="Calibri"/>
              </a:rPr>
              <a:t>Target measured</a:t>
            </a:r>
            <a:endParaRPr sz="85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med">
    <p:push/>
  </p:transition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1" name="Shape 2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2" name="Google Shape;2942;g3d4502adc0c_0_0"/>
          <p:cNvSpPr txBox="1"/>
          <p:nvPr>
            <p:ph type="title"/>
          </p:nvPr>
        </p:nvSpPr>
        <p:spPr>
          <a:xfrm>
            <a:off x="541650" y="2658550"/>
            <a:ext cx="77175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"/>
              <a:t>Column Selection &amp; </a:t>
            </a:r>
            <a:r>
              <a:rPr lang="en"/>
              <a:t>Data Cleaning</a:t>
            </a:r>
            <a:endParaRPr/>
          </a:p>
        </p:txBody>
      </p:sp>
      <p:sp>
        <p:nvSpPr>
          <p:cNvPr id="2943" name="Google Shape;2943;g3d4502adc0c_0_0"/>
          <p:cNvSpPr txBox="1"/>
          <p:nvPr>
            <p:ph idx="2" type="title"/>
          </p:nvPr>
        </p:nvSpPr>
        <p:spPr>
          <a:xfrm>
            <a:off x="3574350" y="539500"/>
            <a:ext cx="1652100" cy="166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03</a:t>
            </a:r>
            <a:endParaRPr/>
          </a:p>
        </p:txBody>
      </p:sp>
      <p:grpSp>
        <p:nvGrpSpPr>
          <p:cNvPr id="2944" name="Google Shape;2944;g3d4502adc0c_0_0"/>
          <p:cNvGrpSpPr/>
          <p:nvPr/>
        </p:nvGrpSpPr>
        <p:grpSpPr>
          <a:xfrm>
            <a:off x="3333121" y="539511"/>
            <a:ext cx="397957" cy="491303"/>
            <a:chOff x="4986000" y="2166120"/>
            <a:chExt cx="388440" cy="1402920"/>
          </a:xfrm>
        </p:grpSpPr>
        <p:sp>
          <p:nvSpPr>
            <p:cNvPr id="2945" name="Google Shape;2945;g3d4502adc0c_0_0"/>
            <p:cNvSpPr/>
            <p:nvPr/>
          </p:nvSpPr>
          <p:spPr>
            <a:xfrm>
              <a:off x="5135040" y="2166120"/>
              <a:ext cx="90360" cy="1294200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6" name="Google Shape;2946;g3d4502adc0c_0_0"/>
            <p:cNvSpPr/>
            <p:nvPr/>
          </p:nvSpPr>
          <p:spPr>
            <a:xfrm>
              <a:off x="4986000" y="2166120"/>
              <a:ext cx="90360" cy="792720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47" name="Google Shape;2947;g3d4502adc0c_0_0"/>
            <p:cNvSpPr/>
            <p:nvPr/>
          </p:nvSpPr>
          <p:spPr>
            <a:xfrm>
              <a:off x="5284440" y="34603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948" name="Google Shape;2948;g3d4502adc0c_0_0"/>
          <p:cNvGrpSpPr/>
          <p:nvPr/>
        </p:nvGrpSpPr>
        <p:grpSpPr>
          <a:xfrm>
            <a:off x="4984304" y="1974862"/>
            <a:ext cx="398326" cy="280942"/>
            <a:chOff x="6180480" y="1249200"/>
            <a:chExt cx="388800" cy="552600"/>
          </a:xfrm>
        </p:grpSpPr>
        <p:sp>
          <p:nvSpPr>
            <p:cNvPr id="2949" name="Google Shape;2949;g3d4502adc0c_0_0"/>
            <p:cNvSpPr/>
            <p:nvPr/>
          </p:nvSpPr>
          <p:spPr>
            <a:xfrm>
              <a:off x="6479280" y="1249200"/>
              <a:ext cx="90000" cy="173520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0" name="Google Shape;2950;g3d4502adc0c_0_0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51" name="Google Shape;2951;g3d4502adc0c_0_0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med">
    <p:push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5" name="Shape 29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6" name="Google Shape;2956;g3d45d748a52_2_154"/>
          <p:cNvSpPr txBox="1"/>
          <p:nvPr/>
        </p:nvSpPr>
        <p:spPr>
          <a:xfrm>
            <a:off x="793075" y="282925"/>
            <a:ext cx="7633800" cy="11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Column Selection — Pre-Filtering</a:t>
            </a:r>
            <a:endParaRPr b="1" sz="3000"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300">
                <a:solidFill>
                  <a:srgbClr val="555555"/>
                </a:solidFill>
              </a:rPr>
              <a:t>Before any statistical ranking, we applied 4 rule-based filters to shrink 9,614 columns down to ~2,049</a:t>
            </a:r>
            <a:endParaRPr i="1" sz="1300">
              <a:solidFill>
                <a:srgbClr val="555555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300">
              <a:solidFill>
                <a:srgbClr val="999999"/>
              </a:solidFill>
            </a:endParaRPr>
          </a:p>
        </p:txBody>
      </p:sp>
      <p:pic>
        <p:nvPicPr>
          <p:cNvPr id="2957" name="Google Shape;2957;g3d45d748a52_2_1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56662" y="1198200"/>
            <a:ext cx="4315790" cy="32484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8" name="Google Shape;2958;g3d45d748a52_2_15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9850" y="1198200"/>
            <a:ext cx="4351861" cy="33800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2" name="Shape 2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3" name="Google Shape;2963;g3d4719490e4_4_10"/>
          <p:cNvSpPr txBox="1"/>
          <p:nvPr/>
        </p:nvSpPr>
        <p:spPr>
          <a:xfrm>
            <a:off x="534475" y="282925"/>
            <a:ext cx="8160600" cy="137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Column Selection — Ranking &amp; Inspection</a:t>
            </a:r>
            <a:endParaRPr b="1" sz="3000"/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300">
                <a:solidFill>
                  <a:srgbClr val="555555"/>
                </a:solidFill>
              </a:rPr>
              <a:t>From ~2,049 columns down to 44 — statistical scoring followed by expert judgment</a:t>
            </a:r>
            <a:endParaRPr i="1" sz="1300">
              <a:solidFill>
                <a:srgbClr val="555555"/>
              </a:solidFill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300">
              <a:solidFill>
                <a:srgbClr val="999999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300">
              <a:solidFill>
                <a:srgbClr val="999999"/>
              </a:solidFill>
            </a:endParaRPr>
          </a:p>
        </p:txBody>
      </p:sp>
      <p:pic>
        <p:nvPicPr>
          <p:cNvPr id="2964" name="Google Shape;2964;g3d4719490e4_4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46675" y="1489663"/>
            <a:ext cx="5644277" cy="3051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5" name="Google Shape;2965;g3d4719490e4_4_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2275" y="1250175"/>
            <a:ext cx="2869925" cy="1061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6" name="Google Shape;2966;g3d4719490e4_4_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2275" y="2432950"/>
            <a:ext cx="2869925" cy="116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7" name="Google Shape;2967;g3d4719490e4_4_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32275" y="3719100"/>
            <a:ext cx="2869925" cy="1164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1" name="Shape 29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2" name="Google Shape;2972;g3d45d748a52_2_160"/>
          <p:cNvSpPr txBox="1"/>
          <p:nvPr/>
        </p:nvSpPr>
        <p:spPr>
          <a:xfrm>
            <a:off x="974250" y="282925"/>
            <a:ext cx="7195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Data</a:t>
            </a:r>
            <a:r>
              <a:rPr b="1" lang="en" sz="3000"/>
              <a:t> Cleaning</a:t>
            </a:r>
            <a:endParaRPr b="1" sz="3000"/>
          </a:p>
        </p:txBody>
      </p:sp>
      <p:pic>
        <p:nvPicPr>
          <p:cNvPr id="2973" name="Google Shape;2973;g3d45d748a52_2_160" title="slideA_negative_valu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81825"/>
            <a:ext cx="8839204" cy="3206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7" name="Shape 2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8" name="Google Shape;2978;g3d4719490e4_4_48"/>
          <p:cNvSpPr txBox="1"/>
          <p:nvPr/>
        </p:nvSpPr>
        <p:spPr>
          <a:xfrm>
            <a:off x="974250" y="282925"/>
            <a:ext cx="7195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Data Cleaning</a:t>
            </a:r>
            <a:endParaRPr b="1" sz="3000"/>
          </a:p>
        </p:txBody>
      </p:sp>
      <p:pic>
        <p:nvPicPr>
          <p:cNvPr id="2979" name="Google Shape;2979;g3d4719490e4_4_48" title="Gemini_Generated_Image_ugulfeugulfeugul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4250" y="871975"/>
            <a:ext cx="7303900" cy="3909276"/>
          </a:xfrm>
          <a:prstGeom prst="rect">
            <a:avLst/>
          </a:prstGeom>
          <a:noFill/>
          <a:ln>
            <a:noFill/>
          </a:ln>
        </p:spPr>
      </p:pic>
      <p:sp>
        <p:nvSpPr>
          <p:cNvPr id="2980" name="Google Shape;2980;g3d4719490e4_4_48"/>
          <p:cNvSpPr txBox="1"/>
          <p:nvPr/>
        </p:nvSpPr>
        <p:spPr>
          <a:xfrm>
            <a:off x="5240175" y="2349875"/>
            <a:ext cx="952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Parent did not respond</a:t>
            </a:r>
            <a:endParaRPr sz="5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81" name="Google Shape;2981;g3d4719490e4_4_48"/>
          <p:cNvSpPr txBox="1"/>
          <p:nvPr/>
        </p:nvSpPr>
        <p:spPr>
          <a:xfrm>
            <a:off x="4566150" y="2349875"/>
            <a:ext cx="952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Parent responded</a:t>
            </a:r>
            <a:endParaRPr sz="5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82" name="Google Shape;2982;g3d4719490e4_4_48"/>
          <p:cNvSpPr txBox="1"/>
          <p:nvPr/>
        </p:nvSpPr>
        <p:spPr>
          <a:xfrm>
            <a:off x="5944200" y="3537150"/>
            <a:ext cx="325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-8</a:t>
            </a:r>
            <a:endParaRPr sz="5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83" name="Google Shape;2983;g3d4719490e4_4_48"/>
          <p:cNvSpPr txBox="1"/>
          <p:nvPr/>
        </p:nvSpPr>
        <p:spPr>
          <a:xfrm>
            <a:off x="5333200" y="3537150"/>
            <a:ext cx="325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-9</a:t>
            </a:r>
            <a:endParaRPr sz="5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984" name="Google Shape;2984;g3d4719490e4_4_48"/>
          <p:cNvSpPr txBox="1"/>
          <p:nvPr/>
        </p:nvSpPr>
        <p:spPr>
          <a:xfrm>
            <a:off x="4722200" y="3537150"/>
            <a:ext cx="3255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">
                <a:solidFill>
                  <a:schemeClr val="dk1"/>
                </a:solidFill>
                <a:latin typeface="Lato"/>
                <a:ea typeface="Lato"/>
                <a:cs typeface="Lato"/>
                <a:sym typeface="Lato"/>
              </a:rPr>
              <a:t>-7</a:t>
            </a:r>
            <a:endParaRPr sz="5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ransition spd="med">
    <p:push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8" name="Shape 2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9" name="Google Shape;2989;g3d4719490e4_4_36"/>
          <p:cNvSpPr txBox="1"/>
          <p:nvPr/>
        </p:nvSpPr>
        <p:spPr>
          <a:xfrm>
            <a:off x="974250" y="282925"/>
            <a:ext cx="7195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Data Cleaning</a:t>
            </a:r>
            <a:endParaRPr b="1" sz="3000"/>
          </a:p>
        </p:txBody>
      </p:sp>
      <p:pic>
        <p:nvPicPr>
          <p:cNvPr id="2990" name="Google Shape;2990;g3d4719490e4_4_36" title="slideC_imputa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99300" y="1015675"/>
            <a:ext cx="7345398" cy="3509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4" name="Shape 2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5" name="Google Shape;2995;g3d4719490e4_4_42"/>
          <p:cNvSpPr txBox="1"/>
          <p:nvPr/>
        </p:nvSpPr>
        <p:spPr>
          <a:xfrm>
            <a:off x="974250" y="282925"/>
            <a:ext cx="7195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Data Cleaning</a:t>
            </a:r>
            <a:endParaRPr b="1" sz="3000"/>
          </a:p>
        </p:txBody>
      </p:sp>
      <p:pic>
        <p:nvPicPr>
          <p:cNvPr id="2996" name="Google Shape;2996;g3d4719490e4_4_42" title="chartE_outliers_final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81825"/>
            <a:ext cx="8839204" cy="3388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0" name="Shape 3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1" name="Google Shape;3001;g3d4502adc0c_0_15"/>
          <p:cNvSpPr txBox="1"/>
          <p:nvPr>
            <p:ph type="title"/>
          </p:nvPr>
        </p:nvSpPr>
        <p:spPr>
          <a:xfrm>
            <a:off x="713225" y="2121000"/>
            <a:ext cx="77175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Presenting EDA Results</a:t>
            </a:r>
            <a:endParaRPr/>
          </a:p>
        </p:txBody>
      </p:sp>
      <p:sp>
        <p:nvSpPr>
          <p:cNvPr id="3002" name="Google Shape;3002;g3d4502adc0c_0_15"/>
          <p:cNvSpPr txBox="1"/>
          <p:nvPr>
            <p:ph idx="2" type="title"/>
          </p:nvPr>
        </p:nvSpPr>
        <p:spPr>
          <a:xfrm>
            <a:off x="3574350" y="539500"/>
            <a:ext cx="1652100" cy="166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04</a:t>
            </a:r>
            <a:endParaRPr/>
          </a:p>
        </p:txBody>
      </p:sp>
      <p:grpSp>
        <p:nvGrpSpPr>
          <p:cNvPr id="3003" name="Google Shape;3003;g3d4502adc0c_0_15"/>
          <p:cNvGrpSpPr/>
          <p:nvPr/>
        </p:nvGrpSpPr>
        <p:grpSpPr>
          <a:xfrm>
            <a:off x="3333121" y="539511"/>
            <a:ext cx="397957" cy="491303"/>
            <a:chOff x="4986000" y="2166120"/>
            <a:chExt cx="388440" cy="1402920"/>
          </a:xfrm>
        </p:grpSpPr>
        <p:sp>
          <p:nvSpPr>
            <p:cNvPr id="3004" name="Google Shape;3004;g3d4502adc0c_0_15"/>
            <p:cNvSpPr/>
            <p:nvPr/>
          </p:nvSpPr>
          <p:spPr>
            <a:xfrm>
              <a:off x="5135040" y="2166120"/>
              <a:ext cx="90360" cy="1294200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5" name="Google Shape;3005;g3d4502adc0c_0_15"/>
            <p:cNvSpPr/>
            <p:nvPr/>
          </p:nvSpPr>
          <p:spPr>
            <a:xfrm>
              <a:off x="4986000" y="2166120"/>
              <a:ext cx="90360" cy="792720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6" name="Google Shape;3006;g3d4502adc0c_0_15"/>
            <p:cNvSpPr/>
            <p:nvPr/>
          </p:nvSpPr>
          <p:spPr>
            <a:xfrm>
              <a:off x="5284440" y="34603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07" name="Google Shape;3007;g3d4502adc0c_0_15"/>
          <p:cNvGrpSpPr/>
          <p:nvPr/>
        </p:nvGrpSpPr>
        <p:grpSpPr>
          <a:xfrm>
            <a:off x="4984304" y="1974862"/>
            <a:ext cx="398326" cy="280942"/>
            <a:chOff x="6180480" y="1249200"/>
            <a:chExt cx="388800" cy="552600"/>
          </a:xfrm>
        </p:grpSpPr>
        <p:sp>
          <p:nvSpPr>
            <p:cNvPr id="3008" name="Google Shape;3008;g3d4502adc0c_0_15"/>
            <p:cNvSpPr/>
            <p:nvPr/>
          </p:nvSpPr>
          <p:spPr>
            <a:xfrm>
              <a:off x="6479280" y="1249200"/>
              <a:ext cx="90000" cy="173520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09" name="Google Shape;3009;g3d4502adc0c_0_15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10" name="Google Shape;3010;g3d4502adc0c_0_15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4" name="Shape 30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5" name="Google Shape;3015;g3d4502adc0c_0_3143"/>
          <p:cNvSpPr txBox="1"/>
          <p:nvPr/>
        </p:nvSpPr>
        <p:spPr>
          <a:xfrm>
            <a:off x="1072750" y="74500"/>
            <a:ext cx="6604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EDA Steps</a:t>
            </a:r>
            <a:endParaRPr b="1" sz="3000"/>
          </a:p>
        </p:txBody>
      </p:sp>
      <p:pic>
        <p:nvPicPr>
          <p:cNvPr id="3016" name="Google Shape;3016;g3d4502adc0c_0_31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300" y="720989"/>
            <a:ext cx="7811399" cy="40358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0" name="Shape 30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1" name="Google Shape;3021;g3d4502adc0c_0_88"/>
          <p:cNvSpPr txBox="1"/>
          <p:nvPr/>
        </p:nvSpPr>
        <p:spPr>
          <a:xfrm>
            <a:off x="1072750" y="74500"/>
            <a:ext cx="6604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Target Variable Disitribution</a:t>
            </a:r>
            <a:endParaRPr b="1" sz="3000"/>
          </a:p>
        </p:txBody>
      </p:sp>
      <p:pic>
        <p:nvPicPr>
          <p:cNvPr id="3022" name="Google Shape;3022;g3d4502adc0c_0_8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00775" y="816250"/>
            <a:ext cx="3538651" cy="4022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6" name="Shape 30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7" name="Google Shape;3027;g3d4502adc0c_0_102"/>
          <p:cNvSpPr txBox="1"/>
          <p:nvPr/>
        </p:nvSpPr>
        <p:spPr>
          <a:xfrm>
            <a:off x="1072750" y="169750"/>
            <a:ext cx="6604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Missing Data</a:t>
            </a:r>
            <a:endParaRPr b="1" sz="3000"/>
          </a:p>
        </p:txBody>
      </p:sp>
      <p:pic>
        <p:nvPicPr>
          <p:cNvPr id="3028" name="Google Shape;3028;g3d4502adc0c_0_1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3675" y="921025"/>
            <a:ext cx="8016649" cy="36890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2" name="Shape 3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3" name="Google Shape;3033;g3d4502adc0c_0_143"/>
          <p:cNvSpPr txBox="1"/>
          <p:nvPr/>
        </p:nvSpPr>
        <p:spPr>
          <a:xfrm>
            <a:off x="974250" y="85725"/>
            <a:ext cx="71955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/>
              <a:t>Different Domains</a:t>
            </a:r>
            <a:endParaRPr b="1" sz="3000"/>
          </a:p>
        </p:txBody>
      </p:sp>
      <p:pic>
        <p:nvPicPr>
          <p:cNvPr id="3034" name="Google Shape;3034;g3d4502adc0c_0_143"/>
          <p:cNvPicPr preferRelativeResize="0"/>
          <p:nvPr/>
        </p:nvPicPr>
        <p:blipFill rotWithShape="1">
          <a:blip r:embed="rId3">
            <a:alphaModFix/>
          </a:blip>
          <a:srcRect b="0" l="0" r="0" t="12748"/>
          <a:stretch/>
        </p:blipFill>
        <p:spPr>
          <a:xfrm>
            <a:off x="1781175" y="732225"/>
            <a:ext cx="5883181" cy="4049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8" name="Shape 3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9" name="Google Shape;3039;g3d4502adc0c_0_116"/>
          <p:cNvSpPr txBox="1"/>
          <p:nvPr/>
        </p:nvSpPr>
        <p:spPr>
          <a:xfrm>
            <a:off x="222800" y="169750"/>
            <a:ext cx="8127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F0997B"/>
                </a:solidFill>
              </a:rPr>
              <a:t>DOMAIN 1: Family &amp; Parental Background</a:t>
            </a:r>
            <a:endParaRPr b="1" sz="3000">
              <a:solidFill>
                <a:srgbClr val="F0997B"/>
              </a:solidFill>
            </a:endParaRPr>
          </a:p>
        </p:txBody>
      </p:sp>
      <p:pic>
        <p:nvPicPr>
          <p:cNvPr id="3040" name="Google Shape;3040;g3d4502adc0c_0_116"/>
          <p:cNvPicPr preferRelativeResize="0"/>
          <p:nvPr/>
        </p:nvPicPr>
        <p:blipFill rotWithShape="1">
          <a:blip r:embed="rId3">
            <a:alphaModFix/>
          </a:blip>
          <a:srcRect b="0" l="0" r="0" t="7630"/>
          <a:stretch/>
        </p:blipFill>
        <p:spPr>
          <a:xfrm>
            <a:off x="450550" y="816250"/>
            <a:ext cx="7899250" cy="3762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4" name="Shape 3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5" name="Google Shape;3045;g3d4502adc0c_0_3009"/>
          <p:cNvSpPr txBox="1"/>
          <p:nvPr/>
        </p:nvSpPr>
        <p:spPr>
          <a:xfrm>
            <a:off x="0" y="103075"/>
            <a:ext cx="895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0997B"/>
                </a:solidFill>
              </a:rPr>
              <a:t>Parent Expectations Dominate Student Expectations</a:t>
            </a:r>
            <a:endParaRPr b="1" sz="2600">
              <a:solidFill>
                <a:srgbClr val="F0997B"/>
              </a:solidFill>
            </a:endParaRPr>
          </a:p>
        </p:txBody>
      </p:sp>
      <p:pic>
        <p:nvPicPr>
          <p:cNvPr id="3046" name="Google Shape;3046;g3d4502adc0c_0_30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2286" y="628525"/>
            <a:ext cx="5790126" cy="41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0" name="Shape 30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1" name="Google Shape;3051;g3d4502adc0c_0_3150"/>
          <p:cNvSpPr txBox="1"/>
          <p:nvPr/>
        </p:nvSpPr>
        <p:spPr>
          <a:xfrm>
            <a:off x="0" y="103075"/>
            <a:ext cx="89547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600">
                <a:solidFill>
                  <a:srgbClr val="F0997B"/>
                </a:solidFill>
              </a:rPr>
              <a:t>Parent Expectations Dominate Student Expectations</a:t>
            </a:r>
            <a:endParaRPr b="1" sz="2600">
              <a:solidFill>
                <a:srgbClr val="F0997B"/>
              </a:solidFill>
            </a:endParaRPr>
          </a:p>
        </p:txBody>
      </p:sp>
      <p:pic>
        <p:nvPicPr>
          <p:cNvPr id="3052" name="Google Shape;3052;g3d4502adc0c_0_31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2163" y="621400"/>
            <a:ext cx="5770382" cy="4150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6" name="Shape 30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7" name="Google Shape;3057;g3d4502adc0c_0_2994"/>
          <p:cNvSpPr txBox="1"/>
          <p:nvPr/>
        </p:nvSpPr>
        <p:spPr>
          <a:xfrm>
            <a:off x="168900" y="169750"/>
            <a:ext cx="8806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000">
                <a:solidFill>
                  <a:srgbClr val="F0997B"/>
                </a:solidFill>
              </a:rPr>
              <a:t>SES: Poverty Is Not Just a Risk Factor </a:t>
            </a:r>
            <a:endParaRPr b="1" sz="3000">
              <a:solidFill>
                <a:srgbClr val="F0997B"/>
              </a:solidFill>
            </a:endParaRPr>
          </a:p>
        </p:txBody>
      </p:sp>
      <p:pic>
        <p:nvPicPr>
          <p:cNvPr id="3058" name="Google Shape;3058;g3d4502adc0c_0_299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3863" y="749575"/>
            <a:ext cx="7116271" cy="4022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2" name="Shape 3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3" name="Google Shape;3063;g3d4502adc0c_0_3042"/>
          <p:cNvSpPr txBox="1"/>
          <p:nvPr/>
        </p:nvSpPr>
        <p:spPr>
          <a:xfrm>
            <a:off x="662600" y="169750"/>
            <a:ext cx="76944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rgbClr val="86B8EC"/>
                </a:solidFill>
              </a:rPr>
              <a:t>Domain 2: Academics</a:t>
            </a:r>
            <a:endParaRPr b="1" sz="2500">
              <a:solidFill>
                <a:srgbClr val="86B8EC"/>
              </a:solidFill>
            </a:endParaRPr>
          </a:p>
        </p:txBody>
      </p:sp>
      <p:pic>
        <p:nvPicPr>
          <p:cNvPr id="3064" name="Google Shape;3064;g3d4502adc0c_0_30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100" y="819275"/>
            <a:ext cx="7694401" cy="37595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8" name="Shape 3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9" name="Google Shape;3069;g3d4502adc0c_0_3061"/>
          <p:cNvSpPr txBox="1"/>
          <p:nvPr/>
        </p:nvSpPr>
        <p:spPr>
          <a:xfrm>
            <a:off x="103525" y="169750"/>
            <a:ext cx="89349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>
                <a:solidFill>
                  <a:srgbClr val="F0A03E"/>
                </a:solidFill>
              </a:rPr>
              <a:t>Domain 3: Student Motivation &amp; Attitudes</a:t>
            </a:r>
            <a:endParaRPr b="1" sz="2500">
              <a:solidFill>
                <a:srgbClr val="F0A03E"/>
              </a:solidFill>
            </a:endParaRPr>
          </a:p>
        </p:txBody>
      </p:sp>
      <p:sp>
        <p:nvSpPr>
          <p:cNvPr id="3070" name="Google Shape;3070;g3d4502adc0c_0_3061"/>
          <p:cNvSpPr txBox="1"/>
          <p:nvPr/>
        </p:nvSpPr>
        <p:spPr>
          <a:xfrm>
            <a:off x="393425" y="890375"/>
            <a:ext cx="8313600" cy="36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3071" name="Google Shape;3071;g3d4502adc0c_0_3061"/>
          <p:cNvPicPr preferRelativeResize="0"/>
          <p:nvPr/>
        </p:nvPicPr>
        <p:blipFill rotWithShape="1">
          <a:blip r:embed="rId3">
            <a:alphaModFix/>
          </a:blip>
          <a:srcRect b="0" l="0" r="49967" t="1068"/>
          <a:stretch/>
        </p:blipFill>
        <p:spPr>
          <a:xfrm>
            <a:off x="2243900" y="890375"/>
            <a:ext cx="4290250" cy="3605425"/>
          </a:xfrm>
          <a:prstGeom prst="rect">
            <a:avLst/>
          </a:prstGeom>
          <a:noFill/>
          <a:ln>
            <a:noFill/>
          </a:ln>
        </p:spPr>
      </p:pic>
      <p:sp>
        <p:nvSpPr>
          <p:cNvPr id="3072" name="Google Shape;3072;g3d4502adc0c_0_3061"/>
          <p:cNvSpPr/>
          <p:nvPr/>
        </p:nvSpPr>
        <p:spPr>
          <a:xfrm>
            <a:off x="2600325" y="2600325"/>
            <a:ext cx="3638700" cy="476100"/>
          </a:xfrm>
          <a:prstGeom prst="roundRect">
            <a:avLst>
              <a:gd fmla="val 16667" name="adj"/>
            </a:avLst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  <p:transition spd="med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6" name="Shape 3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7" name="Google Shape;3077;g3d4502adc0c_0_33"/>
          <p:cNvSpPr txBox="1"/>
          <p:nvPr>
            <p:ph type="title"/>
          </p:nvPr>
        </p:nvSpPr>
        <p:spPr>
          <a:xfrm>
            <a:off x="713225" y="2121000"/>
            <a:ext cx="77175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Feature Selection</a:t>
            </a:r>
            <a:endParaRPr/>
          </a:p>
        </p:txBody>
      </p:sp>
      <p:sp>
        <p:nvSpPr>
          <p:cNvPr id="3078" name="Google Shape;3078;g3d4502adc0c_0_33"/>
          <p:cNvSpPr txBox="1"/>
          <p:nvPr>
            <p:ph idx="2" type="title"/>
          </p:nvPr>
        </p:nvSpPr>
        <p:spPr>
          <a:xfrm>
            <a:off x="3574350" y="539500"/>
            <a:ext cx="1652100" cy="166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05</a:t>
            </a:r>
            <a:endParaRPr/>
          </a:p>
        </p:txBody>
      </p:sp>
      <p:grpSp>
        <p:nvGrpSpPr>
          <p:cNvPr id="3079" name="Google Shape;3079;g3d4502adc0c_0_33"/>
          <p:cNvGrpSpPr/>
          <p:nvPr/>
        </p:nvGrpSpPr>
        <p:grpSpPr>
          <a:xfrm>
            <a:off x="3333121" y="539511"/>
            <a:ext cx="397957" cy="491303"/>
            <a:chOff x="4986000" y="2166120"/>
            <a:chExt cx="388440" cy="1402920"/>
          </a:xfrm>
        </p:grpSpPr>
        <p:sp>
          <p:nvSpPr>
            <p:cNvPr id="3080" name="Google Shape;3080;g3d4502adc0c_0_33"/>
            <p:cNvSpPr/>
            <p:nvPr/>
          </p:nvSpPr>
          <p:spPr>
            <a:xfrm>
              <a:off x="5135040" y="2166120"/>
              <a:ext cx="90360" cy="1294200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1" name="Google Shape;3081;g3d4502adc0c_0_33"/>
            <p:cNvSpPr/>
            <p:nvPr/>
          </p:nvSpPr>
          <p:spPr>
            <a:xfrm>
              <a:off x="4986000" y="2166120"/>
              <a:ext cx="90360" cy="792720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2" name="Google Shape;3082;g3d4502adc0c_0_33"/>
            <p:cNvSpPr/>
            <p:nvPr/>
          </p:nvSpPr>
          <p:spPr>
            <a:xfrm>
              <a:off x="5284440" y="34603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083" name="Google Shape;3083;g3d4502adc0c_0_33"/>
          <p:cNvGrpSpPr/>
          <p:nvPr/>
        </p:nvGrpSpPr>
        <p:grpSpPr>
          <a:xfrm>
            <a:off x="4984304" y="1974862"/>
            <a:ext cx="398326" cy="280942"/>
            <a:chOff x="6180480" y="1249200"/>
            <a:chExt cx="388800" cy="552600"/>
          </a:xfrm>
        </p:grpSpPr>
        <p:sp>
          <p:nvSpPr>
            <p:cNvPr id="3084" name="Google Shape;3084;g3d4502adc0c_0_33"/>
            <p:cNvSpPr/>
            <p:nvPr/>
          </p:nvSpPr>
          <p:spPr>
            <a:xfrm>
              <a:off x="6479280" y="1249200"/>
              <a:ext cx="90000" cy="173520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5" name="Google Shape;3085;g3d4502adc0c_0_33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86" name="Google Shape;3086;g3d4502adc0c_0_33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med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0" name="Shape 3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1" name="Google Shape;3091;g3d45d748a52_0_2446"/>
          <p:cNvSpPr txBox="1"/>
          <p:nvPr/>
        </p:nvSpPr>
        <p:spPr>
          <a:xfrm>
            <a:off x="680200" y="249975"/>
            <a:ext cx="7845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/>
              <a:t>Feature Engineering: Building Better Signals</a:t>
            </a:r>
            <a:endParaRPr b="1" sz="2500"/>
          </a:p>
        </p:txBody>
      </p:sp>
      <p:sp>
        <p:nvSpPr>
          <p:cNvPr id="3092" name="Google Shape;3092;g3d45d748a52_0_2446"/>
          <p:cNvSpPr txBox="1"/>
          <p:nvPr/>
        </p:nvSpPr>
        <p:spPr>
          <a:xfrm>
            <a:off x="765675" y="1315725"/>
            <a:ext cx="3000000" cy="255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" sz="1100"/>
              <a:t>Parent Survey → A Missing-Data Feature</a:t>
            </a:r>
            <a:r>
              <a:rPr lang="en" sz="1100"/>
              <a:t> 3,017 students had parents who never responded to the survey — all parent variables blank. Rather than just imputing over it: → Created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X1PAR_SURVEY_MISSING</a:t>
            </a:r>
            <a:r>
              <a:rPr lang="en" sz="1100"/>
              <a:t> as a standalone flag → </a:t>
            </a:r>
            <a:r>
              <a:rPr i="1" lang="en" sz="1100"/>
              <a:t>Result:</a:t>
            </a:r>
            <a:r>
              <a:rPr lang="en" sz="1100"/>
              <a:t> 24.3% dropout when parent is absent vs 13.3% when present — one of the strongest binary predictors in the entire dataset </a:t>
            </a:r>
            <a:r>
              <a:rPr i="1" lang="en" sz="1100"/>
              <a:t>"Parents who don't engage with the survey often have students who don't engage with school."</a:t>
            </a:r>
            <a:endParaRPr/>
          </a:p>
        </p:txBody>
      </p:sp>
      <p:sp>
        <p:nvSpPr>
          <p:cNvPr id="3093" name="Google Shape;3093;g3d45d748a52_0_2446"/>
          <p:cNvSpPr txBox="1"/>
          <p:nvPr/>
        </p:nvSpPr>
        <p:spPr>
          <a:xfrm>
            <a:off x="4802625" y="1315725"/>
            <a:ext cx="30000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" sz="1100"/>
              <a:t>Household Structure → One Binary Feature</a:t>
            </a:r>
            <a:r>
              <a:rPr lang="en" sz="1100"/>
              <a:t>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X1PARPATTERN</a:t>
            </a:r>
            <a:r>
              <a:rPr lang="en" sz="1100"/>
              <a:t> had 9 complex household categories (biological two-parent, single mother, guardian, etc.) → Collapsed into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X1_DUAL_PARENT</a:t>
            </a:r>
            <a:r>
              <a:rPr lang="en" sz="1100"/>
              <a:t>: does the student have 1 or 2 parent figures? → </a:t>
            </a:r>
            <a:r>
              <a:rPr i="1" lang="en" sz="1100"/>
              <a:t>Result:</a:t>
            </a:r>
            <a:r>
              <a:rPr lang="en" sz="1100"/>
              <a:t> Single-parent households drop out at 2× the rate (22.1% vs 10.8%) </a:t>
            </a:r>
            <a:r>
              <a:rPr i="1" lang="en" sz="1100"/>
              <a:t>"Nine categories, but one question matters: is there a second adult in the picture?"</a:t>
            </a:r>
            <a:endParaRPr/>
          </a:p>
        </p:txBody>
      </p:sp>
    </p:spTree>
  </p:cSld>
  <p:clrMapOvr>
    <a:masterClrMapping/>
  </p:clrMapOvr>
  <p:transition spd="med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7" name="Shape 3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8" name="Google Shape;3098;g3d45d748a52_3_98"/>
          <p:cNvSpPr txBox="1"/>
          <p:nvPr/>
        </p:nvSpPr>
        <p:spPr>
          <a:xfrm>
            <a:off x="680200" y="249975"/>
            <a:ext cx="78450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500"/>
              <a:t>Feature Engineering: Building Better Signals</a:t>
            </a:r>
            <a:endParaRPr b="1" sz="2500"/>
          </a:p>
        </p:txBody>
      </p:sp>
      <p:sp>
        <p:nvSpPr>
          <p:cNvPr id="3099" name="Google Shape;3099;g3d45d748a52_3_98"/>
          <p:cNvSpPr txBox="1"/>
          <p:nvPr/>
        </p:nvSpPr>
        <p:spPr>
          <a:xfrm>
            <a:off x="1430075" y="867450"/>
            <a:ext cx="6354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23 features — selected by 3 criteria from EDA</a:t>
            </a:r>
            <a:endParaRPr/>
          </a:p>
        </p:txBody>
      </p:sp>
      <p:sp>
        <p:nvSpPr>
          <p:cNvPr id="3100" name="Google Shape;3100;g3d45d748a52_3_98"/>
          <p:cNvSpPr txBox="1"/>
          <p:nvPr/>
        </p:nvSpPr>
        <p:spPr>
          <a:xfrm>
            <a:off x="680200" y="1422875"/>
            <a:ext cx="3355200" cy="14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/>
              <a:t>Top — The 3 selection criteria (one line each):</a:t>
            </a:r>
            <a:endParaRPr b="1" sz="1100"/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AutoNum type="arabicPeriod"/>
            </a:pPr>
            <a:r>
              <a:rPr b="1" lang="en" sz="1100"/>
              <a:t>Spearman correlation</a:t>
            </a:r>
            <a:r>
              <a:rPr lang="en" sz="1100"/>
              <a:t> with dropout target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b="1" lang="en" sz="1100"/>
              <a:t>Bivariate dropout rate gaps</a:t>
            </a:r>
            <a:r>
              <a:rPr lang="en" sz="1100"/>
              <a:t> across categories</a:t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b="1" lang="en" sz="1100"/>
              <a:t>Multicollinearity checks</a:t>
            </a:r>
            <a:r>
              <a:rPr lang="en" sz="1100"/>
              <a:t> between predictors</a:t>
            </a:r>
            <a:endParaRPr sz="1100"/>
          </a:p>
        </p:txBody>
      </p:sp>
      <p:pic>
        <p:nvPicPr>
          <p:cNvPr id="3101" name="Google Shape;3101;g3d45d748a52_3_9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87800" y="1420050"/>
            <a:ext cx="4803800" cy="33675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5" name="Shape 3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6" name="Google Shape;3106;g3d4502adc0c_0_48"/>
          <p:cNvSpPr txBox="1"/>
          <p:nvPr>
            <p:ph type="title"/>
          </p:nvPr>
        </p:nvSpPr>
        <p:spPr>
          <a:xfrm>
            <a:off x="713225" y="2121000"/>
            <a:ext cx="7717500" cy="15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Modeling and Results</a:t>
            </a:r>
            <a:endParaRPr/>
          </a:p>
        </p:txBody>
      </p:sp>
      <p:sp>
        <p:nvSpPr>
          <p:cNvPr id="3107" name="Google Shape;3107;g3d4502adc0c_0_48"/>
          <p:cNvSpPr txBox="1"/>
          <p:nvPr>
            <p:ph idx="2" type="title"/>
          </p:nvPr>
        </p:nvSpPr>
        <p:spPr>
          <a:xfrm>
            <a:off x="3574350" y="539500"/>
            <a:ext cx="1652100" cy="166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06</a:t>
            </a:r>
            <a:endParaRPr/>
          </a:p>
        </p:txBody>
      </p:sp>
      <p:grpSp>
        <p:nvGrpSpPr>
          <p:cNvPr id="3108" name="Google Shape;3108;g3d4502adc0c_0_48"/>
          <p:cNvGrpSpPr/>
          <p:nvPr/>
        </p:nvGrpSpPr>
        <p:grpSpPr>
          <a:xfrm>
            <a:off x="3333121" y="539511"/>
            <a:ext cx="397957" cy="491303"/>
            <a:chOff x="4986000" y="2166120"/>
            <a:chExt cx="388440" cy="1402920"/>
          </a:xfrm>
        </p:grpSpPr>
        <p:sp>
          <p:nvSpPr>
            <p:cNvPr id="3109" name="Google Shape;3109;g3d4502adc0c_0_48"/>
            <p:cNvSpPr/>
            <p:nvPr/>
          </p:nvSpPr>
          <p:spPr>
            <a:xfrm>
              <a:off x="5135040" y="2166120"/>
              <a:ext cx="90360" cy="1294200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0" name="Google Shape;3110;g3d4502adc0c_0_48"/>
            <p:cNvSpPr/>
            <p:nvPr/>
          </p:nvSpPr>
          <p:spPr>
            <a:xfrm>
              <a:off x="4986000" y="2166120"/>
              <a:ext cx="90360" cy="792720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1" name="Google Shape;3111;g3d4502adc0c_0_48"/>
            <p:cNvSpPr/>
            <p:nvPr/>
          </p:nvSpPr>
          <p:spPr>
            <a:xfrm>
              <a:off x="5284440" y="34603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12" name="Google Shape;3112;g3d4502adc0c_0_48"/>
          <p:cNvGrpSpPr/>
          <p:nvPr/>
        </p:nvGrpSpPr>
        <p:grpSpPr>
          <a:xfrm>
            <a:off x="4984304" y="1974862"/>
            <a:ext cx="398326" cy="280942"/>
            <a:chOff x="6180480" y="1249200"/>
            <a:chExt cx="388800" cy="552600"/>
          </a:xfrm>
        </p:grpSpPr>
        <p:sp>
          <p:nvSpPr>
            <p:cNvPr id="3113" name="Google Shape;3113;g3d4502adc0c_0_48"/>
            <p:cNvSpPr/>
            <p:nvPr/>
          </p:nvSpPr>
          <p:spPr>
            <a:xfrm>
              <a:off x="6479280" y="1249200"/>
              <a:ext cx="90000" cy="173520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4" name="Google Shape;3114;g3d4502adc0c_0_48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15" name="Google Shape;3115;g3d4502adc0c_0_48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med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9" name="Shape 3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0" name="Google Shape;3120;g3d45d748a52_0_2449"/>
          <p:cNvSpPr txBox="1"/>
          <p:nvPr/>
        </p:nvSpPr>
        <p:spPr>
          <a:xfrm>
            <a:off x="1550700" y="141450"/>
            <a:ext cx="60426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Our Metric</a:t>
            </a:r>
            <a:endParaRPr sz="2500"/>
          </a:p>
        </p:txBody>
      </p:sp>
      <p:sp>
        <p:nvSpPr>
          <p:cNvPr id="3121" name="Google Shape;3121;g3d45d748a52_0_2449"/>
          <p:cNvSpPr txBox="1"/>
          <p:nvPr/>
        </p:nvSpPr>
        <p:spPr>
          <a:xfrm>
            <a:off x="775350" y="710850"/>
            <a:ext cx="7593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Missing an at-risk student is more costly than flagging a student who may not eventually drop</a:t>
            </a:r>
            <a:endParaRPr i="1"/>
          </a:p>
        </p:txBody>
      </p:sp>
      <p:sp>
        <p:nvSpPr>
          <p:cNvPr id="3122" name="Google Shape;3122;g3d45d748a52_0_2449"/>
          <p:cNvSpPr txBox="1"/>
          <p:nvPr/>
        </p:nvSpPr>
        <p:spPr>
          <a:xfrm>
            <a:off x="423600" y="1138325"/>
            <a:ext cx="8296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Recall: of all students who actually dropped out, how many did we catch?</a:t>
            </a:r>
            <a:endParaRPr/>
          </a:p>
        </p:txBody>
      </p:sp>
      <p:pic>
        <p:nvPicPr>
          <p:cNvPr id="3123" name="Google Shape;3123;g3d45d748a52_0_24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375" y="1966000"/>
            <a:ext cx="6953250" cy="21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7" name="Shape 3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8" name="Google Shape;3128;g3d45d748a52_2_232"/>
          <p:cNvSpPr txBox="1"/>
          <p:nvPr/>
        </p:nvSpPr>
        <p:spPr>
          <a:xfrm>
            <a:off x="1550700" y="169750"/>
            <a:ext cx="6042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The Journey: </a:t>
            </a:r>
            <a:r>
              <a:rPr b="1" lang="en" sz="2000"/>
              <a:t>14</a:t>
            </a:r>
            <a:r>
              <a:rPr lang="en" sz="2000"/>
              <a:t>% → </a:t>
            </a:r>
            <a:r>
              <a:rPr b="1" lang="en" sz="2000"/>
              <a:t>86.5</a:t>
            </a:r>
            <a:r>
              <a:rPr lang="en" sz="2000"/>
              <a:t>%</a:t>
            </a:r>
            <a:endParaRPr sz="2000"/>
          </a:p>
        </p:txBody>
      </p:sp>
      <p:sp>
        <p:nvSpPr>
          <p:cNvPr id="3129" name="Google Shape;3129;g3d45d748a52_2_232"/>
          <p:cNvSpPr txBox="1"/>
          <p:nvPr/>
        </p:nvSpPr>
        <p:spPr>
          <a:xfrm>
            <a:off x="775350" y="569950"/>
            <a:ext cx="7593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Building a model that catches 6× more at-risk students</a:t>
            </a:r>
            <a:endParaRPr i="1"/>
          </a:p>
        </p:txBody>
      </p:sp>
      <p:sp>
        <p:nvSpPr>
          <p:cNvPr id="3130" name="Google Shape;3130;g3d45d748a52_2_232"/>
          <p:cNvSpPr txBox="1"/>
          <p:nvPr/>
        </p:nvSpPr>
        <p:spPr>
          <a:xfrm>
            <a:off x="97200" y="4132450"/>
            <a:ext cx="9046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The ablation study proved both levers matter: class weighting for awareness, feature engineering for precision</a:t>
            </a:r>
            <a:endParaRPr i="1"/>
          </a:p>
        </p:txBody>
      </p:sp>
      <p:pic>
        <p:nvPicPr>
          <p:cNvPr id="3131" name="Google Shape;3131;g3d45d748a52_2_2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70113" y="1143000"/>
            <a:ext cx="4803785" cy="28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5" name="Shape 3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6" name="Google Shape;3136;g3d45d748a52_2_255"/>
          <p:cNvSpPr txBox="1"/>
          <p:nvPr/>
        </p:nvSpPr>
        <p:spPr>
          <a:xfrm>
            <a:off x="1550700" y="169750"/>
            <a:ext cx="60426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"Top Predictors" (SHAP summary)</a:t>
            </a:r>
            <a:endParaRPr sz="2500"/>
          </a:p>
        </p:txBody>
      </p:sp>
      <p:pic>
        <p:nvPicPr>
          <p:cNvPr id="3137" name="Google Shape;3137;g3d45d748a52_2_2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22550"/>
            <a:ext cx="3693000" cy="360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8" name="Google Shape;3138;g3d45d748a52_2_25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97800" y="1122550"/>
            <a:ext cx="4993800" cy="28919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2" name="Shape 3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3" name="Google Shape;3143;g3d45d748a52_2_245"/>
          <p:cNvSpPr txBox="1"/>
          <p:nvPr/>
        </p:nvSpPr>
        <p:spPr>
          <a:xfrm>
            <a:off x="1550700" y="169750"/>
            <a:ext cx="60426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Models Comparison - Results</a:t>
            </a:r>
            <a:endParaRPr sz="2500"/>
          </a:p>
        </p:txBody>
      </p:sp>
      <p:pic>
        <p:nvPicPr>
          <p:cNvPr id="3144" name="Google Shape;3144;g3d45d748a52_2_2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891550"/>
            <a:ext cx="9144001" cy="295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8" name="Shape 3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9" name="Google Shape;3149;g3d4502adc0c_0_63"/>
          <p:cNvSpPr txBox="1"/>
          <p:nvPr>
            <p:ph type="title"/>
          </p:nvPr>
        </p:nvSpPr>
        <p:spPr>
          <a:xfrm>
            <a:off x="790125" y="2327150"/>
            <a:ext cx="7744800" cy="2151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/>
              <a:t>Business Recommendation &amp; Further Steps</a:t>
            </a:r>
            <a:endParaRPr/>
          </a:p>
        </p:txBody>
      </p:sp>
      <p:sp>
        <p:nvSpPr>
          <p:cNvPr id="3150" name="Google Shape;3150;g3d4502adc0c_0_63"/>
          <p:cNvSpPr txBox="1"/>
          <p:nvPr>
            <p:ph idx="2" type="title"/>
          </p:nvPr>
        </p:nvSpPr>
        <p:spPr>
          <a:xfrm>
            <a:off x="3574350" y="539500"/>
            <a:ext cx="1652100" cy="1660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"/>
              <a:t>07</a:t>
            </a:r>
            <a:endParaRPr/>
          </a:p>
        </p:txBody>
      </p:sp>
      <p:grpSp>
        <p:nvGrpSpPr>
          <p:cNvPr id="3151" name="Google Shape;3151;g3d4502adc0c_0_63"/>
          <p:cNvGrpSpPr/>
          <p:nvPr/>
        </p:nvGrpSpPr>
        <p:grpSpPr>
          <a:xfrm>
            <a:off x="3333121" y="539511"/>
            <a:ext cx="397957" cy="491303"/>
            <a:chOff x="4986000" y="2166120"/>
            <a:chExt cx="388440" cy="1402920"/>
          </a:xfrm>
        </p:grpSpPr>
        <p:sp>
          <p:nvSpPr>
            <p:cNvPr id="3152" name="Google Shape;3152;g3d4502adc0c_0_63"/>
            <p:cNvSpPr/>
            <p:nvPr/>
          </p:nvSpPr>
          <p:spPr>
            <a:xfrm>
              <a:off x="5135040" y="2166120"/>
              <a:ext cx="90360" cy="1294200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3" name="Google Shape;3153;g3d4502adc0c_0_63"/>
            <p:cNvSpPr/>
            <p:nvPr/>
          </p:nvSpPr>
          <p:spPr>
            <a:xfrm>
              <a:off x="4986000" y="2166120"/>
              <a:ext cx="90360" cy="792720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4" name="Google Shape;3154;g3d4502adc0c_0_63"/>
            <p:cNvSpPr/>
            <p:nvPr/>
          </p:nvSpPr>
          <p:spPr>
            <a:xfrm>
              <a:off x="5284440" y="3460320"/>
              <a:ext cx="90000" cy="108720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155" name="Google Shape;3155;g3d4502adc0c_0_63"/>
          <p:cNvGrpSpPr/>
          <p:nvPr/>
        </p:nvGrpSpPr>
        <p:grpSpPr>
          <a:xfrm>
            <a:off x="4984304" y="1974862"/>
            <a:ext cx="398326" cy="280942"/>
            <a:chOff x="6180480" y="1249200"/>
            <a:chExt cx="388800" cy="552600"/>
          </a:xfrm>
        </p:grpSpPr>
        <p:sp>
          <p:nvSpPr>
            <p:cNvPr id="3156" name="Google Shape;3156;g3d4502adc0c_0_63"/>
            <p:cNvSpPr/>
            <p:nvPr/>
          </p:nvSpPr>
          <p:spPr>
            <a:xfrm>
              <a:off x="6479280" y="1249200"/>
              <a:ext cx="90000" cy="173520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7" name="Google Shape;3157;g3d4502adc0c_0_63"/>
            <p:cNvSpPr/>
            <p:nvPr/>
          </p:nvSpPr>
          <p:spPr>
            <a:xfrm>
              <a:off x="6329880" y="1249200"/>
              <a:ext cx="90000" cy="443880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58" name="Google Shape;3158;g3d4502adc0c_0_63"/>
            <p:cNvSpPr/>
            <p:nvPr/>
          </p:nvSpPr>
          <p:spPr>
            <a:xfrm>
              <a:off x="6180480" y="1693080"/>
              <a:ext cx="90360" cy="108720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 spd="med">
    <p:push/>
  </p:transition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2" name="Shape 3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3" name="Google Shape;3163;g3d4719490e4_0_101"/>
          <p:cNvSpPr txBox="1"/>
          <p:nvPr/>
        </p:nvSpPr>
        <p:spPr>
          <a:xfrm>
            <a:off x="375450" y="269200"/>
            <a:ext cx="8393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500"/>
              <a:t>From Prediction to Action</a:t>
            </a:r>
            <a:endParaRPr b="1" i="1" sz="25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500"/>
              <a:t>How schools can use the model as an early-warning system</a:t>
            </a:r>
            <a:endParaRPr i="1" sz="1500"/>
          </a:p>
        </p:txBody>
      </p:sp>
      <p:pic>
        <p:nvPicPr>
          <p:cNvPr id="3164" name="Google Shape;3164;g3d4719490e4_0_10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738" y="1159675"/>
            <a:ext cx="8414536" cy="3769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med">
    <p:push/>
  </p:transition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8" name="Shape 3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9" name="Google Shape;3169;g3d45d748a52_0_2455"/>
          <p:cNvSpPr txBox="1"/>
          <p:nvPr/>
        </p:nvSpPr>
        <p:spPr>
          <a:xfrm>
            <a:off x="375450" y="269200"/>
            <a:ext cx="83931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500"/>
              <a:t>From Prediction to Action</a:t>
            </a:r>
            <a:endParaRPr b="1" i="1" sz="25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500"/>
              <a:t>How schools can use the model as an early-warning system</a:t>
            </a:r>
            <a:endParaRPr i="1" sz="1500"/>
          </a:p>
        </p:txBody>
      </p:sp>
      <p:sp>
        <p:nvSpPr>
          <p:cNvPr id="3170" name="Google Shape;3170;g3d45d748a52_0_2455"/>
          <p:cNvSpPr txBox="1"/>
          <p:nvPr/>
        </p:nvSpPr>
        <p:spPr>
          <a:xfrm>
            <a:off x="999750" y="1918900"/>
            <a:ext cx="7144500" cy="569400"/>
          </a:xfrm>
          <a:prstGeom prst="rect">
            <a:avLst/>
          </a:prstGeom>
          <a:solidFill>
            <a:srgbClr val="00FFFF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" sz="2500"/>
              <a:t>DEMO!</a:t>
            </a:r>
            <a:endParaRPr i="1" sz="2500"/>
          </a:p>
        </p:txBody>
      </p:sp>
    </p:spTree>
  </p:cSld>
  <p:clrMapOvr>
    <a:masterClrMapping/>
  </p:clrMapOvr>
  <p:transition spd="med">
    <p:push/>
  </p:transition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4" name="Shape 3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5" name="Google Shape;3175;g3d45d748a52_3_16"/>
          <p:cNvSpPr txBox="1"/>
          <p:nvPr/>
        </p:nvSpPr>
        <p:spPr>
          <a:xfrm>
            <a:off x="375450" y="269200"/>
            <a:ext cx="83931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What’sNext</a:t>
            </a:r>
            <a:endParaRPr sz="2500"/>
          </a:p>
        </p:txBody>
      </p:sp>
      <p:sp>
        <p:nvSpPr>
          <p:cNvPr id="3176" name="Google Shape;3176;g3d45d748a52_3_16"/>
          <p:cNvSpPr txBox="1"/>
          <p:nvPr/>
        </p:nvSpPr>
        <p:spPr>
          <a:xfrm>
            <a:off x="3072000" y="88450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is the beginning, not the end</a:t>
            </a:r>
            <a:endParaRPr/>
          </a:p>
        </p:txBody>
      </p:sp>
      <p:sp>
        <p:nvSpPr>
          <p:cNvPr id="3177" name="Google Shape;3177;g3d45d748a52_3_16"/>
          <p:cNvSpPr txBox="1"/>
          <p:nvPr/>
        </p:nvSpPr>
        <p:spPr>
          <a:xfrm>
            <a:off x="2155200" y="1509400"/>
            <a:ext cx="4833600" cy="148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100"/>
              <a:t>1. Wave 2 Comparison </a:t>
            </a:r>
            <a:r>
              <a:rPr lang="en" sz="1100"/>
              <a:t> </a:t>
            </a:r>
            <a:r>
              <a:rPr i="1" lang="en" sz="1100"/>
              <a:t>Our proposal includes comparing 9th-grade-only prediction with 11th-grade data, does waiting two more years meaningfully improve the model, or can we intervene earlier?</a:t>
            </a:r>
            <a:endParaRPr sz="1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1100"/>
              <a:t>2. Real-World Validation</a:t>
            </a:r>
            <a:r>
              <a:rPr lang="en" sz="1100"/>
              <a:t> </a:t>
            </a:r>
            <a:r>
              <a:rPr i="1" lang="en" sz="1100"/>
              <a:t>This model was trained on U.S. national data from 2009. The next step is testing it on more recent cohorts and local school districts to see if the patterns hold</a:t>
            </a:r>
            <a:r>
              <a:rPr i="1" lang="en" sz="1100"/>
              <a:t>.</a:t>
            </a:r>
            <a:endParaRPr i="1" sz="1100"/>
          </a:p>
        </p:txBody>
      </p:sp>
    </p:spTree>
  </p:cSld>
  <p:clrMapOvr>
    <a:masterClrMapping/>
  </p:clrMapOvr>
  <p:transition spd="med">
    <p:push/>
  </p:transition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1" name="Shape 3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2" name="Google Shape;3182;g3d45d748a52_3_34"/>
          <p:cNvSpPr txBox="1"/>
          <p:nvPr>
            <p:ph idx="1" type="subTitle"/>
          </p:nvPr>
        </p:nvSpPr>
        <p:spPr>
          <a:xfrm>
            <a:off x="2810175" y="2578600"/>
            <a:ext cx="3091200" cy="7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b="1" lang="en" sz="1800"/>
              <a:t>Do you have any questions?</a:t>
            </a:r>
            <a:endParaRPr b="1" sz="18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grpSp>
        <p:nvGrpSpPr>
          <p:cNvPr id="3183" name="Google Shape;3183;g3d45d748a52_3_34"/>
          <p:cNvGrpSpPr/>
          <p:nvPr/>
        </p:nvGrpSpPr>
        <p:grpSpPr>
          <a:xfrm>
            <a:off x="16" y="539500"/>
            <a:ext cx="1602762" cy="4057299"/>
            <a:chOff x="-17" y="539500"/>
            <a:chExt cx="453231" cy="4057299"/>
          </a:xfrm>
        </p:grpSpPr>
        <p:sp>
          <p:nvSpPr>
            <p:cNvPr id="3184" name="Google Shape;3184;g3d45d748a52_3_34"/>
            <p:cNvSpPr/>
            <p:nvPr/>
          </p:nvSpPr>
          <p:spPr>
            <a:xfrm rot="5400000">
              <a:off x="53069" y="1582766"/>
              <a:ext cx="82937" cy="189109"/>
            </a:xfrm>
            <a:custGeom>
              <a:rect b="b" l="l" r="r" t="t"/>
              <a:pathLst>
                <a:path extrusionOk="0" h="1500" w="251">
                  <a:moveTo>
                    <a:pt x="0" y="0"/>
                  </a:moveTo>
                  <a:lnTo>
                    <a:pt x="251" y="0"/>
                  </a:lnTo>
                  <a:lnTo>
                    <a:pt x="251" y="1500"/>
                  </a:lnTo>
                  <a:lnTo>
                    <a:pt x="0" y="1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5" name="Google Shape;3185;g3d45d748a52_3_34"/>
            <p:cNvSpPr/>
            <p:nvPr/>
          </p:nvSpPr>
          <p:spPr>
            <a:xfrm rot="5400000">
              <a:off x="127680" y="1919535"/>
              <a:ext cx="82606" cy="338000"/>
            </a:xfrm>
            <a:custGeom>
              <a:rect b="b" l="l" r="r" t="t"/>
              <a:pathLst>
                <a:path extrusionOk="0" h="2681" w="250">
                  <a:moveTo>
                    <a:pt x="0" y="0"/>
                  </a:moveTo>
                  <a:lnTo>
                    <a:pt x="250" y="0"/>
                  </a:lnTo>
                  <a:lnTo>
                    <a:pt x="250" y="2681"/>
                  </a:lnTo>
                  <a:lnTo>
                    <a:pt x="0" y="26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6" name="Google Shape;3186;g3d45d748a52_3_34"/>
            <p:cNvSpPr/>
            <p:nvPr/>
          </p:nvSpPr>
          <p:spPr>
            <a:xfrm rot="5400000">
              <a:off x="185130" y="2409932"/>
              <a:ext cx="82937" cy="453231"/>
            </a:xfrm>
            <a:custGeom>
              <a:rect b="b" l="l" r="r" t="t"/>
              <a:pathLst>
                <a:path extrusionOk="0" h="3595" w="251">
                  <a:moveTo>
                    <a:pt x="0" y="0"/>
                  </a:moveTo>
                  <a:lnTo>
                    <a:pt x="251" y="0"/>
                  </a:lnTo>
                  <a:lnTo>
                    <a:pt x="251" y="3595"/>
                  </a:lnTo>
                  <a:lnTo>
                    <a:pt x="0" y="35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7" name="Google Shape;3187;g3d45d748a52_3_34"/>
            <p:cNvSpPr/>
            <p:nvPr/>
          </p:nvSpPr>
          <p:spPr>
            <a:xfrm rot="5400000">
              <a:off x="150752" y="3267071"/>
              <a:ext cx="82606" cy="384143"/>
            </a:xfrm>
            <a:custGeom>
              <a:rect b="b" l="l" r="r" t="t"/>
              <a:pathLst>
                <a:path extrusionOk="0" h="3047" w="250">
                  <a:moveTo>
                    <a:pt x="0" y="0"/>
                  </a:moveTo>
                  <a:lnTo>
                    <a:pt x="250" y="0"/>
                  </a:lnTo>
                  <a:lnTo>
                    <a:pt x="250" y="3047"/>
                  </a:lnTo>
                  <a:lnTo>
                    <a:pt x="0" y="30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8" name="Google Shape;3188;g3d45d748a52_3_34"/>
            <p:cNvSpPr/>
            <p:nvPr/>
          </p:nvSpPr>
          <p:spPr>
            <a:xfrm rot="5400000">
              <a:off x="90741" y="2778574"/>
              <a:ext cx="82606" cy="264122"/>
            </a:xfrm>
            <a:custGeom>
              <a:rect b="b" l="l" r="r" t="t"/>
              <a:pathLst>
                <a:path extrusionOk="0" h="2095" w="250">
                  <a:moveTo>
                    <a:pt x="0" y="0"/>
                  </a:moveTo>
                  <a:lnTo>
                    <a:pt x="250" y="0"/>
                  </a:lnTo>
                  <a:lnTo>
                    <a:pt x="250" y="2095"/>
                  </a:lnTo>
                  <a:lnTo>
                    <a:pt x="0" y="20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9" name="Google Shape;3189;g3d45d748a52_3_34"/>
            <p:cNvSpPr/>
            <p:nvPr/>
          </p:nvSpPr>
          <p:spPr>
            <a:xfrm rot="5400000">
              <a:off x="32370" y="1466670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0" name="Google Shape;3190;g3d45d748a52_3_34"/>
            <p:cNvSpPr/>
            <p:nvPr/>
          </p:nvSpPr>
          <p:spPr>
            <a:xfrm rot="5400000">
              <a:off x="32306" y="1877783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1" name="Google Shape;3191;g3d45d748a52_3_34"/>
            <p:cNvSpPr/>
            <p:nvPr/>
          </p:nvSpPr>
          <p:spPr>
            <a:xfrm rot="5400000">
              <a:off x="97321" y="2360945"/>
              <a:ext cx="82937" cy="277612"/>
            </a:xfrm>
            <a:custGeom>
              <a:rect b="b" l="l" r="r" t="t"/>
              <a:pathLst>
                <a:path extrusionOk="0" h="2202" w="251">
                  <a:moveTo>
                    <a:pt x="0" y="0"/>
                  </a:moveTo>
                  <a:lnTo>
                    <a:pt x="251" y="0"/>
                  </a:lnTo>
                  <a:lnTo>
                    <a:pt x="251" y="2202"/>
                  </a:lnTo>
                  <a:lnTo>
                    <a:pt x="0" y="2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2" name="Google Shape;3192;g3d45d748a52_3_34"/>
            <p:cNvSpPr/>
            <p:nvPr/>
          </p:nvSpPr>
          <p:spPr>
            <a:xfrm rot="5400000">
              <a:off x="19447" y="3124122"/>
              <a:ext cx="82606" cy="121534"/>
            </a:xfrm>
            <a:custGeom>
              <a:rect b="b" l="l" r="r" t="t"/>
              <a:pathLst>
                <a:path extrusionOk="0" h="964" w="250">
                  <a:moveTo>
                    <a:pt x="0" y="0"/>
                  </a:moveTo>
                  <a:lnTo>
                    <a:pt x="250" y="0"/>
                  </a:lnTo>
                  <a:lnTo>
                    <a:pt x="250" y="964"/>
                  </a:lnTo>
                  <a:lnTo>
                    <a:pt x="0" y="9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3" name="Google Shape;3193;g3d45d748a52_3_34"/>
            <p:cNvSpPr/>
            <p:nvPr/>
          </p:nvSpPr>
          <p:spPr>
            <a:xfrm rot="5400000">
              <a:off x="-10936" y="3839808"/>
              <a:ext cx="82606" cy="60767"/>
            </a:xfrm>
            <a:custGeom>
              <a:rect b="b" l="l" r="r" t="t"/>
              <a:pathLst>
                <a:path extrusionOk="0" h="482" w="250">
                  <a:moveTo>
                    <a:pt x="0" y="0"/>
                  </a:moveTo>
                  <a:lnTo>
                    <a:pt x="250" y="0"/>
                  </a:lnTo>
                  <a:lnTo>
                    <a:pt x="250" y="482"/>
                  </a:lnTo>
                  <a:lnTo>
                    <a:pt x="0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4" name="Google Shape;3194;g3d45d748a52_3_34"/>
            <p:cNvSpPr/>
            <p:nvPr/>
          </p:nvSpPr>
          <p:spPr>
            <a:xfrm rot="5400000">
              <a:off x="36404" y="3655341"/>
              <a:ext cx="82606" cy="155447"/>
            </a:xfrm>
            <a:custGeom>
              <a:rect b="b" l="l" r="r" t="t"/>
              <a:pathLst>
                <a:path extrusionOk="0" h="1233" w="250">
                  <a:moveTo>
                    <a:pt x="0" y="0"/>
                  </a:moveTo>
                  <a:lnTo>
                    <a:pt x="250" y="0"/>
                  </a:lnTo>
                  <a:lnTo>
                    <a:pt x="250" y="1233"/>
                  </a:lnTo>
                  <a:lnTo>
                    <a:pt x="0" y="1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5" name="Google Shape;3195;g3d45d748a52_3_34"/>
            <p:cNvSpPr/>
            <p:nvPr/>
          </p:nvSpPr>
          <p:spPr>
            <a:xfrm rot="5400000">
              <a:off x="23001" y="4354047"/>
              <a:ext cx="82937" cy="128972"/>
            </a:xfrm>
            <a:custGeom>
              <a:rect b="b" l="l" r="r" t="t"/>
              <a:pathLst>
                <a:path extrusionOk="0" h="1023" w="251">
                  <a:moveTo>
                    <a:pt x="0" y="0"/>
                  </a:moveTo>
                  <a:lnTo>
                    <a:pt x="251" y="0"/>
                  </a:lnTo>
                  <a:lnTo>
                    <a:pt x="251" y="1023"/>
                  </a:lnTo>
                  <a:lnTo>
                    <a:pt x="0" y="10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6" name="Google Shape;3196;g3d45d748a52_3_34"/>
            <p:cNvSpPr/>
            <p:nvPr/>
          </p:nvSpPr>
          <p:spPr>
            <a:xfrm rot="5400000">
              <a:off x="2995" y="4237257"/>
              <a:ext cx="82606" cy="88629"/>
            </a:xfrm>
            <a:custGeom>
              <a:rect b="b" l="l" r="r" t="t"/>
              <a:pathLst>
                <a:path extrusionOk="0" h="703" w="250">
                  <a:moveTo>
                    <a:pt x="0" y="0"/>
                  </a:moveTo>
                  <a:lnTo>
                    <a:pt x="250" y="0"/>
                  </a:lnTo>
                  <a:lnTo>
                    <a:pt x="250" y="703"/>
                  </a:lnTo>
                  <a:lnTo>
                    <a:pt x="0" y="70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7" name="Google Shape;3197;g3d45d748a52_3_34"/>
            <p:cNvSpPr/>
            <p:nvPr/>
          </p:nvSpPr>
          <p:spPr>
            <a:xfrm rot="5400000">
              <a:off x="12324" y="4501851"/>
              <a:ext cx="82606" cy="107288"/>
            </a:xfrm>
            <a:custGeom>
              <a:rect b="b" l="l" r="r" t="t"/>
              <a:pathLst>
                <a:path extrusionOk="0" h="851" w="250">
                  <a:moveTo>
                    <a:pt x="0" y="0"/>
                  </a:moveTo>
                  <a:lnTo>
                    <a:pt x="250" y="0"/>
                  </a:lnTo>
                  <a:lnTo>
                    <a:pt x="250" y="851"/>
                  </a:lnTo>
                  <a:lnTo>
                    <a:pt x="0" y="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8" name="Google Shape;3198;g3d45d748a52_3_34"/>
            <p:cNvSpPr/>
            <p:nvPr/>
          </p:nvSpPr>
          <p:spPr>
            <a:xfrm rot="5400000">
              <a:off x="67418" y="4035708"/>
              <a:ext cx="82606" cy="217475"/>
            </a:xfrm>
            <a:custGeom>
              <a:rect b="b" l="l" r="r" t="t"/>
              <a:pathLst>
                <a:path extrusionOk="0" h="1725" w="250">
                  <a:moveTo>
                    <a:pt x="0" y="0"/>
                  </a:moveTo>
                  <a:lnTo>
                    <a:pt x="250" y="0"/>
                  </a:lnTo>
                  <a:lnTo>
                    <a:pt x="250" y="1725"/>
                  </a:lnTo>
                  <a:lnTo>
                    <a:pt x="0" y="17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99" name="Google Shape;3199;g3d45d748a52_3_34"/>
            <p:cNvSpPr/>
            <p:nvPr/>
          </p:nvSpPr>
          <p:spPr>
            <a:xfrm rot="5400000">
              <a:off x="46427" y="3234269"/>
              <a:ext cx="82606" cy="175493"/>
            </a:xfrm>
            <a:custGeom>
              <a:rect b="b" l="l" r="r" t="t"/>
              <a:pathLst>
                <a:path extrusionOk="0" h="1392" w="250">
                  <a:moveTo>
                    <a:pt x="0" y="0"/>
                  </a:moveTo>
                  <a:lnTo>
                    <a:pt x="250" y="0"/>
                  </a:lnTo>
                  <a:lnTo>
                    <a:pt x="250" y="1392"/>
                  </a:lnTo>
                  <a:lnTo>
                    <a:pt x="0" y="13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0" name="Google Shape;3200;g3d45d748a52_3_34"/>
            <p:cNvSpPr/>
            <p:nvPr/>
          </p:nvSpPr>
          <p:spPr>
            <a:xfrm rot="5400000">
              <a:off x="32370" y="2151973"/>
              <a:ext cx="82606" cy="147379"/>
            </a:xfrm>
            <a:custGeom>
              <a:rect b="b" l="l" r="r" t="t"/>
              <a:pathLst>
                <a:path extrusionOk="0" h="1169" w="250">
                  <a:moveTo>
                    <a:pt x="0" y="0"/>
                  </a:moveTo>
                  <a:lnTo>
                    <a:pt x="250" y="0"/>
                  </a:lnTo>
                  <a:lnTo>
                    <a:pt x="250" y="1169"/>
                  </a:lnTo>
                  <a:lnTo>
                    <a:pt x="0" y="11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1" name="Google Shape;3201;g3d45d748a52_3_34"/>
            <p:cNvSpPr/>
            <p:nvPr/>
          </p:nvSpPr>
          <p:spPr>
            <a:xfrm rot="5400000">
              <a:off x="32306" y="1192479"/>
              <a:ext cx="82606" cy="147253"/>
            </a:xfrm>
            <a:custGeom>
              <a:rect b="b" l="l" r="r" t="t"/>
              <a:pathLst>
                <a:path extrusionOk="0" h="1168" w="250">
                  <a:moveTo>
                    <a:pt x="0" y="0"/>
                  </a:moveTo>
                  <a:lnTo>
                    <a:pt x="250" y="0"/>
                  </a:lnTo>
                  <a:lnTo>
                    <a:pt x="250" y="1168"/>
                  </a:lnTo>
                  <a:lnTo>
                    <a:pt x="0" y="11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2" name="Google Shape;3202;g3d45d748a52_3_34"/>
            <p:cNvSpPr/>
            <p:nvPr/>
          </p:nvSpPr>
          <p:spPr>
            <a:xfrm rot="5400000">
              <a:off x="6777" y="943756"/>
              <a:ext cx="82606" cy="96193"/>
            </a:xfrm>
            <a:custGeom>
              <a:rect b="b" l="l" r="r" t="t"/>
              <a:pathLst>
                <a:path extrusionOk="0" h="763" w="250">
                  <a:moveTo>
                    <a:pt x="0" y="0"/>
                  </a:moveTo>
                  <a:lnTo>
                    <a:pt x="250" y="0"/>
                  </a:lnTo>
                  <a:lnTo>
                    <a:pt x="250" y="763"/>
                  </a:lnTo>
                  <a:lnTo>
                    <a:pt x="0" y="7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3" name="Google Shape;3203;g3d45d748a52_3_34"/>
            <p:cNvSpPr/>
            <p:nvPr/>
          </p:nvSpPr>
          <p:spPr>
            <a:xfrm rot="5400000">
              <a:off x="6549" y="669730"/>
              <a:ext cx="82937" cy="96067"/>
            </a:xfrm>
            <a:custGeom>
              <a:rect b="b" l="l" r="r" t="t"/>
              <a:pathLst>
                <a:path extrusionOk="0" h="762" w="251">
                  <a:moveTo>
                    <a:pt x="0" y="0"/>
                  </a:moveTo>
                  <a:lnTo>
                    <a:pt x="251" y="0"/>
                  </a:lnTo>
                  <a:lnTo>
                    <a:pt x="251" y="762"/>
                  </a:ln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4" name="Google Shape;3204;g3d45d748a52_3_34"/>
            <p:cNvSpPr/>
            <p:nvPr/>
          </p:nvSpPr>
          <p:spPr>
            <a:xfrm rot="5400000">
              <a:off x="38988" y="774417"/>
              <a:ext cx="82606" cy="160616"/>
            </a:xfrm>
            <a:custGeom>
              <a:rect b="b" l="l" r="r" t="t"/>
              <a:pathLst>
                <a:path extrusionOk="0" h="1274" w="250">
                  <a:moveTo>
                    <a:pt x="0" y="0"/>
                  </a:moveTo>
                  <a:lnTo>
                    <a:pt x="250" y="0"/>
                  </a:lnTo>
                  <a:lnTo>
                    <a:pt x="250" y="1274"/>
                  </a:lnTo>
                  <a:lnTo>
                    <a:pt x="0" y="1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5" name="Google Shape;3205;g3d45d748a52_3_34"/>
            <p:cNvSpPr/>
            <p:nvPr/>
          </p:nvSpPr>
          <p:spPr>
            <a:xfrm rot="5400000">
              <a:off x="-10747" y="1372660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6" name="Google Shape;3206;g3d45d748a52_3_34"/>
            <p:cNvSpPr/>
            <p:nvPr/>
          </p:nvSpPr>
          <p:spPr>
            <a:xfrm rot="5400000">
              <a:off x="-10912" y="1783875"/>
              <a:ext cx="82937" cy="61145"/>
            </a:xfrm>
            <a:custGeom>
              <a:rect b="b" l="l" r="r" t="t"/>
              <a:pathLst>
                <a:path extrusionOk="0" h="485" w="251">
                  <a:moveTo>
                    <a:pt x="0" y="0"/>
                  </a:moveTo>
                  <a:lnTo>
                    <a:pt x="251" y="0"/>
                  </a:lnTo>
                  <a:lnTo>
                    <a:pt x="251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7" name="Google Shape;3207;g3d45d748a52_3_34"/>
            <p:cNvSpPr/>
            <p:nvPr/>
          </p:nvSpPr>
          <p:spPr>
            <a:xfrm rot="5400000">
              <a:off x="-10747" y="2332216"/>
              <a:ext cx="82606" cy="61145"/>
            </a:xfrm>
            <a:custGeom>
              <a:rect b="b" l="l" r="r" t="t"/>
              <a:pathLst>
                <a:path extrusionOk="0" h="485" w="250">
                  <a:moveTo>
                    <a:pt x="0" y="0"/>
                  </a:moveTo>
                  <a:lnTo>
                    <a:pt x="250" y="0"/>
                  </a:lnTo>
                  <a:lnTo>
                    <a:pt x="250" y="485"/>
                  </a:lnTo>
                  <a:lnTo>
                    <a:pt x="0" y="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8" name="Google Shape;3208;g3d45d748a52_3_34"/>
            <p:cNvSpPr/>
            <p:nvPr/>
          </p:nvSpPr>
          <p:spPr>
            <a:xfrm rot="5400000">
              <a:off x="73532" y="2932910"/>
              <a:ext cx="82606" cy="229704"/>
            </a:xfrm>
            <a:custGeom>
              <a:rect b="b" l="l" r="r" t="t"/>
              <a:pathLst>
                <a:path extrusionOk="0" h="1822" w="250">
                  <a:moveTo>
                    <a:pt x="0" y="0"/>
                  </a:moveTo>
                  <a:lnTo>
                    <a:pt x="250" y="0"/>
                  </a:lnTo>
                  <a:lnTo>
                    <a:pt x="250" y="1822"/>
                  </a:lnTo>
                  <a:lnTo>
                    <a:pt x="0" y="18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09" name="Google Shape;3209;g3d45d748a52_3_34"/>
            <p:cNvSpPr/>
            <p:nvPr/>
          </p:nvSpPr>
          <p:spPr>
            <a:xfrm rot="5400000">
              <a:off x="-22283" y="2754471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0" name="Google Shape;3210;g3d45d748a52_3_34"/>
            <p:cNvSpPr/>
            <p:nvPr/>
          </p:nvSpPr>
          <p:spPr>
            <a:xfrm rot="5400000">
              <a:off x="-22448" y="3577067"/>
              <a:ext cx="82937" cy="38074"/>
            </a:xfrm>
            <a:custGeom>
              <a:rect b="b" l="l" r="r" t="t"/>
              <a:pathLst>
                <a:path extrusionOk="0" h="302" w="251">
                  <a:moveTo>
                    <a:pt x="0" y="0"/>
                  </a:moveTo>
                  <a:lnTo>
                    <a:pt x="251" y="0"/>
                  </a:lnTo>
                  <a:lnTo>
                    <a:pt x="251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1" name="Google Shape;3211;g3d45d748a52_3_34"/>
            <p:cNvSpPr/>
            <p:nvPr/>
          </p:nvSpPr>
          <p:spPr>
            <a:xfrm rot="5400000">
              <a:off x="-22283" y="3988282"/>
              <a:ext cx="82606" cy="38074"/>
            </a:xfrm>
            <a:custGeom>
              <a:rect b="b" l="l" r="r" t="t"/>
              <a:pathLst>
                <a:path extrusionOk="0" h="302" w="250">
                  <a:moveTo>
                    <a:pt x="0" y="0"/>
                  </a:moveTo>
                  <a:lnTo>
                    <a:pt x="250" y="0"/>
                  </a:lnTo>
                  <a:lnTo>
                    <a:pt x="250" y="302"/>
                  </a:lnTo>
                  <a:lnTo>
                    <a:pt x="0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2" name="Google Shape;3212;g3d45d748a52_3_34"/>
            <p:cNvSpPr/>
            <p:nvPr/>
          </p:nvSpPr>
          <p:spPr>
            <a:xfrm rot="5400000">
              <a:off x="-26065" y="1113724"/>
              <a:ext cx="82606" cy="30510"/>
            </a:xfrm>
            <a:custGeom>
              <a:rect b="b" l="l" r="r" t="t"/>
              <a:pathLst>
                <a:path extrusionOk="0" h="242" w="250">
                  <a:moveTo>
                    <a:pt x="0" y="0"/>
                  </a:moveTo>
                  <a:lnTo>
                    <a:pt x="250" y="0"/>
                  </a:lnTo>
                  <a:lnTo>
                    <a:pt x="250" y="242"/>
                  </a:lnTo>
                  <a:lnTo>
                    <a:pt x="0" y="2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2100" lIns="90000" spcFirstLastPara="1" rIns="90000" wrap="square" tIns="421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213" name="Google Shape;3213;g3d45d748a52_3_34"/>
            <p:cNvSpPr/>
            <p:nvPr/>
          </p:nvSpPr>
          <p:spPr>
            <a:xfrm rot="5400000">
              <a:off x="78071" y="461412"/>
              <a:ext cx="82606" cy="238781"/>
            </a:xfrm>
            <a:custGeom>
              <a:rect b="b" l="l" r="r" t="t"/>
              <a:pathLst>
                <a:path extrusionOk="0" h="1894" w="250">
                  <a:moveTo>
                    <a:pt x="0" y="0"/>
                  </a:moveTo>
                  <a:lnTo>
                    <a:pt x="250" y="0"/>
                  </a:lnTo>
                  <a:lnTo>
                    <a:pt x="250" y="1894"/>
                  </a:lnTo>
                  <a:lnTo>
                    <a:pt x="0" y="18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1" anchor="ctr" bIns="45000" lIns="90000" spcFirstLastPara="1" rIns="90000" wrap="square" tIns="450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14" name="Google Shape;3214;g3d45d748a52_3_34"/>
          <p:cNvSpPr txBox="1"/>
          <p:nvPr>
            <p:ph type="title"/>
          </p:nvPr>
        </p:nvSpPr>
        <p:spPr>
          <a:xfrm>
            <a:off x="2542000" y="1506125"/>
            <a:ext cx="4869600" cy="119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Thank You!</a:t>
            </a:r>
            <a:endParaRPr/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xmlns:r="http://schemas.openxmlformats.org/officeDocument/2006/relationships" name="Bayesian Data Analysis - Master of Science in Biostatistics by Slidesgo">
  <a:themeElements>
    <a:clrScheme name="Simple Light">
      <a:dk1>
        <a:srgbClr val="2D3538"/>
      </a:dk1>
      <a:lt1>
        <a:srgbClr val="EDEEF3"/>
      </a:lt1>
      <a:dk2>
        <a:srgbClr val="3F4850"/>
      </a:dk2>
      <a:lt2>
        <a:srgbClr val="CDD1E0"/>
      </a:lt2>
      <a:accent1>
        <a:srgbClr val="2544D8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2D353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